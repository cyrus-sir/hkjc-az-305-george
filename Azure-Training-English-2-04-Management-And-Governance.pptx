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229" r:id="rId4"/>
    <p:sldMasterId id="2147484745" r:id="rId5"/>
  </p:sldMasterIdLst>
  <p:notesMasterIdLst>
    <p:notesMasterId r:id="rId37"/>
  </p:notesMasterIdLst>
  <p:sldIdLst>
    <p:sldId id="262" r:id="rId6"/>
    <p:sldId id="275" r:id="rId7"/>
    <p:sldId id="286" r:id="rId8"/>
    <p:sldId id="1987" r:id="rId9"/>
    <p:sldId id="1904" r:id="rId10"/>
    <p:sldId id="1946" r:id="rId11"/>
    <p:sldId id="1994" r:id="rId12"/>
    <p:sldId id="1999" r:id="rId13"/>
    <p:sldId id="1995" r:id="rId14"/>
    <p:sldId id="1963" r:id="rId15"/>
    <p:sldId id="1997" r:id="rId16"/>
    <p:sldId id="1966" r:id="rId17"/>
    <p:sldId id="1969" r:id="rId18"/>
    <p:sldId id="1968" r:id="rId19"/>
    <p:sldId id="1823" r:id="rId20"/>
    <p:sldId id="1825" r:id="rId21"/>
    <p:sldId id="1970" r:id="rId22"/>
    <p:sldId id="1965" r:id="rId23"/>
    <p:sldId id="1949" r:id="rId24"/>
    <p:sldId id="1974" r:id="rId25"/>
    <p:sldId id="1976" r:id="rId26"/>
    <p:sldId id="1863" r:id="rId27"/>
    <p:sldId id="1978" r:id="rId28"/>
    <p:sldId id="2255" r:id="rId29"/>
    <p:sldId id="2258" r:id="rId30"/>
    <p:sldId id="267" r:id="rId31"/>
    <p:sldId id="284" r:id="rId32"/>
    <p:sldId id="305" r:id="rId33"/>
    <p:sldId id="309" r:id="rId34"/>
    <p:sldId id="307" r:id="rId35"/>
    <p:sldId id="306" r:id="rId3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FCC16976-C483-E08E-F921-B6E4193E3D2A}" name="Loraine Lawrence" initials="LL" userId="S::lola@microsoft.com::c109b8d4-b149-45d2-a7f3-2c9c01468533" providerId="AD"/>
  <p188:author id="{4FE5C0B9-8559-3F71-C28B-11C528E4267E}" name="Chelsea Lee" initials="CL" userId="S::chellee@microsoft.com::46fc34eb-22bd-40a0-b470-e1f05eedf781" providerId="AD"/>
  <p188:author id="{EBCC30C2-BACB-D60D-42EC-088FA984F0C9}" name="Robert Stewart (WW READINESS)" initials="RS(R" userId="S::roberts@microsoft.com::5e4857c7-3c95-4435-bc45-4a9504427269" providerId="AD"/>
  <p188:author id="{64ED81DE-4ED1-1C0E-BDC9-8D64CB56C04A}" name="Cindy Staley" initials="CS" userId="S::cynthist@microsoft.com::90154493-b869-4106-8313-ce1978bf817e"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4B28F89-6ACB-4DFE-B782-504B9EFB48D4}" v="2" dt="2021-05-07T22:38:29.04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66954" autoAdjust="0"/>
  </p:normalViewPr>
  <p:slideViewPr>
    <p:cSldViewPr snapToGrid="0">
      <p:cViewPr varScale="1">
        <p:scale>
          <a:sx n="58" d="100"/>
          <a:sy n="58" d="100"/>
        </p:scale>
        <p:origin x="42" y="30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viewProps" Target="viewProps.xml"/><Relationship Id="rId3" Type="http://schemas.openxmlformats.org/officeDocument/2006/relationships/customXml" Target="../customXml/item3.xml"/><Relationship Id="rId21" Type="http://schemas.openxmlformats.org/officeDocument/2006/relationships/slide" Target="slides/slide16.xml"/><Relationship Id="rId34" Type="http://schemas.openxmlformats.org/officeDocument/2006/relationships/slide" Target="slides/slide29.xml"/><Relationship Id="rId42" Type="http://schemas.microsoft.com/office/2016/11/relationships/changesInfo" Target="changesInfos/changesInfo1.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slide" Target="slides/slide24.xml"/><Relationship Id="rId41"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4" Type="http://schemas.microsoft.com/office/2018/10/relationships/authors" Target="authors.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obert Stewart (WW READINESS)" userId="5e4857c7-3c95-4435-bc45-4a9504427269" providerId="ADAL" clId="{EC556D1E-D08E-42F5-B2B5-220B33091C33}"/>
    <pc:docChg chg="undo custSel modSld">
      <pc:chgData name="Robert Stewart (WW READINESS)" userId="5e4857c7-3c95-4435-bc45-4a9504427269" providerId="ADAL" clId="{EC556D1E-D08E-42F5-B2B5-220B33091C33}" dt="2020-09-25T21:35:39.609" v="4141" actId="962"/>
      <pc:docMkLst>
        <pc:docMk/>
      </pc:docMkLst>
      <pc:sldChg chg="addSp delSp modSp mod">
        <pc:chgData name="Robert Stewart (WW READINESS)" userId="5e4857c7-3c95-4435-bc45-4a9504427269" providerId="ADAL" clId="{EC556D1E-D08E-42F5-B2B5-220B33091C33}" dt="2020-09-25T18:57:22.442" v="7" actId="22"/>
        <pc:sldMkLst>
          <pc:docMk/>
          <pc:sldMk cId="3635852913" sldId="274"/>
        </pc:sldMkLst>
        <pc:spChg chg="add del mod">
          <ac:chgData name="Robert Stewart (WW READINESS)" userId="5e4857c7-3c95-4435-bc45-4a9504427269" providerId="ADAL" clId="{EC556D1E-D08E-42F5-B2B5-220B33091C33}" dt="2020-09-25T18:57:22.442" v="7" actId="22"/>
          <ac:spMkLst>
            <pc:docMk/>
            <pc:sldMk cId="3635852913" sldId="274"/>
            <ac:spMk id="5" creationId="{ABA9F921-B7CC-4FDC-9457-AD162C17FAD7}"/>
          </ac:spMkLst>
        </pc:spChg>
      </pc:sldChg>
      <pc:sldChg chg="modSp mod">
        <pc:chgData name="Robert Stewart (WW READINESS)" userId="5e4857c7-3c95-4435-bc45-4a9504427269" providerId="ADAL" clId="{EC556D1E-D08E-42F5-B2B5-220B33091C33}" dt="2020-09-25T21:14:21.391" v="579" actId="962"/>
        <pc:sldMkLst>
          <pc:docMk/>
          <pc:sldMk cId="880436157" sldId="287"/>
        </pc:sldMkLst>
        <pc:picChg chg="mod">
          <ac:chgData name="Robert Stewart (WW READINESS)" userId="5e4857c7-3c95-4435-bc45-4a9504427269" providerId="ADAL" clId="{EC556D1E-D08E-42F5-B2B5-220B33091C33}" dt="2020-09-25T21:14:21.391" v="579" actId="962"/>
          <ac:picMkLst>
            <pc:docMk/>
            <pc:sldMk cId="880436157" sldId="287"/>
            <ac:picMk id="6" creationId="{7CDCCC72-E44C-4A20-A7B0-16FEBBDDB9F4}"/>
          </ac:picMkLst>
        </pc:picChg>
      </pc:sldChg>
      <pc:sldChg chg="modSp mod">
        <pc:chgData name="Robert Stewart (WW READINESS)" userId="5e4857c7-3c95-4435-bc45-4a9504427269" providerId="ADAL" clId="{EC556D1E-D08E-42F5-B2B5-220B33091C33}" dt="2020-09-25T21:21:08.431" v="1873" actId="962"/>
        <pc:sldMkLst>
          <pc:docMk/>
          <pc:sldMk cId="3388904642" sldId="288"/>
        </pc:sldMkLst>
        <pc:picChg chg="mod">
          <ac:chgData name="Robert Stewart (WW READINESS)" userId="5e4857c7-3c95-4435-bc45-4a9504427269" providerId="ADAL" clId="{EC556D1E-D08E-42F5-B2B5-220B33091C33}" dt="2020-09-25T21:21:08.431" v="1873" actId="962"/>
          <ac:picMkLst>
            <pc:docMk/>
            <pc:sldMk cId="3388904642" sldId="288"/>
            <ac:picMk id="6" creationId="{7CDCCC72-E44C-4A20-A7B0-16FEBBDDB9F4}"/>
          </ac:picMkLst>
        </pc:picChg>
      </pc:sldChg>
      <pc:sldChg chg="modSp mod">
        <pc:chgData name="Robert Stewart (WW READINESS)" userId="5e4857c7-3c95-4435-bc45-4a9504427269" providerId="ADAL" clId="{EC556D1E-D08E-42F5-B2B5-220B33091C33}" dt="2020-09-25T21:30:52.840" v="3010" actId="962"/>
        <pc:sldMkLst>
          <pc:docMk/>
          <pc:sldMk cId="3627172257" sldId="289"/>
        </pc:sldMkLst>
        <pc:picChg chg="mod">
          <ac:chgData name="Robert Stewart (WW READINESS)" userId="5e4857c7-3c95-4435-bc45-4a9504427269" providerId="ADAL" clId="{EC556D1E-D08E-42F5-B2B5-220B33091C33}" dt="2020-09-25T21:30:52.840" v="3010" actId="962"/>
          <ac:picMkLst>
            <pc:docMk/>
            <pc:sldMk cId="3627172257" sldId="289"/>
            <ac:picMk id="6" creationId="{7CDCCC72-E44C-4A20-A7B0-16FEBBDDB9F4}"/>
          </ac:picMkLst>
        </pc:picChg>
      </pc:sldChg>
      <pc:sldChg chg="modSp mod">
        <pc:chgData name="Robert Stewart (WW READINESS)" userId="5e4857c7-3c95-4435-bc45-4a9504427269" providerId="ADAL" clId="{EC556D1E-D08E-42F5-B2B5-220B33091C33}" dt="2020-09-25T21:30:57.718" v="3011" actId="962"/>
        <pc:sldMkLst>
          <pc:docMk/>
          <pc:sldMk cId="3326726220" sldId="290"/>
        </pc:sldMkLst>
        <pc:picChg chg="mod">
          <ac:chgData name="Robert Stewart (WW READINESS)" userId="5e4857c7-3c95-4435-bc45-4a9504427269" providerId="ADAL" clId="{EC556D1E-D08E-42F5-B2B5-220B33091C33}" dt="2020-09-25T21:30:57.718" v="3011" actId="962"/>
          <ac:picMkLst>
            <pc:docMk/>
            <pc:sldMk cId="3326726220" sldId="290"/>
            <ac:picMk id="6" creationId="{7CDCCC72-E44C-4A20-A7B0-16FEBBDDB9F4}"/>
          </ac:picMkLst>
        </pc:picChg>
      </pc:sldChg>
      <pc:sldChg chg="modSp mod">
        <pc:chgData name="Robert Stewart (WW READINESS)" userId="5e4857c7-3c95-4435-bc45-4a9504427269" providerId="ADAL" clId="{EC556D1E-D08E-42F5-B2B5-220B33091C33}" dt="2020-09-25T21:14:12.733" v="578" actId="962"/>
        <pc:sldMkLst>
          <pc:docMk/>
          <pc:sldMk cId="2424144487" sldId="295"/>
        </pc:sldMkLst>
        <pc:grpChg chg="mod">
          <ac:chgData name="Robert Stewart (WW READINESS)" userId="5e4857c7-3c95-4435-bc45-4a9504427269" providerId="ADAL" clId="{EC556D1E-D08E-42F5-B2B5-220B33091C33}" dt="2020-09-25T21:13:03.649" v="304" actId="962"/>
          <ac:grpSpMkLst>
            <pc:docMk/>
            <pc:sldMk cId="2424144487" sldId="295"/>
            <ac:grpSpMk id="4" creationId="{5CC6A208-BE01-47E6-8388-83822B196C18}"/>
          </ac:grpSpMkLst>
        </pc:grpChg>
        <pc:grpChg chg="mod">
          <ac:chgData name="Robert Stewart (WW READINESS)" userId="5e4857c7-3c95-4435-bc45-4a9504427269" providerId="ADAL" clId="{EC556D1E-D08E-42F5-B2B5-220B33091C33}" dt="2020-09-25T21:13:38.265" v="460" actId="962"/>
          <ac:grpSpMkLst>
            <pc:docMk/>
            <pc:sldMk cId="2424144487" sldId="295"/>
            <ac:grpSpMk id="6" creationId="{EA9EBC42-F8C4-48A9-8D5C-C4FCE2ED08EB}"/>
          </ac:grpSpMkLst>
        </pc:grpChg>
        <pc:grpChg chg="mod">
          <ac:chgData name="Robert Stewart (WW READINESS)" userId="5e4857c7-3c95-4435-bc45-4a9504427269" providerId="ADAL" clId="{EC556D1E-D08E-42F5-B2B5-220B33091C33}" dt="2020-09-25T21:14:12.733" v="578" actId="962"/>
          <ac:grpSpMkLst>
            <pc:docMk/>
            <pc:sldMk cId="2424144487" sldId="295"/>
            <ac:grpSpMk id="7" creationId="{8E5C5A40-22F0-492C-AE9D-A53AEABF79DA}"/>
          </ac:grpSpMkLst>
        </pc:grpChg>
      </pc:sldChg>
      <pc:sldChg chg="modSp mod">
        <pc:chgData name="Robert Stewart (WW READINESS)" userId="5e4857c7-3c95-4435-bc45-4a9504427269" providerId="ADAL" clId="{EC556D1E-D08E-42F5-B2B5-220B33091C33}" dt="2020-09-25T21:17:14.407" v="1154" actId="962"/>
        <pc:sldMkLst>
          <pc:docMk/>
          <pc:sldMk cId="3847535485" sldId="296"/>
        </pc:sldMkLst>
        <pc:grpChg chg="mod">
          <ac:chgData name="Robert Stewart (WW READINESS)" userId="5e4857c7-3c95-4435-bc45-4a9504427269" providerId="ADAL" clId="{EC556D1E-D08E-42F5-B2B5-220B33091C33}" dt="2020-09-25T21:17:03.589" v="1153" actId="962"/>
          <ac:grpSpMkLst>
            <pc:docMk/>
            <pc:sldMk cId="3847535485" sldId="296"/>
            <ac:grpSpMk id="27" creationId="{F4956198-2583-4B26-8B15-3CF2D086E900}"/>
          </ac:grpSpMkLst>
        </pc:grpChg>
        <pc:grpChg chg="mod ord">
          <ac:chgData name="Robert Stewart (WW READINESS)" userId="5e4857c7-3c95-4435-bc45-4a9504427269" providerId="ADAL" clId="{EC556D1E-D08E-42F5-B2B5-220B33091C33}" dt="2020-09-25T21:15:49.887" v="973" actId="962"/>
          <ac:grpSpMkLst>
            <pc:docMk/>
            <pc:sldMk cId="3847535485" sldId="296"/>
            <ac:grpSpMk id="28" creationId="{A02E39F0-C23E-4307-A3CA-BCAC0AD549E4}"/>
          </ac:grpSpMkLst>
        </pc:grpChg>
        <pc:grpChg chg="mod">
          <ac:chgData name="Robert Stewart (WW READINESS)" userId="5e4857c7-3c95-4435-bc45-4a9504427269" providerId="ADAL" clId="{EC556D1E-D08E-42F5-B2B5-220B33091C33}" dt="2020-09-25T21:15:04.603" v="797" actId="962"/>
          <ac:grpSpMkLst>
            <pc:docMk/>
            <pc:sldMk cId="3847535485" sldId="296"/>
            <ac:grpSpMk id="29" creationId="{A1E95631-8FD8-4C88-8B85-1683646BC7EA}"/>
          </ac:grpSpMkLst>
        </pc:grpChg>
        <pc:picChg chg="mod">
          <ac:chgData name="Robert Stewart (WW READINESS)" userId="5e4857c7-3c95-4435-bc45-4a9504427269" providerId="ADAL" clId="{EC556D1E-D08E-42F5-B2B5-220B33091C33}" dt="2020-09-25T21:17:14.407" v="1154" actId="962"/>
          <ac:picMkLst>
            <pc:docMk/>
            <pc:sldMk cId="3847535485" sldId="296"/>
            <ac:picMk id="3" creationId="{E3C0EBFC-0A1F-4C7B-A22A-9CDDBA0BA71F}"/>
          </ac:picMkLst>
        </pc:picChg>
      </pc:sldChg>
      <pc:sldChg chg="modSp mod">
        <pc:chgData name="Robert Stewart (WW READINESS)" userId="5e4857c7-3c95-4435-bc45-4a9504427269" providerId="ADAL" clId="{EC556D1E-D08E-42F5-B2B5-220B33091C33}" dt="2020-09-25T21:19:40.469" v="1613" actId="962"/>
        <pc:sldMkLst>
          <pc:docMk/>
          <pc:sldMk cId="2642138507" sldId="297"/>
        </pc:sldMkLst>
        <pc:grpChg chg="mod">
          <ac:chgData name="Robert Stewart (WW READINESS)" userId="5e4857c7-3c95-4435-bc45-4a9504427269" providerId="ADAL" clId="{EC556D1E-D08E-42F5-B2B5-220B33091C33}" dt="2020-09-25T21:18:25.534" v="1342" actId="962"/>
          <ac:grpSpMkLst>
            <pc:docMk/>
            <pc:sldMk cId="2642138507" sldId="297"/>
            <ac:grpSpMk id="8" creationId="{5F235B2A-66DF-49FC-BEB7-08A89BE98DD6}"/>
          </ac:grpSpMkLst>
        </pc:grpChg>
        <pc:grpChg chg="mod">
          <ac:chgData name="Robert Stewart (WW READINESS)" userId="5e4857c7-3c95-4435-bc45-4a9504427269" providerId="ADAL" clId="{EC556D1E-D08E-42F5-B2B5-220B33091C33}" dt="2020-09-25T21:18:49.376" v="1478" actId="962"/>
          <ac:grpSpMkLst>
            <pc:docMk/>
            <pc:sldMk cId="2642138507" sldId="297"/>
            <ac:grpSpMk id="11" creationId="{54DAB787-8206-4DCC-BC7C-A56A26517A28}"/>
          </ac:grpSpMkLst>
        </pc:grpChg>
        <pc:grpChg chg="mod">
          <ac:chgData name="Robert Stewart (WW READINESS)" userId="5e4857c7-3c95-4435-bc45-4a9504427269" providerId="ADAL" clId="{EC556D1E-D08E-42F5-B2B5-220B33091C33}" dt="2020-09-25T21:19:27.991" v="1612" actId="962"/>
          <ac:grpSpMkLst>
            <pc:docMk/>
            <pc:sldMk cId="2642138507" sldId="297"/>
            <ac:grpSpMk id="14" creationId="{F7EF8FD5-B495-4EB9-B4ED-941BDF4B8961}"/>
          </ac:grpSpMkLst>
        </pc:grpChg>
        <pc:picChg chg="mod">
          <ac:chgData name="Robert Stewart (WW READINESS)" userId="5e4857c7-3c95-4435-bc45-4a9504427269" providerId="ADAL" clId="{EC556D1E-D08E-42F5-B2B5-220B33091C33}" dt="2020-09-25T21:19:40.469" v="1613" actId="962"/>
          <ac:picMkLst>
            <pc:docMk/>
            <pc:sldMk cId="2642138507" sldId="297"/>
            <ac:picMk id="2" creationId="{A0FB79CA-8F73-44D7-B306-640C85B7621D}"/>
          </ac:picMkLst>
        </pc:picChg>
      </pc:sldChg>
      <pc:sldChg chg="modSp mod">
        <pc:chgData name="Robert Stewart (WW READINESS)" userId="5e4857c7-3c95-4435-bc45-4a9504427269" providerId="ADAL" clId="{EC556D1E-D08E-42F5-B2B5-220B33091C33}" dt="2020-09-25T21:20:55.513" v="1872" actId="962"/>
        <pc:sldMkLst>
          <pc:docMk/>
          <pc:sldMk cId="3691073824" sldId="298"/>
        </pc:sldMkLst>
        <pc:grpChg chg="mod">
          <ac:chgData name="Robert Stewart (WW READINESS)" userId="5e4857c7-3c95-4435-bc45-4a9504427269" providerId="ADAL" clId="{EC556D1E-D08E-42F5-B2B5-220B33091C33}" dt="2020-09-25T21:20:16.620" v="1747" actId="962"/>
          <ac:grpSpMkLst>
            <pc:docMk/>
            <pc:sldMk cId="3691073824" sldId="298"/>
            <ac:grpSpMk id="10" creationId="{E1AD1EA8-2A22-41A7-989F-D1905D424BE4}"/>
          </ac:grpSpMkLst>
        </pc:grpChg>
        <pc:grpChg chg="mod">
          <ac:chgData name="Robert Stewart (WW READINESS)" userId="5e4857c7-3c95-4435-bc45-4a9504427269" providerId="ADAL" clId="{EC556D1E-D08E-42F5-B2B5-220B33091C33}" dt="2020-09-25T21:20:47.814" v="1871" actId="962"/>
          <ac:grpSpMkLst>
            <pc:docMk/>
            <pc:sldMk cId="3691073824" sldId="298"/>
            <ac:grpSpMk id="15" creationId="{33F9FD76-5287-4A5D-9CAA-E5B8A1183FCD}"/>
          </ac:grpSpMkLst>
        </pc:grpChg>
        <pc:picChg chg="mod">
          <ac:chgData name="Robert Stewart (WW READINESS)" userId="5e4857c7-3c95-4435-bc45-4a9504427269" providerId="ADAL" clId="{EC556D1E-D08E-42F5-B2B5-220B33091C33}" dt="2020-09-25T21:20:55.513" v="1872" actId="962"/>
          <ac:picMkLst>
            <pc:docMk/>
            <pc:sldMk cId="3691073824" sldId="298"/>
            <ac:picMk id="2" creationId="{0CD51D14-8138-46B6-A9D3-732DEDD665C9}"/>
          </ac:picMkLst>
        </pc:picChg>
      </pc:sldChg>
      <pc:sldChg chg="modSp mod">
        <pc:chgData name="Robert Stewart (WW READINESS)" userId="5e4857c7-3c95-4435-bc45-4a9504427269" providerId="ADAL" clId="{EC556D1E-D08E-42F5-B2B5-220B33091C33}" dt="2020-09-25T21:29:10.351" v="2458" actId="962"/>
        <pc:sldMkLst>
          <pc:docMk/>
          <pc:sldMk cId="1587513377" sldId="299"/>
        </pc:sldMkLst>
        <pc:grpChg chg="mod">
          <ac:chgData name="Robert Stewart (WW READINESS)" userId="5e4857c7-3c95-4435-bc45-4a9504427269" providerId="ADAL" clId="{EC556D1E-D08E-42F5-B2B5-220B33091C33}" dt="2020-09-25T21:27:06.211" v="2007" actId="962"/>
          <ac:grpSpMkLst>
            <pc:docMk/>
            <pc:sldMk cId="1587513377" sldId="299"/>
            <ac:grpSpMk id="16" creationId="{BB5B7098-DCC9-43F2-B9E8-B772BF455BE5}"/>
          </ac:grpSpMkLst>
        </pc:grpChg>
        <pc:grpChg chg="mod">
          <ac:chgData name="Robert Stewart (WW READINESS)" userId="5e4857c7-3c95-4435-bc45-4a9504427269" providerId="ADAL" clId="{EC556D1E-D08E-42F5-B2B5-220B33091C33}" dt="2020-09-25T21:27:40.857" v="2147" actId="962"/>
          <ac:grpSpMkLst>
            <pc:docMk/>
            <pc:sldMk cId="1587513377" sldId="299"/>
            <ac:grpSpMk id="21" creationId="{2348C96D-B55F-4FD5-A584-16F21DD75CA7}"/>
          </ac:grpSpMkLst>
        </pc:grpChg>
        <pc:grpChg chg="mod">
          <ac:chgData name="Robert Stewart (WW READINESS)" userId="5e4857c7-3c95-4435-bc45-4a9504427269" providerId="ADAL" clId="{EC556D1E-D08E-42F5-B2B5-220B33091C33}" dt="2020-09-25T21:28:26.512" v="2319" actId="962"/>
          <ac:grpSpMkLst>
            <pc:docMk/>
            <pc:sldMk cId="1587513377" sldId="299"/>
            <ac:grpSpMk id="22" creationId="{D08733A0-E944-4170-A6C5-08CCB372876F}"/>
          </ac:grpSpMkLst>
        </pc:grpChg>
        <pc:grpChg chg="mod">
          <ac:chgData name="Robert Stewart (WW READINESS)" userId="5e4857c7-3c95-4435-bc45-4a9504427269" providerId="ADAL" clId="{EC556D1E-D08E-42F5-B2B5-220B33091C33}" dt="2020-09-25T21:29:03.315" v="2457" actId="962"/>
          <ac:grpSpMkLst>
            <pc:docMk/>
            <pc:sldMk cId="1587513377" sldId="299"/>
            <ac:grpSpMk id="23" creationId="{82D090D9-AC1B-4C70-98D1-5F92943D81C1}"/>
          </ac:grpSpMkLst>
        </pc:grpChg>
        <pc:picChg chg="mod">
          <ac:chgData name="Robert Stewart (WW READINESS)" userId="5e4857c7-3c95-4435-bc45-4a9504427269" providerId="ADAL" clId="{EC556D1E-D08E-42F5-B2B5-220B33091C33}" dt="2020-09-25T21:29:10.351" v="2458" actId="962"/>
          <ac:picMkLst>
            <pc:docMk/>
            <pc:sldMk cId="1587513377" sldId="299"/>
            <ac:picMk id="2" creationId="{A0DE1153-0FF5-4E20-8745-305EEAC39783}"/>
          </ac:picMkLst>
        </pc:picChg>
      </pc:sldChg>
      <pc:sldChg chg="modSp mod">
        <pc:chgData name="Robert Stewart (WW READINESS)" userId="5e4857c7-3c95-4435-bc45-4a9504427269" providerId="ADAL" clId="{EC556D1E-D08E-42F5-B2B5-220B33091C33}" dt="2020-09-25T21:30:49.758" v="3009" actId="962"/>
        <pc:sldMkLst>
          <pc:docMk/>
          <pc:sldMk cId="2925395085" sldId="300"/>
        </pc:sldMkLst>
        <pc:spChg chg="mod">
          <ac:chgData name="Robert Stewart (WW READINESS)" userId="5e4857c7-3c95-4435-bc45-4a9504427269" providerId="ADAL" clId="{EC556D1E-D08E-42F5-B2B5-220B33091C33}" dt="2020-09-25T19:00:53.417" v="56" actId="20577"/>
          <ac:spMkLst>
            <pc:docMk/>
            <pc:sldMk cId="2925395085" sldId="300"/>
            <ac:spMk id="17" creationId="{00000000-0000-0000-0000-000000000000}"/>
          </ac:spMkLst>
        </pc:spChg>
        <pc:grpChg chg="mod">
          <ac:chgData name="Robert Stewart (WW READINESS)" userId="5e4857c7-3c95-4435-bc45-4a9504427269" providerId="ADAL" clId="{EC556D1E-D08E-42F5-B2B5-220B33091C33}" dt="2020-09-25T21:30:42.689" v="3008" actId="962"/>
          <ac:grpSpMkLst>
            <pc:docMk/>
            <pc:sldMk cId="2925395085" sldId="300"/>
            <ac:grpSpMk id="74" creationId="{324471E5-3E8A-4B46-8F20-DFFB661DDDCD}"/>
          </ac:grpSpMkLst>
        </pc:grpChg>
        <pc:picChg chg="mod">
          <ac:chgData name="Robert Stewart (WW READINESS)" userId="5e4857c7-3c95-4435-bc45-4a9504427269" providerId="ADAL" clId="{EC556D1E-D08E-42F5-B2B5-220B33091C33}" dt="2020-09-25T21:30:49.758" v="3009" actId="962"/>
          <ac:picMkLst>
            <pc:docMk/>
            <pc:sldMk cId="2925395085" sldId="300"/>
            <ac:picMk id="2" creationId="{48243F0C-6F88-42C7-93EC-B717100BA5CC}"/>
          </ac:picMkLst>
        </pc:picChg>
      </pc:sldChg>
      <pc:sldChg chg="modSp mod">
        <pc:chgData name="Robert Stewart (WW READINESS)" userId="5e4857c7-3c95-4435-bc45-4a9504427269" providerId="ADAL" clId="{EC556D1E-D08E-42F5-B2B5-220B33091C33}" dt="2020-09-25T19:08:10.684" v="61" actId="13244"/>
        <pc:sldMkLst>
          <pc:docMk/>
          <pc:sldMk cId="1465787407" sldId="301"/>
        </pc:sldMkLst>
        <pc:spChg chg="ord">
          <ac:chgData name="Robert Stewart (WW READINESS)" userId="5e4857c7-3c95-4435-bc45-4a9504427269" providerId="ADAL" clId="{EC556D1E-D08E-42F5-B2B5-220B33091C33}" dt="2020-09-25T19:08:10.684" v="61" actId="13244"/>
          <ac:spMkLst>
            <pc:docMk/>
            <pc:sldMk cId="1465787407" sldId="301"/>
            <ac:spMk id="10" creationId="{6A8A87D5-154D-4D17-9FFD-289667452587}"/>
          </ac:spMkLst>
        </pc:spChg>
      </pc:sldChg>
      <pc:sldChg chg="modSp mod">
        <pc:chgData name="Robert Stewart (WW READINESS)" userId="5e4857c7-3c95-4435-bc45-4a9504427269" providerId="ADAL" clId="{EC556D1E-D08E-42F5-B2B5-220B33091C33}" dt="2020-09-25T21:35:39.609" v="4141" actId="962"/>
        <pc:sldMkLst>
          <pc:docMk/>
          <pc:sldMk cId="3044634792" sldId="302"/>
        </pc:sldMkLst>
        <pc:grpChg chg="mod ord">
          <ac:chgData name="Robert Stewart (WW READINESS)" userId="5e4857c7-3c95-4435-bc45-4a9504427269" providerId="ADAL" clId="{EC556D1E-D08E-42F5-B2B5-220B33091C33}" dt="2020-09-25T21:35:39.609" v="4141" actId="962"/>
          <ac:grpSpMkLst>
            <pc:docMk/>
            <pc:sldMk cId="3044634792" sldId="302"/>
            <ac:grpSpMk id="10" creationId="{08BF4695-1CC0-4FF0-9CA3-1D20C5EEE338}"/>
          </ac:grpSpMkLst>
        </pc:grpChg>
      </pc:sldChg>
      <pc:sldChg chg="modSp mod">
        <pc:chgData name="Robert Stewart (WW READINESS)" userId="5e4857c7-3c95-4435-bc45-4a9504427269" providerId="ADAL" clId="{EC556D1E-D08E-42F5-B2B5-220B33091C33}" dt="2020-09-25T21:31:00.685" v="3012" actId="962"/>
        <pc:sldMkLst>
          <pc:docMk/>
          <pc:sldMk cId="2214547493" sldId="303"/>
        </pc:sldMkLst>
        <pc:picChg chg="mod">
          <ac:chgData name="Robert Stewart (WW READINESS)" userId="5e4857c7-3c95-4435-bc45-4a9504427269" providerId="ADAL" clId="{EC556D1E-D08E-42F5-B2B5-220B33091C33}" dt="2020-09-25T21:31:00.685" v="3012" actId="962"/>
          <ac:picMkLst>
            <pc:docMk/>
            <pc:sldMk cId="2214547493" sldId="303"/>
            <ac:picMk id="6" creationId="{7CDCCC72-E44C-4A20-A7B0-16FEBBDDB9F4}"/>
          </ac:picMkLst>
        </pc:picChg>
      </pc:sldChg>
      <pc:sldChg chg="modSp mod">
        <pc:chgData name="Robert Stewart (WW READINESS)" userId="5e4857c7-3c95-4435-bc45-4a9504427269" providerId="ADAL" clId="{EC556D1E-D08E-42F5-B2B5-220B33091C33}" dt="2020-09-25T21:32:25.057" v="3507" actId="962"/>
        <pc:sldMkLst>
          <pc:docMk/>
          <pc:sldMk cId="2968619087" sldId="305"/>
        </pc:sldMkLst>
        <pc:spChg chg="ord">
          <ac:chgData name="Robert Stewart (WW READINESS)" userId="5e4857c7-3c95-4435-bc45-4a9504427269" providerId="ADAL" clId="{EC556D1E-D08E-42F5-B2B5-220B33091C33}" dt="2020-09-25T19:01:31.698" v="59" actId="13244"/>
          <ac:spMkLst>
            <pc:docMk/>
            <pc:sldMk cId="2968619087" sldId="305"/>
            <ac:spMk id="3" creationId="{61305E9E-589A-43A1-9A16-D0BA79D9C4B6}"/>
          </ac:spMkLst>
        </pc:spChg>
        <pc:spChg chg="ord">
          <ac:chgData name="Robert Stewart (WW READINESS)" userId="5e4857c7-3c95-4435-bc45-4a9504427269" providerId="ADAL" clId="{EC556D1E-D08E-42F5-B2B5-220B33091C33}" dt="2020-09-25T19:01:24.826" v="58" actId="13244"/>
          <ac:spMkLst>
            <pc:docMk/>
            <pc:sldMk cId="2968619087" sldId="305"/>
            <ac:spMk id="17" creationId="{00000000-0000-0000-0000-000000000000}"/>
          </ac:spMkLst>
        </pc:spChg>
        <pc:picChg chg="mod">
          <ac:chgData name="Robert Stewart (WW READINESS)" userId="5e4857c7-3c95-4435-bc45-4a9504427269" providerId="ADAL" clId="{EC556D1E-D08E-42F5-B2B5-220B33091C33}" dt="2020-09-25T21:31:09.056" v="3013" actId="962"/>
          <ac:picMkLst>
            <pc:docMk/>
            <pc:sldMk cId="2968619087" sldId="305"/>
            <ac:picMk id="4" creationId="{20DDA732-3832-48FC-BD76-D6B112163199}"/>
          </ac:picMkLst>
        </pc:picChg>
        <pc:picChg chg="mod">
          <ac:chgData name="Robert Stewart (WW READINESS)" userId="5e4857c7-3c95-4435-bc45-4a9504427269" providerId="ADAL" clId="{EC556D1E-D08E-42F5-B2B5-220B33091C33}" dt="2020-09-25T21:32:25.057" v="3507" actId="962"/>
          <ac:picMkLst>
            <pc:docMk/>
            <pc:sldMk cId="2968619087" sldId="305"/>
            <ac:picMk id="9" creationId="{6C5AB806-BA5A-4198-BDBC-996D1200695D}"/>
          </ac:picMkLst>
        </pc:picChg>
      </pc:sldChg>
      <pc:sldChg chg="modSp mod">
        <pc:chgData name="Robert Stewart (WW READINESS)" userId="5e4857c7-3c95-4435-bc45-4a9504427269" providerId="ADAL" clId="{EC556D1E-D08E-42F5-B2B5-220B33091C33}" dt="2020-09-25T21:32:40.699" v="3508" actId="962"/>
        <pc:sldMkLst>
          <pc:docMk/>
          <pc:sldMk cId="1427441620" sldId="306"/>
        </pc:sldMkLst>
        <pc:picChg chg="mod">
          <ac:chgData name="Robert Stewart (WW READINESS)" userId="5e4857c7-3c95-4435-bc45-4a9504427269" providerId="ADAL" clId="{EC556D1E-D08E-42F5-B2B5-220B33091C33}" dt="2020-09-25T21:32:40.699" v="3508" actId="962"/>
          <ac:picMkLst>
            <pc:docMk/>
            <pc:sldMk cId="1427441620" sldId="306"/>
            <ac:picMk id="9" creationId="{99E5DF5D-DA24-4B0D-9466-AE576BD76C66}"/>
          </ac:picMkLst>
        </pc:picChg>
      </pc:sldChg>
      <pc:sldChg chg="modSp mod">
        <pc:chgData name="Robert Stewart (WW READINESS)" userId="5e4857c7-3c95-4435-bc45-4a9504427269" providerId="ADAL" clId="{EC556D1E-D08E-42F5-B2B5-220B33091C33}" dt="2020-09-25T21:35:31.717" v="4140" actId="962"/>
        <pc:sldMkLst>
          <pc:docMk/>
          <pc:sldMk cId="3627317258" sldId="307"/>
        </pc:sldMkLst>
        <pc:spChg chg="mod">
          <ac:chgData name="Robert Stewart (WW READINESS)" userId="5e4857c7-3c95-4435-bc45-4a9504427269" providerId="ADAL" clId="{EC556D1E-D08E-42F5-B2B5-220B33091C33}" dt="2020-09-25T18:59:20.766" v="22" actId="255"/>
          <ac:spMkLst>
            <pc:docMk/>
            <pc:sldMk cId="3627317258" sldId="307"/>
            <ac:spMk id="17" creationId="{00000000-0000-0000-0000-000000000000}"/>
          </ac:spMkLst>
        </pc:spChg>
        <pc:picChg chg="mod">
          <ac:chgData name="Robert Stewart (WW READINESS)" userId="5e4857c7-3c95-4435-bc45-4a9504427269" providerId="ADAL" clId="{EC556D1E-D08E-42F5-B2B5-220B33091C33}" dt="2020-09-25T21:35:31.717" v="4140" actId="962"/>
          <ac:picMkLst>
            <pc:docMk/>
            <pc:sldMk cId="3627317258" sldId="307"/>
            <ac:picMk id="15" creationId="{7ADEE659-983F-482C-A86F-47D5B658221B}"/>
          </ac:picMkLst>
        </pc:picChg>
      </pc:sldChg>
      <pc:sldChg chg="modSp">
        <pc:chgData name="Robert Stewart (WW READINESS)" userId="5e4857c7-3c95-4435-bc45-4a9504427269" providerId="ADAL" clId="{EC556D1E-D08E-42F5-B2B5-220B33091C33}" dt="2020-09-25T21:34:29.062" v="3856" actId="962"/>
        <pc:sldMkLst>
          <pc:docMk/>
          <pc:sldMk cId="522340289" sldId="309"/>
        </pc:sldMkLst>
        <pc:picChg chg="mod">
          <ac:chgData name="Robert Stewart (WW READINESS)" userId="5e4857c7-3c95-4435-bc45-4a9504427269" providerId="ADAL" clId="{EC556D1E-D08E-42F5-B2B5-220B33091C33}" dt="2020-09-25T21:34:29.062" v="3856" actId="962"/>
          <ac:picMkLst>
            <pc:docMk/>
            <pc:sldMk cId="522340289" sldId="309"/>
            <ac:picMk id="1026" creationId="{C1FD750E-1B8D-4AA2-B122-AD194BB38242}"/>
          </ac:picMkLst>
        </pc:picChg>
      </pc:sldChg>
    </pc:docChg>
  </pc:docChgLst>
  <pc:docChgLst>
    <pc:chgData name="Loraine Lawrence" userId="S::lola@microsoft.com::c109b8d4-b149-45d2-a7f3-2c9c01468533" providerId="AD" clId="Web-{31475D7F-D362-D799-BA47-A6258901DB6D}"/>
    <pc:docChg chg="modSld">
      <pc:chgData name="Loraine Lawrence" userId="S::lola@microsoft.com::c109b8d4-b149-45d2-a7f3-2c9c01468533" providerId="AD" clId="Web-{31475D7F-D362-D799-BA47-A6258901DB6D}" dt="2020-08-29T18:45:38.565" v="3"/>
      <pc:docMkLst>
        <pc:docMk/>
      </pc:docMkLst>
      <pc:sldChg chg="modNotes">
        <pc:chgData name="Loraine Lawrence" userId="S::lola@microsoft.com::c109b8d4-b149-45d2-a7f3-2c9c01468533" providerId="AD" clId="Web-{31475D7F-D362-D799-BA47-A6258901DB6D}" dt="2020-08-29T18:45:38.565" v="3"/>
        <pc:sldMkLst>
          <pc:docMk/>
          <pc:sldMk cId="880436157" sldId="287"/>
        </pc:sldMkLst>
      </pc:sldChg>
      <pc:sldChg chg="modNotes">
        <pc:chgData name="Loraine Lawrence" userId="S::lola@microsoft.com::c109b8d4-b149-45d2-a7f3-2c9c01468533" providerId="AD" clId="Web-{31475D7F-D362-D799-BA47-A6258901DB6D}" dt="2020-08-29T18:41:39.957" v="1"/>
        <pc:sldMkLst>
          <pc:docMk/>
          <pc:sldMk cId="3388904642" sldId="288"/>
        </pc:sldMkLst>
      </pc:sldChg>
    </pc:docChg>
  </pc:docChgLst>
  <pc:docChgLst>
    <pc:chgData name="Chelsea Lee" userId="S::chellee@microsoft.com::46fc34eb-22bd-40a0-b470-e1f05eedf781" providerId="AD" clId="Web-{14E869B3-29BA-7896-64CF-4BE0DF746E20}"/>
    <pc:docChg chg="modSld">
      <pc:chgData name="Chelsea Lee" userId="S::chellee@microsoft.com::46fc34eb-22bd-40a0-b470-e1f05eedf781" providerId="AD" clId="Web-{14E869B3-29BA-7896-64CF-4BE0DF746E20}" dt="2020-08-23T19:46:35.254" v="2" actId="20577"/>
      <pc:docMkLst>
        <pc:docMk/>
      </pc:docMkLst>
      <pc:sldChg chg="modSp">
        <pc:chgData name="Chelsea Lee" userId="S::chellee@microsoft.com::46fc34eb-22bd-40a0-b470-e1f05eedf781" providerId="AD" clId="Web-{14E869B3-29BA-7896-64CF-4BE0DF746E20}" dt="2020-08-23T19:46:34.614" v="0" actId="20577"/>
        <pc:sldMkLst>
          <pc:docMk/>
          <pc:sldMk cId="1427441620" sldId="306"/>
        </pc:sldMkLst>
        <pc:spChg chg="mod">
          <ac:chgData name="Chelsea Lee" userId="S::chellee@microsoft.com::46fc34eb-22bd-40a0-b470-e1f05eedf781" providerId="AD" clId="Web-{14E869B3-29BA-7896-64CF-4BE0DF746E20}" dt="2020-08-23T19:46:34.614" v="0" actId="20577"/>
          <ac:spMkLst>
            <pc:docMk/>
            <pc:sldMk cId="1427441620" sldId="306"/>
            <ac:spMk id="2" creationId="{B651D040-F18F-4BC8-B269-1B007C84FF33}"/>
          </ac:spMkLst>
        </pc:spChg>
      </pc:sldChg>
    </pc:docChg>
  </pc:docChgLst>
  <pc:docChgLst>
    <pc:chgData name="Loraine Lawrence" userId="S::lola@microsoft.com::c109b8d4-b149-45d2-a7f3-2c9c01468533" providerId="AD" clId="Web-{AE3E198B-8DF7-15E6-0A1B-057CE4A4E1F2}"/>
    <pc:docChg chg="modSld">
      <pc:chgData name="Loraine Lawrence" userId="S::lola@microsoft.com::c109b8d4-b149-45d2-a7f3-2c9c01468533" providerId="AD" clId="Web-{AE3E198B-8DF7-15E6-0A1B-057CE4A4E1F2}" dt="2020-08-23T19:11:17.116" v="112" actId="20577"/>
      <pc:docMkLst>
        <pc:docMk/>
      </pc:docMkLst>
      <pc:sldChg chg="modSp addCm">
        <pc:chgData name="Loraine Lawrence" userId="S::lola@microsoft.com::c109b8d4-b149-45d2-a7f3-2c9c01468533" providerId="AD" clId="Web-{AE3E198B-8DF7-15E6-0A1B-057CE4A4E1F2}" dt="2020-08-23T19:06:48.280" v="3" actId="20577"/>
        <pc:sldMkLst>
          <pc:docMk/>
          <pc:sldMk cId="743860205" sldId="257"/>
        </pc:sldMkLst>
        <pc:spChg chg="mod">
          <ac:chgData name="Loraine Lawrence" userId="S::lola@microsoft.com::c109b8d4-b149-45d2-a7f3-2c9c01468533" providerId="AD" clId="Web-{AE3E198B-8DF7-15E6-0A1B-057CE4A4E1F2}" dt="2020-08-23T19:06:48.280" v="3" actId="20577"/>
          <ac:spMkLst>
            <pc:docMk/>
            <pc:sldMk cId="743860205" sldId="257"/>
            <ac:spMk id="2" creationId="{35FF388A-DA23-47B5-B1B4-5AA1C4F44269}"/>
          </ac:spMkLst>
        </pc:spChg>
      </pc:sldChg>
      <pc:sldChg chg="modSp addCm">
        <pc:chgData name="Loraine Lawrence" userId="S::lola@microsoft.com::c109b8d4-b149-45d2-a7f3-2c9c01468533" providerId="AD" clId="Web-{AE3E198B-8DF7-15E6-0A1B-057CE4A4E1F2}" dt="2020-08-23T19:07:32.578" v="8"/>
        <pc:sldMkLst>
          <pc:docMk/>
          <pc:sldMk cId="2582992634" sldId="267"/>
        </pc:sldMkLst>
        <pc:spChg chg="mod">
          <ac:chgData name="Loraine Lawrence" userId="S::lola@microsoft.com::c109b8d4-b149-45d2-a7f3-2c9c01468533" providerId="AD" clId="Web-{AE3E198B-8DF7-15E6-0A1B-057CE4A4E1F2}" dt="2020-08-23T19:07:15.625" v="6" actId="20577"/>
          <ac:spMkLst>
            <pc:docMk/>
            <pc:sldMk cId="2582992634" sldId="267"/>
            <ac:spMk id="2" creationId="{35FF388A-DA23-47B5-B1B4-5AA1C4F44269}"/>
          </ac:spMkLst>
        </pc:spChg>
      </pc:sldChg>
      <pc:sldChg chg="modSp">
        <pc:chgData name="Loraine Lawrence" userId="S::lola@microsoft.com::c109b8d4-b149-45d2-a7f3-2c9c01468533" providerId="AD" clId="Web-{AE3E198B-8DF7-15E6-0A1B-057CE4A4E1F2}" dt="2020-08-23T19:05:35.903" v="1" actId="20577"/>
        <pc:sldMkLst>
          <pc:docMk/>
          <pc:sldMk cId="84060515" sldId="275"/>
        </pc:sldMkLst>
        <pc:spChg chg="mod">
          <ac:chgData name="Loraine Lawrence" userId="S::lola@microsoft.com::c109b8d4-b149-45d2-a7f3-2c9c01468533" providerId="AD" clId="Web-{AE3E198B-8DF7-15E6-0A1B-057CE4A4E1F2}" dt="2020-08-23T19:05:35.903" v="1" actId="20577"/>
          <ac:spMkLst>
            <pc:docMk/>
            <pc:sldMk cId="84060515" sldId="275"/>
            <ac:spMk id="2" creationId="{35FF388A-DA23-47B5-B1B4-5AA1C4F44269}"/>
          </ac:spMkLst>
        </pc:spChg>
      </pc:sldChg>
      <pc:sldChg chg="modSp">
        <pc:chgData name="Loraine Lawrence" userId="S::lola@microsoft.com::c109b8d4-b149-45d2-a7f3-2c9c01468533" providerId="AD" clId="Web-{AE3E198B-8DF7-15E6-0A1B-057CE4A4E1F2}" dt="2020-08-23T19:07:00.765" v="5" actId="20577"/>
        <pc:sldMkLst>
          <pc:docMk/>
          <pc:sldMk cId="1208736395" sldId="283"/>
        </pc:sldMkLst>
        <pc:spChg chg="mod">
          <ac:chgData name="Loraine Lawrence" userId="S::lola@microsoft.com::c109b8d4-b149-45d2-a7f3-2c9c01468533" providerId="AD" clId="Web-{AE3E198B-8DF7-15E6-0A1B-057CE4A4E1F2}" dt="2020-08-23T19:07:00.765" v="5" actId="20577"/>
          <ac:spMkLst>
            <pc:docMk/>
            <pc:sldMk cId="1208736395" sldId="283"/>
            <ac:spMk id="2" creationId="{FF21F12B-E6C6-4CF1-8312-1D8343AFFE69}"/>
          </ac:spMkLst>
        </pc:spChg>
      </pc:sldChg>
      <pc:sldChg chg="modSp">
        <pc:chgData name="Loraine Lawrence" userId="S::lola@microsoft.com::c109b8d4-b149-45d2-a7f3-2c9c01468533" providerId="AD" clId="Web-{AE3E198B-8DF7-15E6-0A1B-057CE4A4E1F2}" dt="2020-08-23T19:07:19.703" v="7" actId="20577"/>
        <pc:sldMkLst>
          <pc:docMk/>
          <pc:sldMk cId="474028571" sldId="284"/>
        </pc:sldMkLst>
        <pc:spChg chg="mod">
          <ac:chgData name="Loraine Lawrence" userId="S::lola@microsoft.com::c109b8d4-b149-45d2-a7f3-2c9c01468533" providerId="AD" clId="Web-{AE3E198B-8DF7-15E6-0A1B-057CE4A4E1F2}" dt="2020-08-23T19:07:19.703" v="7" actId="20577"/>
          <ac:spMkLst>
            <pc:docMk/>
            <pc:sldMk cId="474028571" sldId="284"/>
            <ac:spMk id="2" creationId="{2C4F8039-6C38-4EF0-85F2-A923D9224100}"/>
          </ac:spMkLst>
        </pc:spChg>
      </pc:sldChg>
      <pc:sldChg chg="modSp addCm modCm">
        <pc:chgData name="Loraine Lawrence" userId="S::lola@microsoft.com::c109b8d4-b149-45d2-a7f3-2c9c01468533" providerId="AD" clId="Web-{AE3E198B-8DF7-15E6-0A1B-057CE4A4E1F2}" dt="2020-08-23T19:10:02.067" v="74" actId="20577"/>
        <pc:sldMkLst>
          <pc:docMk/>
          <pc:sldMk cId="3044634792" sldId="302"/>
        </pc:sldMkLst>
        <pc:spChg chg="mod">
          <ac:chgData name="Loraine Lawrence" userId="S::lola@microsoft.com::c109b8d4-b149-45d2-a7f3-2c9c01468533" providerId="AD" clId="Web-{AE3E198B-8DF7-15E6-0A1B-057CE4A4E1F2}" dt="2020-08-23T19:08:38.283" v="12" actId="1076"/>
          <ac:spMkLst>
            <pc:docMk/>
            <pc:sldMk cId="3044634792" sldId="302"/>
            <ac:spMk id="8" creationId="{C412844F-E6A1-43BC-B1AB-89184FFF20D2}"/>
          </ac:spMkLst>
        </pc:spChg>
        <pc:spChg chg="mod">
          <ac:chgData name="Loraine Lawrence" userId="S::lola@microsoft.com::c109b8d4-b149-45d2-a7f3-2c9c01468533" providerId="AD" clId="Web-{AE3E198B-8DF7-15E6-0A1B-057CE4A4E1F2}" dt="2020-08-23T19:10:02.067" v="74" actId="20577"/>
          <ac:spMkLst>
            <pc:docMk/>
            <pc:sldMk cId="3044634792" sldId="302"/>
            <ac:spMk id="9" creationId="{889B922C-71E2-4868-B986-02EC5DF08368}"/>
          </ac:spMkLst>
        </pc:spChg>
        <pc:grpChg chg="mod">
          <ac:chgData name="Loraine Lawrence" userId="S::lola@microsoft.com::c109b8d4-b149-45d2-a7f3-2c9c01468533" providerId="AD" clId="Web-{AE3E198B-8DF7-15E6-0A1B-057CE4A4E1F2}" dt="2020-08-23T19:08:34.330" v="11" actId="1076"/>
          <ac:grpSpMkLst>
            <pc:docMk/>
            <pc:sldMk cId="3044634792" sldId="302"/>
            <ac:grpSpMk id="10" creationId="{08BF4695-1CC0-4FF0-9CA3-1D20C5EEE338}"/>
          </ac:grpSpMkLst>
        </pc:grpChg>
      </pc:sldChg>
      <pc:sldChg chg="modSp addCm">
        <pc:chgData name="Loraine Lawrence" userId="S::lola@microsoft.com::c109b8d4-b149-45d2-a7f3-2c9c01468533" providerId="AD" clId="Web-{AE3E198B-8DF7-15E6-0A1B-057CE4A4E1F2}" dt="2020-08-23T19:11:17.116" v="111" actId="20577"/>
        <pc:sldMkLst>
          <pc:docMk/>
          <pc:sldMk cId="1427441620" sldId="306"/>
        </pc:sldMkLst>
        <pc:spChg chg="mod">
          <ac:chgData name="Loraine Lawrence" userId="S::lola@microsoft.com::c109b8d4-b149-45d2-a7f3-2c9c01468533" providerId="AD" clId="Web-{AE3E198B-8DF7-15E6-0A1B-057CE4A4E1F2}" dt="2020-08-23T19:11:17.116" v="111" actId="20577"/>
          <ac:spMkLst>
            <pc:docMk/>
            <pc:sldMk cId="1427441620" sldId="306"/>
            <ac:spMk id="2" creationId="{B651D040-F18F-4BC8-B269-1B007C84FF33}"/>
          </ac:spMkLst>
        </pc:spChg>
      </pc:sldChg>
      <pc:sldChg chg="addCm">
        <pc:chgData name="Loraine Lawrence" userId="S::lola@microsoft.com::c109b8d4-b149-45d2-a7f3-2c9c01468533" providerId="AD" clId="Web-{AE3E198B-8DF7-15E6-0A1B-057CE4A4E1F2}" dt="2020-08-23T19:10:25.083" v="76"/>
        <pc:sldMkLst>
          <pc:docMk/>
          <pc:sldMk cId="3627317258" sldId="307"/>
        </pc:sldMkLst>
      </pc:sldChg>
    </pc:docChg>
  </pc:docChgLst>
  <pc:docChgLst>
    <pc:chgData name="Robert Stewart (WW READINESS)" userId="5e4857c7-3c95-4435-bc45-4a9504427269" providerId="ADAL" clId="{E2D9EA6E-9142-4C13-B981-A98ABA73ECD7}"/>
    <pc:docChg chg="custSel delSld modSld">
      <pc:chgData name="Robert Stewart (WW READINESS)" userId="5e4857c7-3c95-4435-bc45-4a9504427269" providerId="ADAL" clId="{E2D9EA6E-9142-4C13-B981-A98ABA73ECD7}" dt="2020-08-24T21:11:58.591" v="122"/>
      <pc:docMkLst>
        <pc:docMk/>
      </pc:docMkLst>
      <pc:sldChg chg="del">
        <pc:chgData name="Robert Stewart (WW READINESS)" userId="5e4857c7-3c95-4435-bc45-4a9504427269" providerId="ADAL" clId="{E2D9EA6E-9142-4C13-B981-A98ABA73ECD7}" dt="2020-08-24T21:04:39.875" v="56" actId="47"/>
        <pc:sldMkLst>
          <pc:docMk/>
          <pc:sldMk cId="1012441991" sldId="258"/>
        </pc:sldMkLst>
      </pc:sldChg>
      <pc:sldChg chg="del">
        <pc:chgData name="Robert Stewart (WW READINESS)" userId="5e4857c7-3c95-4435-bc45-4a9504427269" providerId="ADAL" clId="{E2D9EA6E-9142-4C13-B981-A98ABA73ECD7}" dt="2020-08-24T21:04:54.716" v="57" actId="47"/>
        <pc:sldMkLst>
          <pc:docMk/>
          <pc:sldMk cId="1701787216" sldId="260"/>
        </pc:sldMkLst>
      </pc:sldChg>
      <pc:sldChg chg="del">
        <pc:chgData name="Robert Stewart (WW READINESS)" userId="5e4857c7-3c95-4435-bc45-4a9504427269" providerId="ADAL" clId="{E2D9EA6E-9142-4C13-B981-A98ABA73ECD7}" dt="2020-08-24T21:05:01.516" v="58" actId="47"/>
        <pc:sldMkLst>
          <pc:docMk/>
          <pc:sldMk cId="101971310" sldId="261"/>
        </pc:sldMkLst>
      </pc:sldChg>
      <pc:sldChg chg="del">
        <pc:chgData name="Robert Stewart (WW READINESS)" userId="5e4857c7-3c95-4435-bc45-4a9504427269" providerId="ADAL" clId="{E2D9EA6E-9142-4C13-B981-A98ABA73ECD7}" dt="2020-08-24T21:05:09.931" v="59" actId="47"/>
        <pc:sldMkLst>
          <pc:docMk/>
          <pc:sldMk cId="758652105" sldId="262"/>
        </pc:sldMkLst>
      </pc:sldChg>
      <pc:sldChg chg="del">
        <pc:chgData name="Robert Stewart (WW READINESS)" userId="5e4857c7-3c95-4435-bc45-4a9504427269" providerId="ADAL" clId="{E2D9EA6E-9142-4C13-B981-A98ABA73ECD7}" dt="2020-08-24T21:06:32.439" v="69" actId="47"/>
        <pc:sldMkLst>
          <pc:docMk/>
          <pc:sldMk cId="2093708537" sldId="264"/>
        </pc:sldMkLst>
      </pc:sldChg>
      <pc:sldChg chg="delCm">
        <pc:chgData name="Robert Stewart (WW READINESS)" userId="5e4857c7-3c95-4435-bc45-4a9504427269" providerId="ADAL" clId="{E2D9EA6E-9142-4C13-B981-A98ABA73ECD7}" dt="2020-08-24T21:06:43.170" v="71"/>
        <pc:sldMkLst>
          <pc:docMk/>
          <pc:sldMk cId="2582992634" sldId="267"/>
        </pc:sldMkLst>
      </pc:sldChg>
      <pc:sldChg chg="del">
        <pc:chgData name="Robert Stewart (WW READINESS)" userId="5e4857c7-3c95-4435-bc45-4a9504427269" providerId="ADAL" clId="{E2D9EA6E-9142-4C13-B981-A98ABA73ECD7}" dt="2020-08-24T21:07:12.331" v="100" actId="47"/>
        <pc:sldMkLst>
          <pc:docMk/>
          <pc:sldMk cId="901478808" sldId="268"/>
        </pc:sldMkLst>
      </pc:sldChg>
      <pc:sldChg chg="modSp del mod">
        <pc:chgData name="Robert Stewart (WW READINESS)" userId="5e4857c7-3c95-4435-bc45-4a9504427269" providerId="ADAL" clId="{E2D9EA6E-9142-4C13-B981-A98ABA73ECD7}" dt="2020-08-24T19:35:20.664" v="14" actId="47"/>
        <pc:sldMkLst>
          <pc:docMk/>
          <pc:sldMk cId="338752777" sldId="269"/>
        </pc:sldMkLst>
        <pc:picChg chg="mod">
          <ac:chgData name="Robert Stewart (WW READINESS)" userId="5e4857c7-3c95-4435-bc45-4a9504427269" providerId="ADAL" clId="{E2D9EA6E-9142-4C13-B981-A98ABA73ECD7}" dt="2020-08-24T19:35:05.530" v="12" actId="1076"/>
          <ac:picMkLst>
            <pc:docMk/>
            <pc:sldMk cId="338752777" sldId="269"/>
            <ac:picMk id="5" creationId="{7211E423-DAC5-4821-8F8C-9F3427968259}"/>
          </ac:picMkLst>
        </pc:picChg>
        <pc:picChg chg="mod">
          <ac:chgData name="Robert Stewart (WW READINESS)" userId="5e4857c7-3c95-4435-bc45-4a9504427269" providerId="ADAL" clId="{E2D9EA6E-9142-4C13-B981-A98ABA73ECD7}" dt="2020-08-24T19:34:17.220" v="10" actId="1076"/>
          <ac:picMkLst>
            <pc:docMk/>
            <pc:sldMk cId="338752777" sldId="269"/>
            <ac:picMk id="9" creationId="{5C9F9CBD-1330-4DA2-A725-2C3AA0F7B16B}"/>
          </ac:picMkLst>
        </pc:picChg>
      </pc:sldChg>
      <pc:sldChg chg="delCm">
        <pc:chgData name="Robert Stewart (WW READINESS)" userId="5e4857c7-3c95-4435-bc45-4a9504427269" providerId="ADAL" clId="{E2D9EA6E-9142-4C13-B981-A98ABA73ECD7}" dt="2020-08-24T21:03:36.447" v="30"/>
        <pc:sldMkLst>
          <pc:docMk/>
          <pc:sldMk cId="3635852913" sldId="274"/>
        </pc:sldMkLst>
      </pc:sldChg>
      <pc:sldChg chg="modSp mod">
        <pc:chgData name="Robert Stewart (WW READINESS)" userId="5e4857c7-3c95-4435-bc45-4a9504427269" providerId="ADAL" clId="{E2D9EA6E-9142-4C13-B981-A98ABA73ECD7}" dt="2020-08-24T21:03:21.121" v="22" actId="20577"/>
        <pc:sldMkLst>
          <pc:docMk/>
          <pc:sldMk cId="84060515" sldId="275"/>
        </pc:sldMkLst>
        <pc:spChg chg="mod">
          <ac:chgData name="Robert Stewart (WW READINESS)" userId="5e4857c7-3c95-4435-bc45-4a9504427269" providerId="ADAL" clId="{E2D9EA6E-9142-4C13-B981-A98ABA73ECD7}" dt="2020-08-24T21:03:21.121" v="22" actId="20577"/>
          <ac:spMkLst>
            <pc:docMk/>
            <pc:sldMk cId="84060515" sldId="275"/>
            <ac:spMk id="2" creationId="{35FF388A-DA23-47B5-B1B4-5AA1C4F44269}"/>
          </ac:spMkLst>
        </pc:spChg>
      </pc:sldChg>
      <pc:sldChg chg="del">
        <pc:chgData name="Robert Stewart (WW READINESS)" userId="5e4857c7-3c95-4435-bc45-4a9504427269" providerId="ADAL" clId="{E2D9EA6E-9142-4C13-B981-A98ABA73ECD7}" dt="2020-08-24T21:11:07.020" v="115" actId="47"/>
        <pc:sldMkLst>
          <pc:docMk/>
          <pc:sldMk cId="4246215234" sldId="280"/>
        </pc:sldMkLst>
      </pc:sldChg>
      <pc:sldChg chg="del">
        <pc:chgData name="Robert Stewart (WW READINESS)" userId="5e4857c7-3c95-4435-bc45-4a9504427269" providerId="ADAL" clId="{E2D9EA6E-9142-4C13-B981-A98ABA73ECD7}" dt="2020-08-24T21:11:26.760" v="117" actId="47"/>
        <pc:sldMkLst>
          <pc:docMk/>
          <pc:sldMk cId="3174001134" sldId="281"/>
        </pc:sldMkLst>
      </pc:sldChg>
      <pc:sldChg chg="modSp mod delCm">
        <pc:chgData name="Robert Stewart (WW READINESS)" userId="5e4857c7-3c95-4435-bc45-4a9504427269" providerId="ADAL" clId="{E2D9EA6E-9142-4C13-B981-A98ABA73ECD7}" dt="2020-08-24T21:04:21.191" v="55"/>
        <pc:sldMkLst>
          <pc:docMk/>
          <pc:sldMk cId="1208736395" sldId="283"/>
        </pc:sldMkLst>
        <pc:spChg chg="mod">
          <ac:chgData name="Robert Stewart (WW READINESS)" userId="5e4857c7-3c95-4435-bc45-4a9504427269" providerId="ADAL" clId="{E2D9EA6E-9142-4C13-B981-A98ABA73ECD7}" dt="2020-08-24T21:04:09.433" v="52" actId="6549"/>
          <ac:spMkLst>
            <pc:docMk/>
            <pc:sldMk cId="1208736395" sldId="283"/>
            <ac:spMk id="2" creationId="{FF21F12B-E6C6-4CF1-8312-1D8343AFFE69}"/>
          </ac:spMkLst>
        </pc:spChg>
      </pc:sldChg>
      <pc:sldChg chg="modSp mod delCm">
        <pc:chgData name="Robert Stewart (WW READINESS)" userId="5e4857c7-3c95-4435-bc45-4a9504427269" providerId="ADAL" clId="{E2D9EA6E-9142-4C13-B981-A98ABA73ECD7}" dt="2020-08-24T21:07:01.729" v="99"/>
        <pc:sldMkLst>
          <pc:docMk/>
          <pc:sldMk cId="474028571" sldId="284"/>
        </pc:sldMkLst>
        <pc:spChg chg="mod">
          <ac:chgData name="Robert Stewart (WW READINESS)" userId="5e4857c7-3c95-4435-bc45-4a9504427269" providerId="ADAL" clId="{E2D9EA6E-9142-4C13-B981-A98ABA73ECD7}" dt="2020-08-24T21:06:56.291" v="97" actId="6549"/>
          <ac:spMkLst>
            <pc:docMk/>
            <pc:sldMk cId="474028571" sldId="284"/>
            <ac:spMk id="2" creationId="{2C4F8039-6C38-4EF0-85F2-A923D9224100}"/>
          </ac:spMkLst>
        </pc:spChg>
      </pc:sldChg>
      <pc:sldChg chg="modSp mod delCm">
        <pc:chgData name="Robert Stewart (WW READINESS)" userId="5e4857c7-3c95-4435-bc45-4a9504427269" providerId="ADAL" clId="{E2D9EA6E-9142-4C13-B981-A98ABA73ECD7}" dt="2020-08-24T21:03:54.084" v="33"/>
        <pc:sldMkLst>
          <pc:docMk/>
          <pc:sldMk cId="3669250034" sldId="286"/>
        </pc:sldMkLst>
        <pc:spChg chg="mod">
          <ac:chgData name="Robert Stewart (WW READINESS)" userId="5e4857c7-3c95-4435-bc45-4a9504427269" providerId="ADAL" clId="{E2D9EA6E-9142-4C13-B981-A98ABA73ECD7}" dt="2020-08-24T21:03:30.260" v="29" actId="20577"/>
          <ac:spMkLst>
            <pc:docMk/>
            <pc:sldMk cId="3669250034" sldId="286"/>
            <ac:spMk id="17" creationId="{00000000-0000-0000-0000-000000000000}"/>
          </ac:spMkLst>
        </pc:spChg>
      </pc:sldChg>
      <pc:sldChg chg="delCm">
        <pc:chgData name="Robert Stewart (WW READINESS)" userId="5e4857c7-3c95-4435-bc45-4a9504427269" providerId="ADAL" clId="{E2D9EA6E-9142-4C13-B981-A98ABA73ECD7}" dt="2020-08-24T21:06:19.766" v="68"/>
        <pc:sldMkLst>
          <pc:docMk/>
          <pc:sldMk cId="3388904642" sldId="288"/>
        </pc:sldMkLst>
      </pc:sldChg>
      <pc:sldChg chg="del">
        <pc:chgData name="Robert Stewart (WW READINESS)" userId="5e4857c7-3c95-4435-bc45-4a9504427269" providerId="ADAL" clId="{E2D9EA6E-9142-4C13-B981-A98ABA73ECD7}" dt="2020-08-24T21:11:45.338" v="119" actId="47"/>
        <pc:sldMkLst>
          <pc:docMk/>
          <pc:sldMk cId="1999154968" sldId="292"/>
        </pc:sldMkLst>
      </pc:sldChg>
      <pc:sldChg chg="addSp modSp mod">
        <pc:chgData name="Robert Stewart (WW READINESS)" userId="5e4857c7-3c95-4435-bc45-4a9504427269" providerId="ADAL" clId="{E2D9EA6E-9142-4C13-B981-A98ABA73ECD7}" dt="2020-08-24T21:05:47.121" v="61" actId="1076"/>
        <pc:sldMkLst>
          <pc:docMk/>
          <pc:sldMk cId="3847535485" sldId="296"/>
        </pc:sldMkLst>
        <pc:picChg chg="add mod">
          <ac:chgData name="Robert Stewart (WW READINESS)" userId="5e4857c7-3c95-4435-bc45-4a9504427269" providerId="ADAL" clId="{E2D9EA6E-9142-4C13-B981-A98ABA73ECD7}" dt="2020-08-24T21:05:47.121" v="61" actId="1076"/>
          <ac:picMkLst>
            <pc:docMk/>
            <pc:sldMk cId="3847535485" sldId="296"/>
            <ac:picMk id="3" creationId="{E3C0EBFC-0A1F-4C7B-A22A-9CDDBA0BA71F}"/>
          </ac:picMkLst>
        </pc:picChg>
      </pc:sldChg>
      <pc:sldChg chg="addSp mod delCm">
        <pc:chgData name="Robert Stewart (WW READINESS)" userId="5e4857c7-3c95-4435-bc45-4a9504427269" providerId="ADAL" clId="{E2D9EA6E-9142-4C13-B981-A98ABA73ECD7}" dt="2020-08-24T21:06:03.577" v="64"/>
        <pc:sldMkLst>
          <pc:docMk/>
          <pc:sldMk cId="2642138507" sldId="297"/>
        </pc:sldMkLst>
        <pc:picChg chg="add">
          <ac:chgData name="Robert Stewart (WW READINESS)" userId="5e4857c7-3c95-4435-bc45-4a9504427269" providerId="ADAL" clId="{E2D9EA6E-9142-4C13-B981-A98ABA73ECD7}" dt="2020-08-24T21:05:57.203" v="62" actId="22"/>
          <ac:picMkLst>
            <pc:docMk/>
            <pc:sldMk cId="2642138507" sldId="297"/>
            <ac:picMk id="2" creationId="{A0FB79CA-8F73-44D7-B306-640C85B7621D}"/>
          </ac:picMkLst>
        </pc:picChg>
      </pc:sldChg>
      <pc:sldChg chg="addSp modSp mod">
        <pc:chgData name="Robert Stewart (WW READINESS)" userId="5e4857c7-3c95-4435-bc45-4a9504427269" providerId="ADAL" clId="{E2D9EA6E-9142-4C13-B981-A98ABA73ECD7}" dt="2020-08-24T21:06:09.150" v="66" actId="1036"/>
        <pc:sldMkLst>
          <pc:docMk/>
          <pc:sldMk cId="3691073824" sldId="298"/>
        </pc:sldMkLst>
        <pc:picChg chg="add mod">
          <ac:chgData name="Robert Stewart (WW READINESS)" userId="5e4857c7-3c95-4435-bc45-4a9504427269" providerId="ADAL" clId="{E2D9EA6E-9142-4C13-B981-A98ABA73ECD7}" dt="2020-08-24T21:06:09.150" v="66" actId="1036"/>
          <ac:picMkLst>
            <pc:docMk/>
            <pc:sldMk cId="3691073824" sldId="298"/>
            <ac:picMk id="2" creationId="{0CD51D14-8138-46B6-A9D3-732DEDD665C9}"/>
          </ac:picMkLst>
        </pc:picChg>
      </pc:sldChg>
      <pc:sldChg chg="addSp mod">
        <pc:chgData name="Robert Stewart (WW READINESS)" userId="5e4857c7-3c95-4435-bc45-4a9504427269" providerId="ADAL" clId="{E2D9EA6E-9142-4C13-B981-A98ABA73ECD7}" dt="2020-08-24T21:06:36.310" v="70" actId="22"/>
        <pc:sldMkLst>
          <pc:docMk/>
          <pc:sldMk cId="1587513377" sldId="299"/>
        </pc:sldMkLst>
        <pc:picChg chg="add">
          <ac:chgData name="Robert Stewart (WW READINESS)" userId="5e4857c7-3c95-4435-bc45-4a9504427269" providerId="ADAL" clId="{E2D9EA6E-9142-4C13-B981-A98ABA73ECD7}" dt="2020-08-24T21:06:36.310" v="70" actId="22"/>
          <ac:picMkLst>
            <pc:docMk/>
            <pc:sldMk cId="1587513377" sldId="299"/>
            <ac:picMk id="2" creationId="{A0DE1153-0FF5-4E20-8745-305EEAC39783}"/>
          </ac:picMkLst>
        </pc:picChg>
      </pc:sldChg>
      <pc:sldChg chg="addSp modSp mod">
        <pc:chgData name="Robert Stewart (WW READINESS)" userId="5e4857c7-3c95-4435-bc45-4a9504427269" providerId="ADAL" clId="{E2D9EA6E-9142-4C13-B981-A98ABA73ECD7}" dt="2020-08-24T21:07:29.194" v="102" actId="22"/>
        <pc:sldMkLst>
          <pc:docMk/>
          <pc:sldMk cId="2925395085" sldId="300"/>
        </pc:sldMkLst>
        <pc:grpChg chg="mod">
          <ac:chgData name="Robert Stewart (WW READINESS)" userId="5e4857c7-3c95-4435-bc45-4a9504427269" providerId="ADAL" clId="{E2D9EA6E-9142-4C13-B981-A98ABA73ECD7}" dt="2020-08-24T19:33:32.429" v="9" actId="1036"/>
          <ac:grpSpMkLst>
            <pc:docMk/>
            <pc:sldMk cId="2925395085" sldId="300"/>
            <ac:grpSpMk id="74" creationId="{324471E5-3E8A-4B46-8F20-DFFB661DDDCD}"/>
          </ac:grpSpMkLst>
        </pc:grpChg>
        <pc:picChg chg="add">
          <ac:chgData name="Robert Stewart (WW READINESS)" userId="5e4857c7-3c95-4435-bc45-4a9504427269" providerId="ADAL" clId="{E2D9EA6E-9142-4C13-B981-A98ABA73ECD7}" dt="2020-08-24T21:07:29.194" v="102" actId="22"/>
          <ac:picMkLst>
            <pc:docMk/>
            <pc:sldMk cId="2925395085" sldId="300"/>
            <ac:picMk id="2" creationId="{48243F0C-6F88-42C7-93EC-B717100BA5CC}"/>
          </ac:picMkLst>
        </pc:picChg>
      </pc:sldChg>
      <pc:sldChg chg="delCm">
        <pc:chgData name="Robert Stewart (WW READINESS)" userId="5e4857c7-3c95-4435-bc45-4a9504427269" providerId="ADAL" clId="{E2D9EA6E-9142-4C13-B981-A98ABA73ECD7}" dt="2020-08-24T21:11:58.591" v="122"/>
        <pc:sldMkLst>
          <pc:docMk/>
          <pc:sldMk cId="3044634792" sldId="302"/>
        </pc:sldMkLst>
      </pc:sldChg>
      <pc:sldChg chg="modSp mod">
        <pc:chgData name="Robert Stewart (WW READINESS)" userId="5e4857c7-3c95-4435-bc45-4a9504427269" providerId="ADAL" clId="{E2D9EA6E-9142-4C13-B981-A98ABA73ECD7}" dt="2020-08-24T21:07:24.836" v="101" actId="6549"/>
        <pc:sldMkLst>
          <pc:docMk/>
          <pc:sldMk cId="2214547493" sldId="303"/>
        </pc:sldMkLst>
        <pc:spChg chg="mod">
          <ac:chgData name="Robert Stewart (WW READINESS)" userId="5e4857c7-3c95-4435-bc45-4a9504427269" providerId="ADAL" clId="{E2D9EA6E-9142-4C13-B981-A98ABA73ECD7}" dt="2020-08-24T21:07:24.836" v="101" actId="6549"/>
          <ac:spMkLst>
            <pc:docMk/>
            <pc:sldMk cId="2214547493" sldId="303"/>
            <ac:spMk id="2" creationId="{B4D0CE92-1D76-4F61-8208-4BBDE2BA1DA5}"/>
          </ac:spMkLst>
        </pc:spChg>
      </pc:sldChg>
      <pc:sldChg chg="addSp delSp modSp mod">
        <pc:chgData name="Robert Stewart (WW READINESS)" userId="5e4857c7-3c95-4435-bc45-4a9504427269" providerId="ADAL" clId="{E2D9EA6E-9142-4C13-B981-A98ABA73ECD7}" dt="2020-08-24T21:10:55.355" v="114" actId="1076"/>
        <pc:sldMkLst>
          <pc:docMk/>
          <pc:sldMk cId="2968619087" sldId="305"/>
        </pc:sldMkLst>
        <pc:picChg chg="del ord">
          <ac:chgData name="Robert Stewart (WW READINESS)" userId="5e4857c7-3c95-4435-bc45-4a9504427269" providerId="ADAL" clId="{E2D9EA6E-9142-4C13-B981-A98ABA73ECD7}" dt="2020-08-24T21:07:54.716" v="103" actId="478"/>
          <ac:picMkLst>
            <pc:docMk/>
            <pc:sldMk cId="2968619087" sldId="305"/>
            <ac:picMk id="2" creationId="{2B61D957-575A-4E4F-8880-22CAF6BD8342}"/>
          </ac:picMkLst>
        </pc:picChg>
        <pc:picChg chg="mod">
          <ac:chgData name="Robert Stewart (WW READINESS)" userId="5e4857c7-3c95-4435-bc45-4a9504427269" providerId="ADAL" clId="{E2D9EA6E-9142-4C13-B981-A98ABA73ECD7}" dt="2020-08-24T21:10:42.146" v="112" actId="1076"/>
          <ac:picMkLst>
            <pc:docMk/>
            <pc:sldMk cId="2968619087" sldId="305"/>
            <ac:picMk id="4" creationId="{20DDA732-3832-48FC-BD76-D6B112163199}"/>
          </ac:picMkLst>
        </pc:picChg>
        <pc:picChg chg="add del mod">
          <ac:chgData name="Robert Stewart (WW READINESS)" userId="5e4857c7-3c95-4435-bc45-4a9504427269" providerId="ADAL" clId="{E2D9EA6E-9142-4C13-B981-A98ABA73ECD7}" dt="2020-08-24T21:10:07.390" v="105" actId="478"/>
          <ac:picMkLst>
            <pc:docMk/>
            <pc:sldMk cId="2968619087" sldId="305"/>
            <ac:picMk id="5" creationId="{6D10C380-F1CF-4B63-B817-AB77F4B7F4D6}"/>
          </ac:picMkLst>
        </pc:picChg>
        <pc:picChg chg="add mod">
          <ac:chgData name="Robert Stewart (WW READINESS)" userId="5e4857c7-3c95-4435-bc45-4a9504427269" providerId="ADAL" clId="{E2D9EA6E-9142-4C13-B981-A98ABA73ECD7}" dt="2020-08-24T21:10:29.842" v="110" actId="1076"/>
          <ac:picMkLst>
            <pc:docMk/>
            <pc:sldMk cId="2968619087" sldId="305"/>
            <ac:picMk id="9" creationId="{6C5AB806-BA5A-4198-BDBC-996D1200695D}"/>
          </ac:picMkLst>
        </pc:picChg>
        <pc:picChg chg="add mod">
          <ac:chgData name="Robert Stewart (WW READINESS)" userId="5e4857c7-3c95-4435-bc45-4a9504427269" providerId="ADAL" clId="{E2D9EA6E-9142-4C13-B981-A98ABA73ECD7}" dt="2020-08-24T21:10:55.355" v="114" actId="1076"/>
          <ac:picMkLst>
            <pc:docMk/>
            <pc:sldMk cId="2968619087" sldId="305"/>
            <ac:picMk id="11" creationId="{817595AD-4F7A-4163-935E-4C54BF86DE9A}"/>
          </ac:picMkLst>
        </pc:picChg>
      </pc:sldChg>
      <pc:sldChg chg="delCm">
        <pc:chgData name="Robert Stewart (WW READINESS)" userId="5e4857c7-3c95-4435-bc45-4a9504427269" providerId="ADAL" clId="{E2D9EA6E-9142-4C13-B981-A98ABA73ECD7}" dt="2020-08-24T21:11:18.407" v="116"/>
        <pc:sldMkLst>
          <pc:docMk/>
          <pc:sldMk cId="1427441620" sldId="306"/>
        </pc:sldMkLst>
      </pc:sldChg>
      <pc:sldChg chg="delCm">
        <pc:chgData name="Robert Stewart (WW READINESS)" userId="5e4857c7-3c95-4435-bc45-4a9504427269" providerId="ADAL" clId="{E2D9EA6E-9142-4C13-B981-A98ABA73ECD7}" dt="2020-08-24T21:11:35.720" v="118"/>
        <pc:sldMkLst>
          <pc:docMk/>
          <pc:sldMk cId="3627317258" sldId="307"/>
        </pc:sldMkLst>
      </pc:sldChg>
    </pc:docChg>
  </pc:docChgLst>
  <pc:docChgLst>
    <pc:chgData name="Loraine Lawrence" userId="S::lola@microsoft.com::c109b8d4-b149-45d2-a7f3-2c9c01468533" providerId="AD" clId="Web-{61E61EBE-2BEA-5EFE-699A-BC776432C759}"/>
    <pc:docChg chg="modSld">
      <pc:chgData name="Loraine Lawrence" userId="S::lola@microsoft.com::c109b8d4-b149-45d2-a7f3-2c9c01468533" providerId="AD" clId="Web-{61E61EBE-2BEA-5EFE-699A-BC776432C759}" dt="2020-08-25T03:24:11.595" v="17" actId="20577"/>
      <pc:docMkLst>
        <pc:docMk/>
      </pc:docMkLst>
      <pc:sldChg chg="modSp">
        <pc:chgData name="Loraine Lawrence" userId="S::lola@microsoft.com::c109b8d4-b149-45d2-a7f3-2c9c01468533" providerId="AD" clId="Web-{61E61EBE-2BEA-5EFE-699A-BC776432C759}" dt="2020-08-25T02:34:58.104" v="2" actId="20577"/>
        <pc:sldMkLst>
          <pc:docMk/>
          <pc:sldMk cId="880436157" sldId="287"/>
        </pc:sldMkLst>
        <pc:spChg chg="mod">
          <ac:chgData name="Loraine Lawrence" userId="S::lola@microsoft.com::c109b8d4-b149-45d2-a7f3-2c9c01468533" providerId="AD" clId="Web-{61E61EBE-2BEA-5EFE-699A-BC776432C759}" dt="2020-08-25T02:34:58.104" v="2" actId="20577"/>
          <ac:spMkLst>
            <pc:docMk/>
            <pc:sldMk cId="880436157" sldId="287"/>
            <ac:spMk id="3" creationId="{D9B7E699-8A7B-44B9-87EE-C5ED24A8C217}"/>
          </ac:spMkLst>
        </pc:spChg>
      </pc:sldChg>
      <pc:sldChg chg="modSp">
        <pc:chgData name="Loraine Lawrence" userId="S::lola@microsoft.com::c109b8d4-b149-45d2-a7f3-2c9c01468533" providerId="AD" clId="Web-{61E61EBE-2BEA-5EFE-699A-BC776432C759}" dt="2020-08-25T03:24:11.595" v="16" actId="20577"/>
        <pc:sldMkLst>
          <pc:docMk/>
          <pc:sldMk cId="3326726220" sldId="290"/>
        </pc:sldMkLst>
        <pc:spChg chg="mod">
          <ac:chgData name="Loraine Lawrence" userId="S::lola@microsoft.com::c109b8d4-b149-45d2-a7f3-2c9c01468533" providerId="AD" clId="Web-{61E61EBE-2BEA-5EFE-699A-BC776432C759}" dt="2020-08-25T03:24:11.595" v="16" actId="20577"/>
          <ac:spMkLst>
            <pc:docMk/>
            <pc:sldMk cId="3326726220" sldId="290"/>
            <ac:spMk id="3" creationId="{D9B7E699-8A7B-44B9-87EE-C5ED24A8C217}"/>
          </ac:spMkLst>
        </pc:spChg>
      </pc:sldChg>
      <pc:sldChg chg="modSp">
        <pc:chgData name="Loraine Lawrence" userId="S::lola@microsoft.com::c109b8d4-b149-45d2-a7f3-2c9c01468533" providerId="AD" clId="Web-{61E61EBE-2BEA-5EFE-699A-BC776432C759}" dt="2020-08-25T02:56:12.623" v="7" actId="20577"/>
        <pc:sldMkLst>
          <pc:docMk/>
          <pc:sldMk cId="2642138507" sldId="297"/>
        </pc:sldMkLst>
        <pc:spChg chg="mod">
          <ac:chgData name="Loraine Lawrence" userId="S::lola@microsoft.com::c109b8d4-b149-45d2-a7f3-2c9c01468533" providerId="AD" clId="Web-{61E61EBE-2BEA-5EFE-699A-BC776432C759}" dt="2020-08-25T02:56:12.623" v="7" actId="20577"/>
          <ac:spMkLst>
            <pc:docMk/>
            <pc:sldMk cId="2642138507" sldId="297"/>
            <ac:spMk id="17" creationId="{00000000-0000-0000-0000-000000000000}"/>
          </ac:spMkLst>
        </pc:spChg>
      </pc:sldChg>
      <pc:sldChg chg="modSp">
        <pc:chgData name="Loraine Lawrence" userId="S::lola@microsoft.com::c109b8d4-b149-45d2-a7f3-2c9c01468533" providerId="AD" clId="Web-{61E61EBE-2BEA-5EFE-699A-BC776432C759}" dt="2020-08-25T03:15:10.095" v="8" actId="20577"/>
        <pc:sldMkLst>
          <pc:docMk/>
          <pc:sldMk cId="3691073824" sldId="298"/>
        </pc:sldMkLst>
        <pc:spChg chg="mod">
          <ac:chgData name="Loraine Lawrence" userId="S::lola@microsoft.com::c109b8d4-b149-45d2-a7f3-2c9c01468533" providerId="AD" clId="Web-{61E61EBE-2BEA-5EFE-699A-BC776432C759}" dt="2020-08-25T03:15:10.095" v="8" actId="20577"/>
          <ac:spMkLst>
            <pc:docMk/>
            <pc:sldMk cId="3691073824" sldId="298"/>
            <ac:spMk id="17" creationId="{00000000-0000-0000-0000-000000000000}"/>
          </ac:spMkLst>
        </pc:spChg>
      </pc:sldChg>
      <pc:sldChg chg="modSp">
        <pc:chgData name="Loraine Lawrence" userId="S::lola@microsoft.com::c109b8d4-b149-45d2-a7f3-2c9c01468533" providerId="AD" clId="Web-{61E61EBE-2BEA-5EFE-699A-BC776432C759}" dt="2020-08-25T03:20:30.199" v="11" actId="20577"/>
        <pc:sldMkLst>
          <pc:docMk/>
          <pc:sldMk cId="3044634792" sldId="302"/>
        </pc:sldMkLst>
        <pc:spChg chg="mod">
          <ac:chgData name="Loraine Lawrence" userId="S::lola@microsoft.com::c109b8d4-b149-45d2-a7f3-2c9c01468533" providerId="AD" clId="Web-{61E61EBE-2BEA-5EFE-699A-BC776432C759}" dt="2020-08-25T03:20:30.199" v="11" actId="20577"/>
          <ac:spMkLst>
            <pc:docMk/>
            <pc:sldMk cId="3044634792" sldId="302"/>
            <ac:spMk id="9" creationId="{889B922C-71E2-4868-B986-02EC5DF08368}"/>
          </ac:spMkLst>
        </pc:spChg>
      </pc:sldChg>
      <pc:sldChg chg="modSp">
        <pc:chgData name="Loraine Lawrence" userId="S::lola@microsoft.com::c109b8d4-b149-45d2-a7f3-2c9c01468533" providerId="AD" clId="Web-{61E61EBE-2BEA-5EFE-699A-BC776432C759}" dt="2020-08-25T03:20:35.339" v="13" actId="14100"/>
        <pc:sldMkLst>
          <pc:docMk/>
          <pc:sldMk cId="3349479329" sldId="304"/>
        </pc:sldMkLst>
        <pc:picChg chg="mod">
          <ac:chgData name="Loraine Lawrence" userId="S::lola@microsoft.com::c109b8d4-b149-45d2-a7f3-2c9c01468533" providerId="AD" clId="Web-{61E61EBE-2BEA-5EFE-699A-BC776432C759}" dt="2020-08-25T03:20:35.339" v="13" actId="14100"/>
          <ac:picMkLst>
            <pc:docMk/>
            <pc:sldMk cId="3349479329" sldId="304"/>
            <ac:picMk id="1026" creationId="{68AAA998-FDAD-4A33-B25E-1F1E1901564B}"/>
          </ac:picMkLst>
        </pc:picChg>
      </pc:sldChg>
    </pc:docChg>
  </pc:docChgLst>
  <pc:docChgLst>
    <pc:chgData name="Chelsea Lee" userId="S::chellee@microsoft.com::46fc34eb-22bd-40a0-b470-e1f05eedf781" providerId="AD" clId="Web-{3A33F572-1CC8-7D49-4CA7-AF546E1ACB19}"/>
    <pc:docChg chg="modSld">
      <pc:chgData name="Chelsea Lee" userId="S::chellee@microsoft.com::46fc34eb-22bd-40a0-b470-e1f05eedf781" providerId="AD" clId="Web-{3A33F572-1CC8-7D49-4CA7-AF546E1ACB19}" dt="2020-08-24T23:47:52.272" v="2" actId="1076"/>
      <pc:docMkLst>
        <pc:docMk/>
      </pc:docMkLst>
      <pc:sldChg chg="modSp">
        <pc:chgData name="Chelsea Lee" userId="S::chellee@microsoft.com::46fc34eb-22bd-40a0-b470-e1f05eedf781" providerId="AD" clId="Web-{3A33F572-1CC8-7D49-4CA7-AF546E1ACB19}" dt="2020-08-24T23:47:52.272" v="2" actId="1076"/>
        <pc:sldMkLst>
          <pc:docMk/>
          <pc:sldMk cId="2925395085" sldId="300"/>
        </pc:sldMkLst>
        <pc:spChg chg="mod">
          <ac:chgData name="Chelsea Lee" userId="S::chellee@microsoft.com::46fc34eb-22bd-40a0-b470-e1f05eedf781" providerId="AD" clId="Web-{3A33F572-1CC8-7D49-4CA7-AF546E1ACB19}" dt="2020-08-24T23:47:52.272" v="2" actId="1076"/>
          <ac:spMkLst>
            <pc:docMk/>
            <pc:sldMk cId="2925395085" sldId="300"/>
            <ac:spMk id="36" creationId="{0B63F06B-36BD-4B03-A91A-A4911ABF52F5}"/>
          </ac:spMkLst>
        </pc:spChg>
        <pc:picChg chg="mod">
          <ac:chgData name="Chelsea Lee" userId="S::chellee@microsoft.com::46fc34eb-22bd-40a0-b470-e1f05eedf781" providerId="AD" clId="Web-{3A33F572-1CC8-7D49-4CA7-AF546E1ACB19}" dt="2020-08-24T23:47:43.568" v="1" actId="1076"/>
          <ac:picMkLst>
            <pc:docMk/>
            <pc:sldMk cId="2925395085" sldId="300"/>
            <ac:picMk id="37" creationId="{698A36FD-A495-4345-AB6E-8A203D2A94A7}"/>
          </ac:picMkLst>
        </pc:picChg>
      </pc:sldChg>
    </pc:docChg>
  </pc:docChgLst>
  <pc:docChgLst>
    <pc:chgData name="Randall Knapp" userId="74ea0623-5566-46b8-aaec-92be6d3224e1" providerId="ADAL" clId="{11F8B89C-2EE3-4F9D-98C6-DF547F7D5F44}"/>
    <pc:docChg chg="custSel modSld">
      <pc:chgData name="Randall Knapp" userId="74ea0623-5566-46b8-aaec-92be6d3224e1" providerId="ADAL" clId="{11F8B89C-2EE3-4F9D-98C6-DF547F7D5F44}" dt="2020-08-21T19:04:53.155" v="0" actId="700"/>
      <pc:docMkLst>
        <pc:docMk/>
      </pc:docMkLst>
      <pc:sldChg chg="addSp delSp modSp mod modClrScheme chgLayout">
        <pc:chgData name="Randall Knapp" userId="74ea0623-5566-46b8-aaec-92be6d3224e1" providerId="ADAL" clId="{11F8B89C-2EE3-4F9D-98C6-DF547F7D5F44}" dt="2020-08-21T19:04:53.155" v="0" actId="700"/>
        <pc:sldMkLst>
          <pc:docMk/>
          <pc:sldMk cId="3635852913" sldId="274"/>
        </pc:sldMkLst>
        <pc:spChg chg="del mod ord">
          <ac:chgData name="Randall Knapp" userId="74ea0623-5566-46b8-aaec-92be6d3224e1" providerId="ADAL" clId="{11F8B89C-2EE3-4F9D-98C6-DF547F7D5F44}" dt="2020-08-21T19:04:53.155" v="0" actId="700"/>
          <ac:spMkLst>
            <pc:docMk/>
            <pc:sldMk cId="3635852913" sldId="274"/>
            <ac:spMk id="2" creationId="{D7F4E911-8CA9-41EE-BB79-2999F33A6467}"/>
          </ac:spMkLst>
        </pc:spChg>
        <pc:spChg chg="add mod ord">
          <ac:chgData name="Randall Knapp" userId="74ea0623-5566-46b8-aaec-92be6d3224e1" providerId="ADAL" clId="{11F8B89C-2EE3-4F9D-98C6-DF547F7D5F44}" dt="2020-08-21T19:04:53.155" v="0" actId="700"/>
          <ac:spMkLst>
            <pc:docMk/>
            <pc:sldMk cId="3635852913" sldId="274"/>
            <ac:spMk id="3" creationId="{93BC6D23-C756-4150-8E42-6B8548EF7F40}"/>
          </ac:spMkLst>
        </pc:spChg>
        <pc:spChg chg="mod ord">
          <ac:chgData name="Randall Knapp" userId="74ea0623-5566-46b8-aaec-92be6d3224e1" providerId="ADAL" clId="{11F8B89C-2EE3-4F9D-98C6-DF547F7D5F44}" dt="2020-08-21T19:04:53.155" v="0" actId="700"/>
          <ac:spMkLst>
            <pc:docMk/>
            <pc:sldMk cId="3635852913" sldId="274"/>
            <ac:spMk id="4" creationId="{00000000-0000-0000-0000-000000000000}"/>
          </ac:spMkLst>
        </pc:spChg>
      </pc:sldChg>
    </pc:docChg>
  </pc:docChgLst>
  <pc:docChgLst>
    <pc:chgData name="Robert Stewart (WW READINESS)" userId="5e4857c7-3c95-4435-bc45-4a9504427269" providerId="ADAL" clId="{D4433442-9399-4577-951E-8F98A64BB585}"/>
    <pc:docChg chg="undo custSel modSld">
      <pc:chgData name="Robert Stewart (WW READINESS)" userId="5e4857c7-3c95-4435-bc45-4a9504427269" providerId="ADAL" clId="{D4433442-9399-4577-951E-8F98A64BB585}" dt="2020-08-25T21:14:06.614" v="233" actId="1036"/>
      <pc:docMkLst>
        <pc:docMk/>
      </pc:docMkLst>
      <pc:sldChg chg="addSp delSp modSp mod">
        <pc:chgData name="Robert Stewart (WW READINESS)" userId="5e4857c7-3c95-4435-bc45-4a9504427269" providerId="ADAL" clId="{D4433442-9399-4577-951E-8F98A64BB585}" dt="2020-08-25T21:10:18.398" v="1" actId="22"/>
        <pc:sldMkLst>
          <pc:docMk/>
          <pc:sldMk cId="3669250034" sldId="286"/>
        </pc:sldMkLst>
        <pc:cxnChg chg="add del mod">
          <ac:chgData name="Robert Stewart (WW READINESS)" userId="5e4857c7-3c95-4435-bc45-4a9504427269" providerId="ADAL" clId="{D4433442-9399-4577-951E-8F98A64BB585}" dt="2020-08-25T21:10:18.398" v="1" actId="22"/>
          <ac:cxnSpMkLst>
            <pc:docMk/>
            <pc:sldMk cId="3669250034" sldId="286"/>
            <ac:cxnSpMk id="2" creationId="{4688EE28-6A23-4DFE-BBA9-D8EFC6A87A1C}"/>
          </ac:cxnSpMkLst>
        </pc:cxnChg>
      </pc:sldChg>
      <pc:sldChg chg="addSp delSp modSp mod">
        <pc:chgData name="Robert Stewart (WW READINESS)" userId="5e4857c7-3c95-4435-bc45-4a9504427269" providerId="ADAL" clId="{D4433442-9399-4577-951E-8F98A64BB585}" dt="2020-08-25T21:11:05.862" v="61" actId="478"/>
        <pc:sldMkLst>
          <pc:docMk/>
          <pc:sldMk cId="2424144487" sldId="295"/>
        </pc:sldMkLst>
        <pc:spChg chg="mod">
          <ac:chgData name="Robert Stewart (WW READINESS)" userId="5e4857c7-3c95-4435-bc45-4a9504427269" providerId="ADAL" clId="{D4433442-9399-4577-951E-8F98A64BB585}" dt="2020-08-25T21:10:38.625" v="60" actId="1036"/>
          <ac:spMkLst>
            <pc:docMk/>
            <pc:sldMk cId="2424144487" sldId="295"/>
            <ac:spMk id="3" creationId="{FF78A544-B5ED-49D0-A8CC-69D9EF2B64FA}"/>
          </ac:spMkLst>
        </pc:spChg>
        <pc:spChg chg="mod">
          <ac:chgData name="Robert Stewart (WW READINESS)" userId="5e4857c7-3c95-4435-bc45-4a9504427269" providerId="ADAL" clId="{D4433442-9399-4577-951E-8F98A64BB585}" dt="2020-08-25T21:10:38.625" v="60" actId="1036"/>
          <ac:spMkLst>
            <pc:docMk/>
            <pc:sldMk cId="2424144487" sldId="295"/>
            <ac:spMk id="17" creationId="{00000000-0000-0000-0000-000000000000}"/>
          </ac:spMkLst>
        </pc:spChg>
        <pc:grpChg chg="mod">
          <ac:chgData name="Robert Stewart (WW READINESS)" userId="5e4857c7-3c95-4435-bc45-4a9504427269" providerId="ADAL" clId="{D4433442-9399-4577-951E-8F98A64BB585}" dt="2020-08-25T21:10:38.625" v="60" actId="1036"/>
          <ac:grpSpMkLst>
            <pc:docMk/>
            <pc:sldMk cId="2424144487" sldId="295"/>
            <ac:grpSpMk id="4" creationId="{5CC6A208-BE01-47E6-8388-83822B196C18}"/>
          </ac:grpSpMkLst>
        </pc:grpChg>
        <pc:grpChg chg="mod">
          <ac:chgData name="Robert Stewart (WW READINESS)" userId="5e4857c7-3c95-4435-bc45-4a9504427269" providerId="ADAL" clId="{D4433442-9399-4577-951E-8F98A64BB585}" dt="2020-08-25T21:10:38.625" v="60" actId="1036"/>
          <ac:grpSpMkLst>
            <pc:docMk/>
            <pc:sldMk cId="2424144487" sldId="295"/>
            <ac:grpSpMk id="6" creationId="{EA9EBC42-F8C4-48A9-8D5C-C4FCE2ED08EB}"/>
          </ac:grpSpMkLst>
        </pc:grpChg>
        <pc:grpChg chg="mod">
          <ac:chgData name="Robert Stewart (WW READINESS)" userId="5e4857c7-3c95-4435-bc45-4a9504427269" providerId="ADAL" clId="{D4433442-9399-4577-951E-8F98A64BB585}" dt="2020-08-25T21:10:38.625" v="60" actId="1036"/>
          <ac:grpSpMkLst>
            <pc:docMk/>
            <pc:sldMk cId="2424144487" sldId="295"/>
            <ac:grpSpMk id="7" creationId="{8E5C5A40-22F0-492C-AE9D-A53AEABF79DA}"/>
          </ac:grpSpMkLst>
        </pc:grpChg>
        <pc:cxnChg chg="add del mod">
          <ac:chgData name="Robert Stewart (WW READINESS)" userId="5e4857c7-3c95-4435-bc45-4a9504427269" providerId="ADAL" clId="{D4433442-9399-4577-951E-8F98A64BB585}" dt="2020-08-25T21:11:05.862" v="61" actId="478"/>
          <ac:cxnSpMkLst>
            <pc:docMk/>
            <pc:sldMk cId="2424144487" sldId="295"/>
            <ac:cxnSpMk id="2" creationId="{711FD7B2-D481-4435-B86A-D37D28651F8C}"/>
          </ac:cxnSpMkLst>
        </pc:cxnChg>
      </pc:sldChg>
      <pc:sldChg chg="addSp delSp modSp mod">
        <pc:chgData name="Robert Stewart (WW READINESS)" userId="5e4857c7-3c95-4435-bc45-4a9504427269" providerId="ADAL" clId="{D4433442-9399-4577-951E-8F98A64BB585}" dt="2020-08-25T21:11:10.202" v="63" actId="22"/>
        <pc:sldMkLst>
          <pc:docMk/>
          <pc:sldMk cId="3847535485" sldId="296"/>
        </pc:sldMkLst>
        <pc:cxnChg chg="add del mod">
          <ac:chgData name="Robert Stewart (WW READINESS)" userId="5e4857c7-3c95-4435-bc45-4a9504427269" providerId="ADAL" clId="{D4433442-9399-4577-951E-8F98A64BB585}" dt="2020-08-25T21:11:10.202" v="63" actId="22"/>
          <ac:cxnSpMkLst>
            <pc:docMk/>
            <pc:sldMk cId="3847535485" sldId="296"/>
            <ac:cxnSpMk id="2" creationId="{974204CA-F821-417E-A814-69440685E19A}"/>
          </ac:cxnSpMkLst>
        </pc:cxnChg>
      </pc:sldChg>
      <pc:sldChg chg="addSp delSp modSp mod">
        <pc:chgData name="Robert Stewart (WW READINESS)" userId="5e4857c7-3c95-4435-bc45-4a9504427269" providerId="ADAL" clId="{D4433442-9399-4577-951E-8F98A64BB585}" dt="2020-08-25T21:11:36.074" v="88" actId="478"/>
        <pc:sldMkLst>
          <pc:docMk/>
          <pc:sldMk cId="2642138507" sldId="297"/>
        </pc:sldMkLst>
        <pc:grpChg chg="mod">
          <ac:chgData name="Robert Stewart (WW READINESS)" userId="5e4857c7-3c95-4435-bc45-4a9504427269" providerId="ADAL" clId="{D4433442-9399-4577-951E-8F98A64BB585}" dt="2020-08-25T21:11:23.424" v="87" actId="1036"/>
          <ac:grpSpMkLst>
            <pc:docMk/>
            <pc:sldMk cId="2642138507" sldId="297"/>
            <ac:grpSpMk id="8" creationId="{5F235B2A-66DF-49FC-BEB7-08A89BE98DD6}"/>
          </ac:grpSpMkLst>
        </pc:grpChg>
        <pc:grpChg chg="mod">
          <ac:chgData name="Robert Stewart (WW READINESS)" userId="5e4857c7-3c95-4435-bc45-4a9504427269" providerId="ADAL" clId="{D4433442-9399-4577-951E-8F98A64BB585}" dt="2020-08-25T21:11:23.424" v="87" actId="1036"/>
          <ac:grpSpMkLst>
            <pc:docMk/>
            <pc:sldMk cId="2642138507" sldId="297"/>
            <ac:grpSpMk id="11" creationId="{54DAB787-8206-4DCC-BC7C-A56A26517A28}"/>
          </ac:grpSpMkLst>
        </pc:grpChg>
        <pc:grpChg chg="mod">
          <ac:chgData name="Robert Stewart (WW READINESS)" userId="5e4857c7-3c95-4435-bc45-4a9504427269" providerId="ADAL" clId="{D4433442-9399-4577-951E-8F98A64BB585}" dt="2020-08-25T21:11:23.424" v="87" actId="1036"/>
          <ac:grpSpMkLst>
            <pc:docMk/>
            <pc:sldMk cId="2642138507" sldId="297"/>
            <ac:grpSpMk id="14" creationId="{F7EF8FD5-B495-4EB9-B4ED-941BDF4B8961}"/>
          </ac:grpSpMkLst>
        </pc:grpChg>
        <pc:cxnChg chg="add del mod">
          <ac:chgData name="Robert Stewart (WW READINESS)" userId="5e4857c7-3c95-4435-bc45-4a9504427269" providerId="ADAL" clId="{D4433442-9399-4577-951E-8F98A64BB585}" dt="2020-08-25T21:11:36.074" v="88" actId="478"/>
          <ac:cxnSpMkLst>
            <pc:docMk/>
            <pc:sldMk cId="2642138507" sldId="297"/>
            <ac:cxnSpMk id="3" creationId="{DA9E368A-F532-464A-9B79-12BD256010B9}"/>
          </ac:cxnSpMkLst>
        </pc:cxnChg>
      </pc:sldChg>
      <pc:sldChg chg="addSp delSp modSp mod">
        <pc:chgData name="Robert Stewart (WW READINESS)" userId="5e4857c7-3c95-4435-bc45-4a9504427269" providerId="ADAL" clId="{D4433442-9399-4577-951E-8F98A64BB585}" dt="2020-08-25T21:11:42.195" v="90" actId="22"/>
        <pc:sldMkLst>
          <pc:docMk/>
          <pc:sldMk cId="3691073824" sldId="298"/>
        </pc:sldMkLst>
        <pc:cxnChg chg="add del mod">
          <ac:chgData name="Robert Stewart (WW READINESS)" userId="5e4857c7-3c95-4435-bc45-4a9504427269" providerId="ADAL" clId="{D4433442-9399-4577-951E-8F98A64BB585}" dt="2020-08-25T21:11:42.195" v="90" actId="22"/>
          <ac:cxnSpMkLst>
            <pc:docMk/>
            <pc:sldMk cId="3691073824" sldId="298"/>
            <ac:cxnSpMk id="3" creationId="{A7456623-62D7-4C10-86F0-7559DAF3F66F}"/>
          </ac:cxnSpMkLst>
        </pc:cxnChg>
      </pc:sldChg>
      <pc:sldChg chg="addSp delSp modSp mod">
        <pc:chgData name="Robert Stewart (WW READINESS)" userId="5e4857c7-3c95-4435-bc45-4a9504427269" providerId="ADAL" clId="{D4433442-9399-4577-951E-8F98A64BB585}" dt="2020-08-25T21:12:02.941" v="107" actId="478"/>
        <pc:sldMkLst>
          <pc:docMk/>
          <pc:sldMk cId="1587513377" sldId="299"/>
        </pc:sldMkLst>
        <pc:spChg chg="mod">
          <ac:chgData name="Robert Stewart (WW READINESS)" userId="5e4857c7-3c95-4435-bc45-4a9504427269" providerId="ADAL" clId="{D4433442-9399-4577-951E-8F98A64BB585}" dt="2020-08-25T21:11:57.322" v="106" actId="1035"/>
          <ac:spMkLst>
            <pc:docMk/>
            <pc:sldMk cId="1587513377" sldId="299"/>
            <ac:spMk id="17" creationId="{00000000-0000-0000-0000-000000000000}"/>
          </ac:spMkLst>
        </pc:spChg>
        <pc:grpChg chg="mod">
          <ac:chgData name="Robert Stewart (WW READINESS)" userId="5e4857c7-3c95-4435-bc45-4a9504427269" providerId="ADAL" clId="{D4433442-9399-4577-951E-8F98A64BB585}" dt="2020-08-25T21:11:57.322" v="106" actId="1035"/>
          <ac:grpSpMkLst>
            <pc:docMk/>
            <pc:sldMk cId="1587513377" sldId="299"/>
            <ac:grpSpMk id="16" creationId="{BB5B7098-DCC9-43F2-B9E8-B772BF455BE5}"/>
          </ac:grpSpMkLst>
        </pc:grpChg>
        <pc:grpChg chg="mod">
          <ac:chgData name="Robert Stewart (WW READINESS)" userId="5e4857c7-3c95-4435-bc45-4a9504427269" providerId="ADAL" clId="{D4433442-9399-4577-951E-8F98A64BB585}" dt="2020-08-25T21:11:57.322" v="106" actId="1035"/>
          <ac:grpSpMkLst>
            <pc:docMk/>
            <pc:sldMk cId="1587513377" sldId="299"/>
            <ac:grpSpMk id="21" creationId="{2348C96D-B55F-4FD5-A584-16F21DD75CA7}"/>
          </ac:grpSpMkLst>
        </pc:grpChg>
        <pc:grpChg chg="mod">
          <ac:chgData name="Robert Stewart (WW READINESS)" userId="5e4857c7-3c95-4435-bc45-4a9504427269" providerId="ADAL" clId="{D4433442-9399-4577-951E-8F98A64BB585}" dt="2020-08-25T21:11:57.322" v="106" actId="1035"/>
          <ac:grpSpMkLst>
            <pc:docMk/>
            <pc:sldMk cId="1587513377" sldId="299"/>
            <ac:grpSpMk id="22" creationId="{D08733A0-E944-4170-A6C5-08CCB372876F}"/>
          </ac:grpSpMkLst>
        </pc:grpChg>
        <pc:grpChg chg="mod">
          <ac:chgData name="Robert Stewart (WW READINESS)" userId="5e4857c7-3c95-4435-bc45-4a9504427269" providerId="ADAL" clId="{D4433442-9399-4577-951E-8F98A64BB585}" dt="2020-08-25T21:11:57.322" v="106" actId="1035"/>
          <ac:grpSpMkLst>
            <pc:docMk/>
            <pc:sldMk cId="1587513377" sldId="299"/>
            <ac:grpSpMk id="23" creationId="{82D090D9-AC1B-4C70-98D1-5F92943D81C1}"/>
          </ac:grpSpMkLst>
        </pc:grpChg>
        <pc:cxnChg chg="add del mod">
          <ac:chgData name="Robert Stewart (WW READINESS)" userId="5e4857c7-3c95-4435-bc45-4a9504427269" providerId="ADAL" clId="{D4433442-9399-4577-951E-8F98A64BB585}" dt="2020-08-25T21:12:02.941" v="107" actId="478"/>
          <ac:cxnSpMkLst>
            <pc:docMk/>
            <pc:sldMk cId="1587513377" sldId="299"/>
            <ac:cxnSpMk id="3" creationId="{C8409181-E3B5-4F48-AD7E-4BB4D1187B45}"/>
          </ac:cxnSpMkLst>
        </pc:cxnChg>
      </pc:sldChg>
      <pc:sldChg chg="addSp delSp modSp mod">
        <pc:chgData name="Robert Stewart (WW READINESS)" userId="5e4857c7-3c95-4435-bc45-4a9504427269" providerId="ADAL" clId="{D4433442-9399-4577-951E-8F98A64BB585}" dt="2020-08-25T21:12:34.357" v="131" actId="478"/>
        <pc:sldMkLst>
          <pc:docMk/>
          <pc:sldMk cId="2925395085" sldId="300"/>
        </pc:sldMkLst>
        <pc:spChg chg="mod">
          <ac:chgData name="Robert Stewart (WW READINESS)" userId="5e4857c7-3c95-4435-bc45-4a9504427269" providerId="ADAL" clId="{D4433442-9399-4577-951E-8F98A64BB585}" dt="2020-08-25T21:12:25.067" v="130" actId="1036"/>
          <ac:spMkLst>
            <pc:docMk/>
            <pc:sldMk cId="2925395085" sldId="300"/>
            <ac:spMk id="17" creationId="{00000000-0000-0000-0000-000000000000}"/>
          </ac:spMkLst>
        </pc:spChg>
        <pc:grpChg chg="mod">
          <ac:chgData name="Robert Stewart (WW READINESS)" userId="5e4857c7-3c95-4435-bc45-4a9504427269" providerId="ADAL" clId="{D4433442-9399-4577-951E-8F98A64BB585}" dt="2020-08-25T21:12:25.067" v="130" actId="1036"/>
          <ac:grpSpMkLst>
            <pc:docMk/>
            <pc:sldMk cId="2925395085" sldId="300"/>
            <ac:grpSpMk id="74" creationId="{324471E5-3E8A-4B46-8F20-DFFB661DDDCD}"/>
          </ac:grpSpMkLst>
        </pc:grpChg>
        <pc:cxnChg chg="add del mod">
          <ac:chgData name="Robert Stewart (WW READINESS)" userId="5e4857c7-3c95-4435-bc45-4a9504427269" providerId="ADAL" clId="{D4433442-9399-4577-951E-8F98A64BB585}" dt="2020-08-25T21:12:34.357" v="131" actId="478"/>
          <ac:cxnSpMkLst>
            <pc:docMk/>
            <pc:sldMk cId="2925395085" sldId="300"/>
            <ac:cxnSpMk id="3" creationId="{1B955AC7-062F-4165-84EC-04BBFB9CF2BF}"/>
          </ac:cxnSpMkLst>
        </pc:cxnChg>
      </pc:sldChg>
      <pc:sldChg chg="modSp mod">
        <pc:chgData name="Robert Stewart (WW READINESS)" userId="5e4857c7-3c95-4435-bc45-4a9504427269" providerId="ADAL" clId="{D4433442-9399-4577-951E-8F98A64BB585}" dt="2020-08-25T21:14:06.614" v="233" actId="1036"/>
        <pc:sldMkLst>
          <pc:docMk/>
          <pc:sldMk cId="1465787407" sldId="301"/>
        </pc:sldMkLst>
        <pc:spChg chg="mod">
          <ac:chgData name="Robert Stewart (WW READINESS)" userId="5e4857c7-3c95-4435-bc45-4a9504427269" providerId="ADAL" clId="{D4433442-9399-4577-951E-8F98A64BB585}" dt="2020-08-25T21:14:06.614" v="233" actId="1036"/>
          <ac:spMkLst>
            <pc:docMk/>
            <pc:sldMk cId="1465787407" sldId="301"/>
            <ac:spMk id="12" creationId="{7D499B12-E135-4D51-B2C6-1AA1C6D8AFE6}"/>
          </ac:spMkLst>
        </pc:spChg>
        <pc:picChg chg="mod">
          <ac:chgData name="Robert Stewart (WW READINESS)" userId="5e4857c7-3c95-4435-bc45-4a9504427269" providerId="ADAL" clId="{D4433442-9399-4577-951E-8F98A64BB585}" dt="2020-08-25T21:14:06.614" v="233" actId="1036"/>
          <ac:picMkLst>
            <pc:docMk/>
            <pc:sldMk cId="1465787407" sldId="301"/>
            <ac:picMk id="6" creationId="{57D604B5-314A-42DC-8473-178D0D294978}"/>
          </ac:picMkLst>
        </pc:picChg>
        <pc:picChg chg="mod">
          <ac:chgData name="Robert Stewart (WW READINESS)" userId="5e4857c7-3c95-4435-bc45-4a9504427269" providerId="ADAL" clId="{D4433442-9399-4577-951E-8F98A64BB585}" dt="2020-08-25T21:14:06.614" v="233" actId="1036"/>
          <ac:picMkLst>
            <pc:docMk/>
            <pc:sldMk cId="1465787407" sldId="301"/>
            <ac:picMk id="11" creationId="{E508C814-1FA1-41D2-8120-0784BFAB60C0}"/>
          </ac:picMkLst>
        </pc:picChg>
      </pc:sldChg>
      <pc:sldChg chg="addSp delSp modSp mod">
        <pc:chgData name="Robert Stewart (WW READINESS)" userId="5e4857c7-3c95-4435-bc45-4a9504427269" providerId="ADAL" clId="{D4433442-9399-4577-951E-8F98A64BB585}" dt="2020-08-25T21:13:55.618" v="204" actId="478"/>
        <pc:sldMkLst>
          <pc:docMk/>
          <pc:sldMk cId="3349479329" sldId="304"/>
        </pc:sldMkLst>
        <pc:spChg chg="mod">
          <ac:chgData name="Robert Stewart (WW READINESS)" userId="5e4857c7-3c95-4435-bc45-4a9504427269" providerId="ADAL" clId="{D4433442-9399-4577-951E-8F98A64BB585}" dt="2020-08-25T21:13:49.026" v="203" actId="1035"/>
          <ac:spMkLst>
            <pc:docMk/>
            <pc:sldMk cId="3349479329" sldId="304"/>
            <ac:spMk id="2" creationId="{7C09E576-F320-4CE8-97FA-ADDBD108391E}"/>
          </ac:spMkLst>
        </pc:spChg>
        <pc:spChg chg="mod">
          <ac:chgData name="Robert Stewart (WW READINESS)" userId="5e4857c7-3c95-4435-bc45-4a9504427269" providerId="ADAL" clId="{D4433442-9399-4577-951E-8F98A64BB585}" dt="2020-08-25T21:13:49.026" v="203" actId="1035"/>
          <ac:spMkLst>
            <pc:docMk/>
            <pc:sldMk cId="3349479329" sldId="304"/>
            <ac:spMk id="3" creationId="{326ABB9F-383D-40D6-A0F9-F2642D189D31}"/>
          </ac:spMkLst>
        </pc:spChg>
        <pc:picChg chg="mod">
          <ac:chgData name="Robert Stewart (WW READINESS)" userId="5e4857c7-3c95-4435-bc45-4a9504427269" providerId="ADAL" clId="{D4433442-9399-4577-951E-8F98A64BB585}" dt="2020-08-25T21:13:49.026" v="203" actId="1035"/>
          <ac:picMkLst>
            <pc:docMk/>
            <pc:sldMk cId="3349479329" sldId="304"/>
            <ac:picMk id="1026" creationId="{68AAA998-FDAD-4A33-B25E-1F1E1901564B}"/>
          </ac:picMkLst>
        </pc:picChg>
        <pc:cxnChg chg="add del mod">
          <ac:chgData name="Robert Stewart (WW READINESS)" userId="5e4857c7-3c95-4435-bc45-4a9504427269" providerId="ADAL" clId="{D4433442-9399-4577-951E-8F98A64BB585}" dt="2020-08-25T21:13:55.618" v="204" actId="478"/>
          <ac:cxnSpMkLst>
            <pc:docMk/>
            <pc:sldMk cId="3349479329" sldId="304"/>
            <ac:cxnSpMk id="4" creationId="{A2A2F676-1D9D-4AC9-8BEA-C21B56FABEA1}"/>
          </ac:cxnSpMkLst>
        </pc:cxnChg>
      </pc:sldChg>
      <pc:sldChg chg="addSp delSp modSp mod">
        <pc:chgData name="Robert Stewart (WW READINESS)" userId="5e4857c7-3c95-4435-bc45-4a9504427269" providerId="ADAL" clId="{D4433442-9399-4577-951E-8F98A64BB585}" dt="2020-08-25T21:12:39.855" v="133" actId="22"/>
        <pc:sldMkLst>
          <pc:docMk/>
          <pc:sldMk cId="2968619087" sldId="305"/>
        </pc:sldMkLst>
        <pc:cxnChg chg="add del mod">
          <ac:chgData name="Robert Stewart (WW READINESS)" userId="5e4857c7-3c95-4435-bc45-4a9504427269" providerId="ADAL" clId="{D4433442-9399-4577-951E-8F98A64BB585}" dt="2020-08-25T21:12:39.855" v="133" actId="22"/>
          <ac:cxnSpMkLst>
            <pc:docMk/>
            <pc:sldMk cId="2968619087" sldId="305"/>
            <ac:cxnSpMk id="5" creationId="{A5D76D9F-E8FD-4CA6-8107-36C60DBE6CB1}"/>
          </ac:cxnSpMkLst>
        </pc:cxnChg>
      </pc:sldChg>
      <pc:sldChg chg="addSp delSp modSp mod">
        <pc:chgData name="Robert Stewart (WW READINESS)" userId="5e4857c7-3c95-4435-bc45-4a9504427269" providerId="ADAL" clId="{D4433442-9399-4577-951E-8F98A64BB585}" dt="2020-08-25T21:12:43.441" v="135" actId="22"/>
        <pc:sldMkLst>
          <pc:docMk/>
          <pc:sldMk cId="1427441620" sldId="306"/>
        </pc:sldMkLst>
        <pc:cxnChg chg="add del mod">
          <ac:chgData name="Robert Stewart (WW READINESS)" userId="5e4857c7-3c95-4435-bc45-4a9504427269" providerId="ADAL" clId="{D4433442-9399-4577-951E-8F98A64BB585}" dt="2020-08-25T21:12:43.441" v="135" actId="22"/>
          <ac:cxnSpMkLst>
            <pc:docMk/>
            <pc:sldMk cId="1427441620" sldId="306"/>
            <ac:cxnSpMk id="3" creationId="{D6027446-E634-4D45-B9BE-80D0140533A5}"/>
          </ac:cxnSpMkLst>
        </pc:cxnChg>
      </pc:sldChg>
      <pc:sldChg chg="addSp delSp modSp mod">
        <pc:chgData name="Robert Stewart (WW READINESS)" userId="5e4857c7-3c95-4435-bc45-4a9504427269" providerId="ADAL" clId="{D4433442-9399-4577-951E-8F98A64BB585}" dt="2020-08-25T21:13:28.980" v="192" actId="478"/>
        <pc:sldMkLst>
          <pc:docMk/>
          <pc:sldMk cId="3627317258" sldId="307"/>
        </pc:sldMkLst>
        <pc:spChg chg="mod">
          <ac:chgData name="Robert Stewart (WW READINESS)" userId="5e4857c7-3c95-4435-bc45-4a9504427269" providerId="ADAL" clId="{D4433442-9399-4577-951E-8F98A64BB585}" dt="2020-08-25T21:13:24.285" v="191" actId="1036"/>
          <ac:spMkLst>
            <pc:docMk/>
            <pc:sldMk cId="3627317258" sldId="307"/>
            <ac:spMk id="5" creationId="{73383DDD-C51A-44C9-85B2-777B81897618}"/>
          </ac:spMkLst>
        </pc:spChg>
        <pc:spChg chg="mod">
          <ac:chgData name="Robert Stewart (WW READINESS)" userId="5e4857c7-3c95-4435-bc45-4a9504427269" providerId="ADAL" clId="{D4433442-9399-4577-951E-8F98A64BB585}" dt="2020-08-25T21:13:24.285" v="191" actId="1036"/>
          <ac:spMkLst>
            <pc:docMk/>
            <pc:sldMk cId="3627317258" sldId="307"/>
            <ac:spMk id="10" creationId="{E6AA95A4-F6B2-4057-B42C-3ABE13E45E59}"/>
          </ac:spMkLst>
        </pc:spChg>
        <pc:spChg chg="mod">
          <ac:chgData name="Robert Stewart (WW READINESS)" userId="5e4857c7-3c95-4435-bc45-4a9504427269" providerId="ADAL" clId="{D4433442-9399-4577-951E-8F98A64BB585}" dt="2020-08-25T21:13:24.285" v="191" actId="1036"/>
          <ac:spMkLst>
            <pc:docMk/>
            <pc:sldMk cId="3627317258" sldId="307"/>
            <ac:spMk id="17" creationId="{00000000-0000-0000-0000-000000000000}"/>
          </ac:spMkLst>
        </pc:spChg>
        <pc:picChg chg="mod">
          <ac:chgData name="Robert Stewart (WW READINESS)" userId="5e4857c7-3c95-4435-bc45-4a9504427269" providerId="ADAL" clId="{D4433442-9399-4577-951E-8F98A64BB585}" dt="2020-08-25T21:13:24.285" v="191" actId="1036"/>
          <ac:picMkLst>
            <pc:docMk/>
            <pc:sldMk cId="3627317258" sldId="307"/>
            <ac:picMk id="15" creationId="{7ADEE659-983F-482C-A86F-47D5B658221B}"/>
          </ac:picMkLst>
        </pc:picChg>
        <pc:cxnChg chg="add del mod">
          <ac:chgData name="Robert Stewart (WW READINESS)" userId="5e4857c7-3c95-4435-bc45-4a9504427269" providerId="ADAL" clId="{D4433442-9399-4577-951E-8F98A64BB585}" dt="2020-08-25T21:13:28.980" v="192" actId="478"/>
          <ac:cxnSpMkLst>
            <pc:docMk/>
            <pc:sldMk cId="3627317258" sldId="307"/>
            <ac:cxnSpMk id="2" creationId="{F7A7F55C-7AE6-474D-A933-DA8B2E0F1B90}"/>
          </ac:cxnSpMkLst>
        </pc:cxnChg>
      </pc:sldChg>
      <pc:sldChg chg="addSp delSp modSp mod">
        <pc:chgData name="Robert Stewart (WW READINESS)" userId="5e4857c7-3c95-4435-bc45-4a9504427269" providerId="ADAL" clId="{D4433442-9399-4577-951E-8F98A64BB585}" dt="2020-08-25T21:13:09.268" v="169" actId="478"/>
        <pc:sldMkLst>
          <pc:docMk/>
          <pc:sldMk cId="522340289" sldId="309"/>
        </pc:sldMkLst>
        <pc:spChg chg="mod">
          <ac:chgData name="Robert Stewart (WW READINESS)" userId="5e4857c7-3c95-4435-bc45-4a9504427269" providerId="ADAL" clId="{D4433442-9399-4577-951E-8F98A64BB585}" dt="2020-08-25T21:13:04.216" v="168" actId="1036"/>
          <ac:spMkLst>
            <pc:docMk/>
            <pc:sldMk cId="522340289" sldId="309"/>
            <ac:spMk id="17" creationId="{00000000-0000-0000-0000-000000000000}"/>
          </ac:spMkLst>
        </pc:spChg>
        <pc:picChg chg="mod">
          <ac:chgData name="Robert Stewart (WW READINESS)" userId="5e4857c7-3c95-4435-bc45-4a9504427269" providerId="ADAL" clId="{D4433442-9399-4577-951E-8F98A64BB585}" dt="2020-08-25T21:13:04.216" v="168" actId="1036"/>
          <ac:picMkLst>
            <pc:docMk/>
            <pc:sldMk cId="522340289" sldId="309"/>
            <ac:picMk id="1026" creationId="{C1FD750E-1B8D-4AA2-B122-AD194BB38242}"/>
          </ac:picMkLst>
        </pc:picChg>
        <pc:cxnChg chg="add del mod">
          <ac:chgData name="Robert Stewart (WW READINESS)" userId="5e4857c7-3c95-4435-bc45-4a9504427269" providerId="ADAL" clId="{D4433442-9399-4577-951E-8F98A64BB585}" dt="2020-08-25T21:13:09.268" v="169" actId="478"/>
          <ac:cxnSpMkLst>
            <pc:docMk/>
            <pc:sldMk cId="522340289" sldId="309"/>
            <ac:cxnSpMk id="2" creationId="{5216E633-561A-4AD3-8859-51DE41450691}"/>
          </ac:cxnSpMkLst>
        </pc:cxnChg>
      </pc:sldChg>
    </pc:docChg>
  </pc:docChgLst>
  <pc:docChgLst>
    <pc:chgData name="Loraine Lawrence" userId="S::lola@microsoft.com::c109b8d4-b149-45d2-a7f3-2c9c01468533" providerId="AD" clId="Web-{BC6CBAAD-C240-3830-258C-05BA3E2BD0FB}"/>
    <pc:docChg chg="mod">
      <pc:chgData name="Loraine Lawrence" userId="S::lola@microsoft.com::c109b8d4-b149-45d2-a7f3-2c9c01468533" providerId="AD" clId="Web-{BC6CBAAD-C240-3830-258C-05BA3E2BD0FB}" dt="2020-08-20T19:32:18.748" v="4"/>
      <pc:docMkLst>
        <pc:docMk/>
      </pc:docMkLst>
      <pc:sldChg chg="addCm">
        <pc:chgData name="Loraine Lawrence" userId="S::lola@microsoft.com::c109b8d4-b149-45d2-a7f3-2c9c01468533" providerId="AD" clId="Web-{BC6CBAAD-C240-3830-258C-05BA3E2BD0FB}" dt="2020-08-20T19:28:59.601" v="2"/>
        <pc:sldMkLst>
          <pc:docMk/>
          <pc:sldMk cId="758652105" sldId="262"/>
        </pc:sldMkLst>
      </pc:sldChg>
      <pc:sldChg chg="addCm">
        <pc:chgData name="Loraine Lawrence" userId="S::lola@microsoft.com::c109b8d4-b149-45d2-a7f3-2c9c01468533" providerId="AD" clId="Web-{BC6CBAAD-C240-3830-258C-05BA3E2BD0FB}" dt="2020-08-20T19:26:32.518" v="1"/>
        <pc:sldMkLst>
          <pc:docMk/>
          <pc:sldMk cId="1208736395" sldId="283"/>
        </pc:sldMkLst>
      </pc:sldChg>
      <pc:sldChg chg="addCm">
        <pc:chgData name="Loraine Lawrence" userId="S::lola@microsoft.com::c109b8d4-b149-45d2-a7f3-2c9c01468533" providerId="AD" clId="Web-{BC6CBAAD-C240-3830-258C-05BA3E2BD0FB}" dt="2020-08-20T19:32:18.748" v="4"/>
        <pc:sldMkLst>
          <pc:docMk/>
          <pc:sldMk cId="3669250034" sldId="286"/>
        </pc:sldMkLst>
      </pc:sldChg>
      <pc:sldChg chg="addCm">
        <pc:chgData name="Loraine Lawrence" userId="S::lola@microsoft.com::c109b8d4-b149-45d2-a7f3-2c9c01468533" providerId="AD" clId="Web-{BC6CBAAD-C240-3830-258C-05BA3E2BD0FB}" dt="2020-08-20T19:31:12.277" v="3"/>
        <pc:sldMkLst>
          <pc:docMk/>
          <pc:sldMk cId="3388904642" sldId="288"/>
        </pc:sldMkLst>
      </pc:sldChg>
    </pc:docChg>
  </pc:docChgLst>
  <pc:docChgLst>
    <pc:chgData name="Randall Knapp" userId="74ea0623-5566-46b8-aaec-92be6d3224e1" providerId="ADAL" clId="{A4B28F89-6ACB-4DFE-B782-504B9EFB48D4}"/>
    <pc:docChg chg="undo custSel modSld">
      <pc:chgData name="Randall Knapp" userId="74ea0623-5566-46b8-aaec-92be6d3224e1" providerId="ADAL" clId="{A4B28F89-6ACB-4DFE-B782-504B9EFB48D4}" dt="2021-05-07T22:38:29.043" v="476"/>
      <pc:docMkLst>
        <pc:docMk/>
      </pc:docMkLst>
      <pc:sldChg chg="modNotes modNotesTx">
        <pc:chgData name="Randall Knapp" userId="74ea0623-5566-46b8-aaec-92be6d3224e1" providerId="ADAL" clId="{A4B28F89-6ACB-4DFE-B782-504B9EFB48D4}" dt="2021-05-07T22:38:29.043" v="476"/>
        <pc:sldMkLst>
          <pc:docMk/>
          <pc:sldMk cId="743860205" sldId="257"/>
        </pc:sldMkLst>
      </pc:sldChg>
      <pc:sldChg chg="modNotes modNotesTx">
        <pc:chgData name="Randall Knapp" userId="74ea0623-5566-46b8-aaec-92be6d3224e1" providerId="ADAL" clId="{A4B28F89-6ACB-4DFE-B782-504B9EFB48D4}" dt="2021-05-07T22:38:29.043" v="476"/>
        <pc:sldMkLst>
          <pc:docMk/>
          <pc:sldMk cId="2582992634" sldId="267"/>
        </pc:sldMkLst>
      </pc:sldChg>
      <pc:sldChg chg="modNotesTx">
        <pc:chgData name="Randall Knapp" userId="74ea0623-5566-46b8-aaec-92be6d3224e1" providerId="ADAL" clId="{A4B28F89-6ACB-4DFE-B782-504B9EFB48D4}" dt="2021-05-07T20:48:06.639" v="7" actId="20577"/>
        <pc:sldMkLst>
          <pc:docMk/>
          <pc:sldMk cId="3635852913" sldId="274"/>
        </pc:sldMkLst>
      </pc:sldChg>
      <pc:sldChg chg="modNotes modNotesTx">
        <pc:chgData name="Randall Knapp" userId="74ea0623-5566-46b8-aaec-92be6d3224e1" providerId="ADAL" clId="{A4B28F89-6ACB-4DFE-B782-504B9EFB48D4}" dt="2021-05-07T22:38:29.043" v="476"/>
        <pc:sldMkLst>
          <pc:docMk/>
          <pc:sldMk cId="84060515" sldId="275"/>
        </pc:sldMkLst>
      </pc:sldChg>
      <pc:sldChg chg="modNotes modNotesTx">
        <pc:chgData name="Randall Knapp" userId="74ea0623-5566-46b8-aaec-92be6d3224e1" providerId="ADAL" clId="{A4B28F89-6ACB-4DFE-B782-504B9EFB48D4}" dt="2021-05-07T22:38:29.043" v="476"/>
        <pc:sldMkLst>
          <pc:docMk/>
          <pc:sldMk cId="1208736395" sldId="283"/>
        </pc:sldMkLst>
      </pc:sldChg>
      <pc:sldChg chg="modNotes modNotesTx">
        <pc:chgData name="Randall Knapp" userId="74ea0623-5566-46b8-aaec-92be6d3224e1" providerId="ADAL" clId="{A4B28F89-6ACB-4DFE-B782-504B9EFB48D4}" dt="2021-05-07T22:38:29.043" v="476"/>
        <pc:sldMkLst>
          <pc:docMk/>
          <pc:sldMk cId="474028571" sldId="284"/>
        </pc:sldMkLst>
      </pc:sldChg>
      <pc:sldChg chg="modNotes modNotesTx">
        <pc:chgData name="Randall Knapp" userId="74ea0623-5566-46b8-aaec-92be6d3224e1" providerId="ADAL" clId="{A4B28F89-6ACB-4DFE-B782-504B9EFB48D4}" dt="2021-05-07T22:38:29.043" v="476"/>
        <pc:sldMkLst>
          <pc:docMk/>
          <pc:sldMk cId="3669250034" sldId="286"/>
        </pc:sldMkLst>
      </pc:sldChg>
      <pc:sldChg chg="modNotes modNotesTx">
        <pc:chgData name="Randall Knapp" userId="74ea0623-5566-46b8-aaec-92be6d3224e1" providerId="ADAL" clId="{A4B28F89-6ACB-4DFE-B782-504B9EFB48D4}" dt="2021-05-07T22:38:29.043" v="476"/>
        <pc:sldMkLst>
          <pc:docMk/>
          <pc:sldMk cId="2424144487" sldId="295"/>
        </pc:sldMkLst>
      </pc:sldChg>
      <pc:sldChg chg="modNotes modNotesTx">
        <pc:chgData name="Randall Knapp" userId="74ea0623-5566-46b8-aaec-92be6d3224e1" providerId="ADAL" clId="{A4B28F89-6ACB-4DFE-B782-504B9EFB48D4}" dt="2021-05-07T22:38:29.043" v="476"/>
        <pc:sldMkLst>
          <pc:docMk/>
          <pc:sldMk cId="3847535485" sldId="296"/>
        </pc:sldMkLst>
      </pc:sldChg>
      <pc:sldChg chg="modNotes modNotesTx">
        <pc:chgData name="Randall Knapp" userId="74ea0623-5566-46b8-aaec-92be6d3224e1" providerId="ADAL" clId="{A4B28F89-6ACB-4DFE-B782-504B9EFB48D4}" dt="2021-05-07T22:38:29.043" v="476"/>
        <pc:sldMkLst>
          <pc:docMk/>
          <pc:sldMk cId="2642138507" sldId="297"/>
        </pc:sldMkLst>
      </pc:sldChg>
      <pc:sldChg chg="modNotes modNotesTx">
        <pc:chgData name="Randall Knapp" userId="74ea0623-5566-46b8-aaec-92be6d3224e1" providerId="ADAL" clId="{A4B28F89-6ACB-4DFE-B782-504B9EFB48D4}" dt="2021-05-07T22:38:29.043" v="476"/>
        <pc:sldMkLst>
          <pc:docMk/>
          <pc:sldMk cId="3691073824" sldId="298"/>
        </pc:sldMkLst>
      </pc:sldChg>
      <pc:sldChg chg="modNotes modNotesTx">
        <pc:chgData name="Randall Knapp" userId="74ea0623-5566-46b8-aaec-92be6d3224e1" providerId="ADAL" clId="{A4B28F89-6ACB-4DFE-B782-504B9EFB48D4}" dt="2021-05-07T22:38:29.043" v="476"/>
        <pc:sldMkLst>
          <pc:docMk/>
          <pc:sldMk cId="1587513377" sldId="299"/>
        </pc:sldMkLst>
      </pc:sldChg>
      <pc:sldChg chg="modNotes modNotesTx">
        <pc:chgData name="Randall Knapp" userId="74ea0623-5566-46b8-aaec-92be6d3224e1" providerId="ADAL" clId="{A4B28F89-6ACB-4DFE-B782-504B9EFB48D4}" dt="2021-05-07T22:38:29.043" v="476"/>
        <pc:sldMkLst>
          <pc:docMk/>
          <pc:sldMk cId="2925395085" sldId="300"/>
        </pc:sldMkLst>
      </pc:sldChg>
      <pc:sldChg chg="modNotesTx">
        <pc:chgData name="Randall Knapp" userId="74ea0623-5566-46b8-aaec-92be6d3224e1" providerId="ADAL" clId="{A4B28F89-6ACB-4DFE-B782-504B9EFB48D4}" dt="2021-05-07T21:58:36.908" v="475" actId="6549"/>
        <pc:sldMkLst>
          <pc:docMk/>
          <pc:sldMk cId="1465787407" sldId="301"/>
        </pc:sldMkLst>
      </pc:sldChg>
      <pc:sldChg chg="modNotesTx">
        <pc:chgData name="Randall Knapp" userId="74ea0623-5566-46b8-aaec-92be6d3224e1" providerId="ADAL" clId="{A4B28F89-6ACB-4DFE-B782-504B9EFB48D4}" dt="2021-05-07T21:10:23.910" v="474" actId="6549"/>
        <pc:sldMkLst>
          <pc:docMk/>
          <pc:sldMk cId="3044634792" sldId="302"/>
        </pc:sldMkLst>
      </pc:sldChg>
      <pc:sldChg chg="modNotes modNotesTx">
        <pc:chgData name="Randall Knapp" userId="74ea0623-5566-46b8-aaec-92be6d3224e1" providerId="ADAL" clId="{A4B28F89-6ACB-4DFE-B782-504B9EFB48D4}" dt="2021-05-07T22:38:29.043" v="476"/>
        <pc:sldMkLst>
          <pc:docMk/>
          <pc:sldMk cId="3349479329" sldId="304"/>
        </pc:sldMkLst>
      </pc:sldChg>
      <pc:sldChg chg="modNotes modNotesTx">
        <pc:chgData name="Randall Knapp" userId="74ea0623-5566-46b8-aaec-92be6d3224e1" providerId="ADAL" clId="{A4B28F89-6ACB-4DFE-B782-504B9EFB48D4}" dt="2021-05-07T22:38:29.043" v="476"/>
        <pc:sldMkLst>
          <pc:docMk/>
          <pc:sldMk cId="2968619087" sldId="305"/>
        </pc:sldMkLst>
      </pc:sldChg>
      <pc:sldChg chg="modNotes modNotesTx">
        <pc:chgData name="Randall Knapp" userId="74ea0623-5566-46b8-aaec-92be6d3224e1" providerId="ADAL" clId="{A4B28F89-6ACB-4DFE-B782-504B9EFB48D4}" dt="2021-05-07T22:38:29.043" v="476"/>
        <pc:sldMkLst>
          <pc:docMk/>
          <pc:sldMk cId="1427441620" sldId="306"/>
        </pc:sldMkLst>
      </pc:sldChg>
      <pc:sldChg chg="modNotes modNotesTx">
        <pc:chgData name="Randall Knapp" userId="74ea0623-5566-46b8-aaec-92be6d3224e1" providerId="ADAL" clId="{A4B28F89-6ACB-4DFE-B782-504B9EFB48D4}" dt="2021-05-07T22:38:29.043" v="476"/>
        <pc:sldMkLst>
          <pc:docMk/>
          <pc:sldMk cId="3627317258" sldId="307"/>
        </pc:sldMkLst>
      </pc:sldChg>
      <pc:sldChg chg="modNotes modNotesTx">
        <pc:chgData name="Randall Knapp" userId="74ea0623-5566-46b8-aaec-92be6d3224e1" providerId="ADAL" clId="{A4B28F89-6ACB-4DFE-B782-504B9EFB48D4}" dt="2021-05-07T22:38:29.043" v="476"/>
        <pc:sldMkLst>
          <pc:docMk/>
          <pc:sldMk cId="522340289" sldId="309"/>
        </pc:sldMkLst>
      </pc:sldChg>
    </pc:docChg>
  </pc:docChgLst>
  <pc:docChgLst>
    <pc:chgData name="Loraine Lawrence" userId="S::lola@microsoft.com::c109b8d4-b149-45d2-a7f3-2c9c01468533" providerId="AD" clId="Web-{9F308AE1-A61E-6613-EAE3-96A0916BCFAD}"/>
    <pc:docChg chg="modSld">
      <pc:chgData name="Loraine Lawrence" userId="S::lola@microsoft.com::c109b8d4-b149-45d2-a7f3-2c9c01468533" providerId="AD" clId="Web-{9F308AE1-A61E-6613-EAE3-96A0916BCFAD}" dt="2020-08-25T03:47:01.792" v="1" actId="14100"/>
      <pc:docMkLst>
        <pc:docMk/>
      </pc:docMkLst>
      <pc:sldChg chg="modSp">
        <pc:chgData name="Loraine Lawrence" userId="S::lola@microsoft.com::c109b8d4-b149-45d2-a7f3-2c9c01468533" providerId="AD" clId="Web-{9F308AE1-A61E-6613-EAE3-96A0916BCFAD}" dt="2020-08-25T03:47:01.792" v="1" actId="14100"/>
        <pc:sldMkLst>
          <pc:docMk/>
          <pc:sldMk cId="2642138507" sldId="297"/>
        </pc:sldMkLst>
        <pc:spChg chg="mod">
          <ac:chgData name="Loraine Lawrence" userId="S::lola@microsoft.com::c109b8d4-b149-45d2-a7f3-2c9c01468533" providerId="AD" clId="Web-{9F308AE1-A61E-6613-EAE3-96A0916BCFAD}" dt="2020-08-25T03:47:01.792" v="1" actId="14100"/>
          <ac:spMkLst>
            <pc:docMk/>
            <pc:sldMk cId="2642138507" sldId="297"/>
            <ac:spMk id="16" creationId="{6595CE81-C8C9-4E21-8597-37E38ADE3A8A}"/>
          </ac:spMkLst>
        </pc:spChg>
      </pc:sldChg>
    </pc:docChg>
  </pc:docChgLst>
  <pc:docChgLst>
    <pc:chgData name="Chelsea Lee" userId="46fc34eb-22bd-40a0-b470-e1f05eedf781" providerId="ADAL" clId="{EE0DE65C-586E-4D97-9C89-DB9E24FF5815}"/>
    <pc:docChg chg="undo redo custSel mod addSld delSld modSld modMainMaster">
      <pc:chgData name="Chelsea Lee" userId="46fc34eb-22bd-40a0-b470-e1f05eedf781" providerId="ADAL" clId="{EE0DE65C-586E-4D97-9C89-DB9E24FF5815}" dt="2020-08-23T19:47:56.445" v="3421" actId="22"/>
      <pc:docMkLst>
        <pc:docMk/>
      </pc:docMkLst>
      <pc:sldChg chg="addSp delSp modSp mod addCm delCm modCm">
        <pc:chgData name="Chelsea Lee" userId="46fc34eb-22bd-40a0-b470-e1f05eedf781" providerId="ADAL" clId="{EE0DE65C-586E-4D97-9C89-DB9E24FF5815}" dt="2020-08-22T17:48:20.114" v="154" actId="478"/>
        <pc:sldMkLst>
          <pc:docMk/>
          <pc:sldMk cId="1012441991" sldId="258"/>
        </pc:sldMkLst>
        <pc:picChg chg="add del mod">
          <ac:chgData name="Chelsea Lee" userId="46fc34eb-22bd-40a0-b470-e1f05eedf781" providerId="ADAL" clId="{EE0DE65C-586E-4D97-9C89-DB9E24FF5815}" dt="2020-08-22T17:48:18.365" v="152" actId="478"/>
          <ac:picMkLst>
            <pc:docMk/>
            <pc:sldMk cId="1012441991" sldId="258"/>
            <ac:picMk id="4" creationId="{0DA652E3-2991-42C2-9B3B-2DB19F8753BD}"/>
          </ac:picMkLst>
        </pc:picChg>
        <pc:picChg chg="add del mod">
          <ac:chgData name="Chelsea Lee" userId="46fc34eb-22bd-40a0-b470-e1f05eedf781" providerId="ADAL" clId="{EE0DE65C-586E-4D97-9C89-DB9E24FF5815}" dt="2020-08-22T17:48:19.073" v="153" actId="478"/>
          <ac:picMkLst>
            <pc:docMk/>
            <pc:sldMk cId="1012441991" sldId="258"/>
            <ac:picMk id="9" creationId="{55CC4DFA-062D-4E4D-8491-E53E6A49377F}"/>
          </ac:picMkLst>
        </pc:picChg>
        <pc:picChg chg="add del mod">
          <ac:chgData name="Chelsea Lee" userId="46fc34eb-22bd-40a0-b470-e1f05eedf781" providerId="ADAL" clId="{EE0DE65C-586E-4D97-9C89-DB9E24FF5815}" dt="2020-08-22T17:48:20.114" v="154" actId="478"/>
          <ac:picMkLst>
            <pc:docMk/>
            <pc:sldMk cId="1012441991" sldId="258"/>
            <ac:picMk id="11" creationId="{4C7C8AF1-D132-40F7-A2EC-D754378132CB}"/>
          </ac:picMkLst>
        </pc:picChg>
      </pc:sldChg>
      <pc:sldChg chg="addCm">
        <pc:chgData name="Chelsea Lee" userId="46fc34eb-22bd-40a0-b470-e1f05eedf781" providerId="ADAL" clId="{EE0DE65C-586E-4D97-9C89-DB9E24FF5815}" dt="2020-08-22T17:55:48.974" v="231"/>
        <pc:sldMkLst>
          <pc:docMk/>
          <pc:sldMk cId="1701787216" sldId="260"/>
        </pc:sldMkLst>
      </pc:sldChg>
      <pc:sldChg chg="addCm">
        <pc:chgData name="Chelsea Lee" userId="46fc34eb-22bd-40a0-b470-e1f05eedf781" providerId="ADAL" clId="{EE0DE65C-586E-4D97-9C89-DB9E24FF5815}" dt="2020-08-22T18:16:41.210" v="598"/>
        <pc:sldMkLst>
          <pc:docMk/>
          <pc:sldMk cId="101971310" sldId="261"/>
        </pc:sldMkLst>
      </pc:sldChg>
      <pc:sldChg chg="mod modShow">
        <pc:chgData name="Chelsea Lee" userId="46fc34eb-22bd-40a0-b470-e1f05eedf781" providerId="ADAL" clId="{EE0DE65C-586E-4D97-9C89-DB9E24FF5815}" dt="2020-08-22T18:26:18.473" v="721" actId="729"/>
        <pc:sldMkLst>
          <pc:docMk/>
          <pc:sldMk cId="452373429" sldId="265"/>
        </pc:sldMkLst>
      </pc:sldChg>
      <pc:sldChg chg="mod modShow">
        <pc:chgData name="Chelsea Lee" userId="46fc34eb-22bd-40a0-b470-e1f05eedf781" providerId="ADAL" clId="{EE0DE65C-586E-4D97-9C89-DB9E24FF5815}" dt="2020-08-22T18:26:20.665" v="722" actId="729"/>
        <pc:sldMkLst>
          <pc:docMk/>
          <pc:sldMk cId="827366620" sldId="266"/>
        </pc:sldMkLst>
      </pc:sldChg>
      <pc:sldChg chg="modCm">
        <pc:chgData name="Chelsea Lee" userId="46fc34eb-22bd-40a0-b470-e1f05eedf781" providerId="ADAL" clId="{EE0DE65C-586E-4D97-9C89-DB9E24FF5815}" dt="2020-08-22T18:42:43.379" v="989"/>
        <pc:sldMkLst>
          <pc:docMk/>
          <pc:sldMk cId="901478808" sldId="268"/>
        </pc:sldMkLst>
      </pc:sldChg>
      <pc:sldChg chg="addSp delSp modSp mod modClrScheme addCm chgLayout">
        <pc:chgData name="Chelsea Lee" userId="46fc34eb-22bd-40a0-b470-e1f05eedf781" providerId="ADAL" clId="{EE0DE65C-586E-4D97-9C89-DB9E24FF5815}" dt="2020-08-22T19:31:19.121" v="2174"/>
        <pc:sldMkLst>
          <pc:docMk/>
          <pc:sldMk cId="338752777" sldId="269"/>
        </pc:sldMkLst>
        <pc:spChg chg="mod ord">
          <ac:chgData name="Chelsea Lee" userId="46fc34eb-22bd-40a0-b470-e1f05eedf781" providerId="ADAL" clId="{EE0DE65C-586E-4D97-9C89-DB9E24FF5815}" dt="2020-08-22T19:28:04.754" v="2137" actId="20577"/>
          <ac:spMkLst>
            <pc:docMk/>
            <pc:sldMk cId="338752777" sldId="269"/>
            <ac:spMk id="3" creationId="{61305E9E-589A-43A1-9A16-D0BA79D9C4B6}"/>
          </ac:spMkLst>
        </pc:spChg>
        <pc:spChg chg="mod ord">
          <ac:chgData name="Chelsea Lee" userId="46fc34eb-22bd-40a0-b470-e1f05eedf781" providerId="ADAL" clId="{EE0DE65C-586E-4D97-9C89-DB9E24FF5815}" dt="2020-08-22T19:26:58.759" v="2079" actId="700"/>
          <ac:spMkLst>
            <pc:docMk/>
            <pc:sldMk cId="338752777" sldId="269"/>
            <ac:spMk id="17" creationId="{00000000-0000-0000-0000-000000000000}"/>
          </ac:spMkLst>
        </pc:spChg>
        <pc:picChg chg="add mod">
          <ac:chgData name="Chelsea Lee" userId="46fc34eb-22bd-40a0-b470-e1f05eedf781" providerId="ADAL" clId="{EE0DE65C-586E-4D97-9C89-DB9E24FF5815}" dt="2020-08-22T19:27:04.839" v="2080" actId="1076"/>
          <ac:picMkLst>
            <pc:docMk/>
            <pc:sldMk cId="338752777" sldId="269"/>
            <ac:picMk id="4" creationId="{20DDA732-3832-48FC-BD76-D6B112163199}"/>
          </ac:picMkLst>
        </pc:picChg>
        <pc:picChg chg="del">
          <ac:chgData name="Chelsea Lee" userId="46fc34eb-22bd-40a0-b470-e1f05eedf781" providerId="ADAL" clId="{EE0DE65C-586E-4D97-9C89-DB9E24FF5815}" dt="2020-08-22T19:26:35.850" v="2073" actId="478"/>
          <ac:picMkLst>
            <pc:docMk/>
            <pc:sldMk cId="338752777" sldId="269"/>
            <ac:picMk id="5" creationId="{5F0DA6F5-E91D-4E5B-B535-89370F4AC4E7}"/>
          </ac:picMkLst>
        </pc:picChg>
        <pc:picChg chg="mod">
          <ac:chgData name="Chelsea Lee" userId="46fc34eb-22bd-40a0-b470-e1f05eedf781" providerId="ADAL" clId="{EE0DE65C-586E-4D97-9C89-DB9E24FF5815}" dt="2020-08-22T19:28:07.118" v="2142" actId="1076"/>
          <ac:picMkLst>
            <pc:docMk/>
            <pc:sldMk cId="338752777" sldId="269"/>
            <ac:picMk id="6" creationId="{67DA6FDB-76D1-416D-A07A-32FF47ADCAF3}"/>
          </ac:picMkLst>
        </pc:picChg>
      </pc:sldChg>
      <pc:sldChg chg="modSp del mod">
        <pc:chgData name="Chelsea Lee" userId="46fc34eb-22bd-40a0-b470-e1f05eedf781" providerId="ADAL" clId="{EE0DE65C-586E-4D97-9C89-DB9E24FF5815}" dt="2020-08-22T19:16:45.778" v="1634" actId="47"/>
        <pc:sldMkLst>
          <pc:docMk/>
          <pc:sldMk cId="652313271" sldId="272"/>
        </pc:sldMkLst>
        <pc:spChg chg="mod">
          <ac:chgData name="Chelsea Lee" userId="46fc34eb-22bd-40a0-b470-e1f05eedf781" providerId="ADAL" clId="{EE0DE65C-586E-4D97-9C89-DB9E24FF5815}" dt="2020-08-22T19:16:25.591" v="1628" actId="21"/>
          <ac:spMkLst>
            <pc:docMk/>
            <pc:sldMk cId="652313271" sldId="272"/>
            <ac:spMk id="5" creationId="{65B5B959-837C-4240-B849-2AB29AE0915D}"/>
          </ac:spMkLst>
        </pc:spChg>
      </pc:sldChg>
      <pc:sldChg chg="addSp delSp modSp mod modCm">
        <pc:chgData name="Chelsea Lee" userId="46fc34eb-22bd-40a0-b470-e1f05eedf781" providerId="ADAL" clId="{EE0DE65C-586E-4D97-9C89-DB9E24FF5815}" dt="2020-08-22T19:35:57.379" v="2464"/>
        <pc:sldMkLst>
          <pc:docMk/>
          <pc:sldMk cId="4246215234" sldId="280"/>
        </pc:sldMkLst>
        <pc:picChg chg="add del mod">
          <ac:chgData name="Chelsea Lee" userId="46fc34eb-22bd-40a0-b470-e1f05eedf781" providerId="ADAL" clId="{EE0DE65C-586E-4D97-9C89-DB9E24FF5815}" dt="2020-08-22T19:35:10.997" v="2455" actId="21"/>
          <ac:picMkLst>
            <pc:docMk/>
            <pc:sldMk cId="4246215234" sldId="280"/>
            <ac:picMk id="6" creationId="{654118D7-B74B-46C1-A767-49AFB3E3CB25}"/>
          </ac:picMkLst>
        </pc:picChg>
      </pc:sldChg>
      <pc:sldChg chg="addCm">
        <pc:chgData name="Chelsea Lee" userId="46fc34eb-22bd-40a0-b470-e1f05eedf781" providerId="ADAL" clId="{EE0DE65C-586E-4D97-9C89-DB9E24FF5815}" dt="2020-08-22T19:44:55.185" v="2953"/>
        <pc:sldMkLst>
          <pc:docMk/>
          <pc:sldMk cId="3174001134" sldId="281"/>
        </pc:sldMkLst>
      </pc:sldChg>
      <pc:sldChg chg="mod modShow">
        <pc:chgData name="Chelsea Lee" userId="46fc34eb-22bd-40a0-b470-e1f05eedf781" providerId="ADAL" clId="{EE0DE65C-586E-4D97-9C89-DB9E24FF5815}" dt="2020-08-22T19:28:28.744" v="2144" actId="729"/>
        <pc:sldMkLst>
          <pc:docMk/>
          <pc:sldMk cId="2551757300" sldId="282"/>
        </pc:sldMkLst>
      </pc:sldChg>
      <pc:sldChg chg="modSp mod addCm">
        <pc:chgData name="Chelsea Lee" userId="46fc34eb-22bd-40a0-b470-e1f05eedf781" providerId="ADAL" clId="{EE0DE65C-586E-4D97-9C89-DB9E24FF5815}" dt="2020-08-22T17:45:36.218" v="85" actId="20577"/>
        <pc:sldMkLst>
          <pc:docMk/>
          <pc:sldMk cId="1208736395" sldId="283"/>
        </pc:sldMkLst>
        <pc:spChg chg="mod">
          <ac:chgData name="Chelsea Lee" userId="46fc34eb-22bd-40a0-b470-e1f05eedf781" providerId="ADAL" clId="{EE0DE65C-586E-4D97-9C89-DB9E24FF5815}" dt="2020-08-22T17:44:25.014" v="72" actId="20577"/>
          <ac:spMkLst>
            <pc:docMk/>
            <pc:sldMk cId="1208736395" sldId="283"/>
            <ac:spMk id="2" creationId="{FF21F12B-E6C6-4CF1-8312-1D8343AFFE69}"/>
          </ac:spMkLst>
        </pc:spChg>
        <pc:spChg chg="mod">
          <ac:chgData name="Chelsea Lee" userId="46fc34eb-22bd-40a0-b470-e1f05eedf781" providerId="ADAL" clId="{EE0DE65C-586E-4D97-9C89-DB9E24FF5815}" dt="2020-08-22T17:45:36.218" v="85" actId="20577"/>
          <ac:spMkLst>
            <pc:docMk/>
            <pc:sldMk cId="1208736395" sldId="283"/>
            <ac:spMk id="3" creationId="{FAF59B51-AD67-4E9A-AA25-B664271235FB}"/>
          </ac:spMkLst>
        </pc:spChg>
      </pc:sldChg>
      <pc:sldChg chg="modSp mod addCm">
        <pc:chgData name="Chelsea Lee" userId="46fc34eb-22bd-40a0-b470-e1f05eedf781" providerId="ADAL" clId="{EE0DE65C-586E-4D97-9C89-DB9E24FF5815}" dt="2020-08-22T18:40:14.109" v="988"/>
        <pc:sldMkLst>
          <pc:docMk/>
          <pc:sldMk cId="474028571" sldId="284"/>
        </pc:sldMkLst>
        <pc:spChg chg="mod">
          <ac:chgData name="Chelsea Lee" userId="46fc34eb-22bd-40a0-b470-e1f05eedf781" providerId="ADAL" clId="{EE0DE65C-586E-4D97-9C89-DB9E24FF5815}" dt="2020-08-22T18:38:31.108" v="903" actId="20577"/>
          <ac:spMkLst>
            <pc:docMk/>
            <pc:sldMk cId="474028571" sldId="284"/>
            <ac:spMk id="2" creationId="{2C4F8039-6C38-4EF0-85F2-A923D9224100}"/>
          </ac:spMkLst>
        </pc:spChg>
        <pc:spChg chg="mod">
          <ac:chgData name="Chelsea Lee" userId="46fc34eb-22bd-40a0-b470-e1f05eedf781" providerId="ADAL" clId="{EE0DE65C-586E-4D97-9C89-DB9E24FF5815}" dt="2020-08-22T18:39:43.175" v="987" actId="20577"/>
          <ac:spMkLst>
            <pc:docMk/>
            <pc:sldMk cId="474028571" sldId="284"/>
            <ac:spMk id="3" creationId="{73FCDDB7-986A-464D-8EA9-CD6818C49190}"/>
          </ac:spMkLst>
        </pc:spChg>
      </pc:sldChg>
      <pc:sldChg chg="addSp delSp modSp mod modClrScheme addCm chgLayout">
        <pc:chgData name="Chelsea Lee" userId="46fc34eb-22bd-40a0-b470-e1f05eedf781" providerId="ADAL" clId="{EE0DE65C-586E-4D97-9C89-DB9E24FF5815}" dt="2020-08-22T17:41:13.485" v="8" actId="113"/>
        <pc:sldMkLst>
          <pc:docMk/>
          <pc:sldMk cId="3669250034" sldId="286"/>
        </pc:sldMkLst>
        <pc:spChg chg="mod">
          <ac:chgData name="Chelsea Lee" userId="46fc34eb-22bd-40a0-b470-e1f05eedf781" providerId="ADAL" clId="{EE0DE65C-586E-4D97-9C89-DB9E24FF5815}" dt="2020-08-22T17:41:13.485" v="8" actId="113"/>
          <ac:spMkLst>
            <pc:docMk/>
            <pc:sldMk cId="3669250034" sldId="286"/>
            <ac:spMk id="10" creationId="{36877184-9CC1-4EBD-ACA1-BA6A2150651C}"/>
          </ac:spMkLst>
        </pc:spChg>
        <pc:spChg chg="mod">
          <ac:chgData name="Chelsea Lee" userId="46fc34eb-22bd-40a0-b470-e1f05eedf781" providerId="ADAL" clId="{EE0DE65C-586E-4D97-9C89-DB9E24FF5815}" dt="2020-08-22T17:40:38.114" v="3" actId="26606"/>
          <ac:spMkLst>
            <pc:docMk/>
            <pc:sldMk cId="3669250034" sldId="286"/>
            <ac:spMk id="17" creationId="{00000000-0000-0000-0000-000000000000}"/>
          </ac:spMkLst>
        </pc:spChg>
        <pc:picChg chg="del">
          <ac:chgData name="Chelsea Lee" userId="46fc34eb-22bd-40a0-b470-e1f05eedf781" providerId="ADAL" clId="{EE0DE65C-586E-4D97-9C89-DB9E24FF5815}" dt="2020-08-22T17:40:03.029" v="0" actId="478"/>
          <ac:picMkLst>
            <pc:docMk/>
            <pc:sldMk cId="3669250034" sldId="286"/>
            <ac:picMk id="2" creationId="{C25D2AF6-901F-47CD-82A8-5128D5A1B786}"/>
          </ac:picMkLst>
        </pc:picChg>
        <pc:picChg chg="add mod">
          <ac:chgData name="Chelsea Lee" userId="46fc34eb-22bd-40a0-b470-e1f05eedf781" providerId="ADAL" clId="{EE0DE65C-586E-4D97-9C89-DB9E24FF5815}" dt="2020-08-22T17:40:38.114" v="3" actId="26606"/>
          <ac:picMkLst>
            <pc:docMk/>
            <pc:sldMk cId="3669250034" sldId="286"/>
            <ac:picMk id="3" creationId="{6C0EFBAD-05DC-4AD5-AF7A-D0CAE1752FCA}"/>
          </ac:picMkLst>
        </pc:picChg>
      </pc:sldChg>
      <pc:sldChg chg="modSp mod">
        <pc:chgData name="Chelsea Lee" userId="46fc34eb-22bd-40a0-b470-e1f05eedf781" providerId="ADAL" clId="{EE0DE65C-586E-4D97-9C89-DB9E24FF5815}" dt="2020-08-22T17:55:07.428" v="230" actId="404"/>
        <pc:sldMkLst>
          <pc:docMk/>
          <pc:sldMk cId="880436157" sldId="287"/>
        </pc:sldMkLst>
        <pc:spChg chg="mod">
          <ac:chgData name="Chelsea Lee" userId="46fc34eb-22bd-40a0-b470-e1f05eedf781" providerId="ADAL" clId="{EE0DE65C-586E-4D97-9C89-DB9E24FF5815}" dt="2020-08-22T17:55:07.428" v="230" actId="404"/>
          <ac:spMkLst>
            <pc:docMk/>
            <pc:sldMk cId="880436157" sldId="287"/>
            <ac:spMk id="3" creationId="{D9B7E699-8A7B-44B9-87EE-C5ED24A8C217}"/>
          </ac:spMkLst>
        </pc:spChg>
      </pc:sldChg>
      <pc:sldChg chg="modSp mod addCm">
        <pc:chgData name="Chelsea Lee" userId="46fc34eb-22bd-40a0-b470-e1f05eedf781" providerId="ADAL" clId="{EE0DE65C-586E-4D97-9C89-DB9E24FF5815}" dt="2020-08-22T18:29:30.268" v="733"/>
        <pc:sldMkLst>
          <pc:docMk/>
          <pc:sldMk cId="3388904642" sldId="288"/>
        </pc:sldMkLst>
        <pc:spChg chg="mod">
          <ac:chgData name="Chelsea Lee" userId="46fc34eb-22bd-40a0-b470-e1f05eedf781" providerId="ADAL" clId="{EE0DE65C-586E-4D97-9C89-DB9E24FF5815}" dt="2020-08-22T18:25:59.603" v="720" actId="20577"/>
          <ac:spMkLst>
            <pc:docMk/>
            <pc:sldMk cId="3388904642" sldId="288"/>
            <ac:spMk id="3" creationId="{D9B7E699-8A7B-44B9-87EE-C5ED24A8C217}"/>
          </ac:spMkLst>
        </pc:spChg>
      </pc:sldChg>
      <pc:sldChg chg="modSp mod">
        <pc:chgData name="Chelsea Lee" userId="46fc34eb-22bd-40a0-b470-e1f05eedf781" providerId="ADAL" clId="{EE0DE65C-586E-4D97-9C89-DB9E24FF5815}" dt="2020-08-22T19:17:11.672" v="1639" actId="1076"/>
        <pc:sldMkLst>
          <pc:docMk/>
          <pc:sldMk cId="3627172257" sldId="289"/>
        </pc:sldMkLst>
        <pc:spChg chg="mod">
          <ac:chgData name="Chelsea Lee" userId="46fc34eb-22bd-40a0-b470-e1f05eedf781" providerId="ADAL" clId="{EE0DE65C-586E-4D97-9C89-DB9E24FF5815}" dt="2020-08-22T19:17:11.672" v="1639" actId="1076"/>
          <ac:spMkLst>
            <pc:docMk/>
            <pc:sldMk cId="3627172257" sldId="289"/>
            <ac:spMk id="3" creationId="{D9B7E699-8A7B-44B9-87EE-C5ED24A8C217}"/>
          </ac:spMkLst>
        </pc:spChg>
      </pc:sldChg>
      <pc:sldChg chg="modSp mod">
        <pc:chgData name="Chelsea Lee" userId="46fc34eb-22bd-40a0-b470-e1f05eedf781" providerId="ADAL" clId="{EE0DE65C-586E-4D97-9C89-DB9E24FF5815}" dt="2020-08-22T19:17:05.417" v="1637" actId="404"/>
        <pc:sldMkLst>
          <pc:docMk/>
          <pc:sldMk cId="3326726220" sldId="290"/>
        </pc:sldMkLst>
        <pc:spChg chg="mod">
          <ac:chgData name="Chelsea Lee" userId="46fc34eb-22bd-40a0-b470-e1f05eedf781" providerId="ADAL" clId="{EE0DE65C-586E-4D97-9C89-DB9E24FF5815}" dt="2020-08-22T19:17:05.417" v="1637" actId="404"/>
          <ac:spMkLst>
            <pc:docMk/>
            <pc:sldMk cId="3326726220" sldId="290"/>
            <ac:spMk id="3" creationId="{D9B7E699-8A7B-44B9-87EE-C5ED24A8C217}"/>
          </ac:spMkLst>
        </pc:spChg>
      </pc:sldChg>
      <pc:sldChg chg="del">
        <pc:chgData name="Chelsea Lee" userId="46fc34eb-22bd-40a0-b470-e1f05eedf781" providerId="ADAL" clId="{EE0DE65C-586E-4D97-9C89-DB9E24FF5815}" dt="2020-08-22T19:16:53.518" v="1635" actId="47"/>
        <pc:sldMkLst>
          <pc:docMk/>
          <pc:sldMk cId="2694024700" sldId="291"/>
        </pc:sldMkLst>
      </pc:sldChg>
      <pc:sldChg chg="addCm modCm">
        <pc:chgData name="Chelsea Lee" userId="46fc34eb-22bd-40a0-b470-e1f05eedf781" providerId="ADAL" clId="{EE0DE65C-586E-4D97-9C89-DB9E24FF5815}" dt="2020-08-22T19:20:23.530" v="1641"/>
        <pc:sldMkLst>
          <pc:docMk/>
          <pc:sldMk cId="1999154968" sldId="292"/>
        </pc:sldMkLst>
      </pc:sldChg>
      <pc:sldChg chg="del">
        <pc:chgData name="Chelsea Lee" userId="46fc34eb-22bd-40a0-b470-e1f05eedf781" providerId="ADAL" clId="{EE0DE65C-586E-4D97-9C89-DB9E24FF5815}" dt="2020-08-22T18:43:32.381" v="992" actId="47"/>
        <pc:sldMkLst>
          <pc:docMk/>
          <pc:sldMk cId="1726149919" sldId="293"/>
        </pc:sldMkLst>
      </pc:sldChg>
      <pc:sldChg chg="del">
        <pc:chgData name="Chelsea Lee" userId="46fc34eb-22bd-40a0-b470-e1f05eedf781" providerId="ADAL" clId="{EE0DE65C-586E-4D97-9C89-DB9E24FF5815}" dt="2020-08-22T18:43:43.105" v="996" actId="47"/>
        <pc:sldMkLst>
          <pc:docMk/>
          <pc:sldMk cId="235083059" sldId="294"/>
        </pc:sldMkLst>
      </pc:sldChg>
      <pc:sldChg chg="addSp delSp modSp add mod chgLayout modNotesTx">
        <pc:chgData name="Chelsea Lee" userId="46fc34eb-22bd-40a0-b470-e1f05eedf781" providerId="ADAL" clId="{EE0DE65C-586E-4D97-9C89-DB9E24FF5815}" dt="2020-08-22T18:27:37.001" v="732" actId="164"/>
        <pc:sldMkLst>
          <pc:docMk/>
          <pc:sldMk cId="2424144487" sldId="295"/>
        </pc:sldMkLst>
        <pc:spChg chg="add del mod">
          <ac:chgData name="Chelsea Lee" userId="46fc34eb-22bd-40a0-b470-e1f05eedf781" providerId="ADAL" clId="{EE0DE65C-586E-4D97-9C89-DB9E24FF5815}" dt="2020-08-22T17:49:19.945" v="165"/>
          <ac:spMkLst>
            <pc:docMk/>
            <pc:sldMk cId="2424144487" sldId="295"/>
            <ac:spMk id="2" creationId="{2ADFA24B-B671-492A-A4EF-604DA17F314D}"/>
          </ac:spMkLst>
        </pc:spChg>
        <pc:spChg chg="add mod ord">
          <ac:chgData name="Chelsea Lee" userId="46fc34eb-22bd-40a0-b470-e1f05eedf781" providerId="ADAL" clId="{EE0DE65C-586E-4D97-9C89-DB9E24FF5815}" dt="2020-08-22T18:27:24.509" v="729" actId="20577"/>
          <ac:spMkLst>
            <pc:docMk/>
            <pc:sldMk cId="2424144487" sldId="295"/>
            <ac:spMk id="3" creationId="{FF78A544-B5ED-49D0-A8CC-69D9EF2B64FA}"/>
          </ac:spMkLst>
        </pc:spChg>
        <pc:spChg chg="add del mod topLvl">
          <ac:chgData name="Chelsea Lee" userId="46fc34eb-22bd-40a0-b470-e1f05eedf781" providerId="ADAL" clId="{EE0DE65C-586E-4D97-9C89-DB9E24FF5815}" dt="2020-08-22T17:57:18.514" v="263" actId="1035"/>
          <ac:spMkLst>
            <pc:docMk/>
            <pc:sldMk cId="2424144487" sldId="295"/>
            <ac:spMk id="12" creationId="{EB5524AF-1C9E-4D8E-93A1-5C3CBBA8E202}"/>
          </ac:spMkLst>
        </pc:spChg>
        <pc:spChg chg="mod topLvl">
          <ac:chgData name="Chelsea Lee" userId="46fc34eb-22bd-40a0-b470-e1f05eedf781" providerId="ADAL" clId="{EE0DE65C-586E-4D97-9C89-DB9E24FF5815}" dt="2020-08-22T17:57:18.514" v="263" actId="1035"/>
          <ac:spMkLst>
            <pc:docMk/>
            <pc:sldMk cId="2424144487" sldId="295"/>
            <ac:spMk id="14" creationId="{2E152B57-46F5-4D1B-A9A7-62D076A97D86}"/>
          </ac:spMkLst>
        </pc:spChg>
        <pc:spChg chg="mod topLvl">
          <ac:chgData name="Chelsea Lee" userId="46fc34eb-22bd-40a0-b470-e1f05eedf781" providerId="ADAL" clId="{EE0DE65C-586E-4D97-9C89-DB9E24FF5815}" dt="2020-08-22T17:57:18.514" v="263" actId="1035"/>
          <ac:spMkLst>
            <pc:docMk/>
            <pc:sldMk cId="2424144487" sldId="295"/>
            <ac:spMk id="15" creationId="{7183B690-E2CA-4645-AAE8-34051F0CF538}"/>
          </ac:spMkLst>
        </pc:spChg>
        <pc:spChg chg="mod ord">
          <ac:chgData name="Chelsea Lee" userId="46fc34eb-22bd-40a0-b470-e1f05eedf781" providerId="ADAL" clId="{EE0DE65C-586E-4D97-9C89-DB9E24FF5815}" dt="2020-08-22T17:57:05.117" v="235" actId="700"/>
          <ac:spMkLst>
            <pc:docMk/>
            <pc:sldMk cId="2424144487" sldId="295"/>
            <ac:spMk id="17" creationId="{00000000-0000-0000-0000-000000000000}"/>
          </ac:spMkLst>
        </pc:spChg>
        <pc:grpChg chg="add">
          <ac:chgData name="Chelsea Lee" userId="46fc34eb-22bd-40a0-b470-e1f05eedf781" providerId="ADAL" clId="{EE0DE65C-586E-4D97-9C89-DB9E24FF5815}" dt="2020-08-22T18:27:30.784" v="730" actId="164"/>
          <ac:grpSpMkLst>
            <pc:docMk/>
            <pc:sldMk cId="2424144487" sldId="295"/>
            <ac:grpSpMk id="4" creationId="{5CC6A208-BE01-47E6-8388-83822B196C18}"/>
          </ac:grpSpMkLst>
        </pc:grpChg>
        <pc:grpChg chg="add">
          <ac:chgData name="Chelsea Lee" userId="46fc34eb-22bd-40a0-b470-e1f05eedf781" providerId="ADAL" clId="{EE0DE65C-586E-4D97-9C89-DB9E24FF5815}" dt="2020-08-22T18:27:33.596" v="731" actId="164"/>
          <ac:grpSpMkLst>
            <pc:docMk/>
            <pc:sldMk cId="2424144487" sldId="295"/>
            <ac:grpSpMk id="6" creationId="{EA9EBC42-F8C4-48A9-8D5C-C4FCE2ED08EB}"/>
          </ac:grpSpMkLst>
        </pc:grpChg>
        <pc:grpChg chg="add">
          <ac:chgData name="Chelsea Lee" userId="46fc34eb-22bd-40a0-b470-e1f05eedf781" providerId="ADAL" clId="{EE0DE65C-586E-4D97-9C89-DB9E24FF5815}" dt="2020-08-22T18:27:37.001" v="732" actId="164"/>
          <ac:grpSpMkLst>
            <pc:docMk/>
            <pc:sldMk cId="2424144487" sldId="295"/>
            <ac:grpSpMk id="7" creationId="{8E5C5A40-22F0-492C-AE9D-A53AEABF79DA}"/>
          </ac:grpSpMkLst>
        </pc:grpChg>
        <pc:grpChg chg="add del mod">
          <ac:chgData name="Chelsea Lee" userId="46fc34eb-22bd-40a0-b470-e1f05eedf781" providerId="ADAL" clId="{EE0DE65C-586E-4D97-9C89-DB9E24FF5815}" dt="2020-08-22T17:51:59.059" v="196" actId="165"/>
          <ac:grpSpMkLst>
            <pc:docMk/>
            <pc:sldMk cId="2424144487" sldId="295"/>
            <ac:grpSpMk id="13" creationId="{E2489CBE-9114-46C7-AFD9-3BFB170EF061}"/>
          </ac:grpSpMkLst>
        </pc:grpChg>
        <pc:grpChg chg="del mod">
          <ac:chgData name="Chelsea Lee" userId="46fc34eb-22bd-40a0-b470-e1f05eedf781" providerId="ADAL" clId="{EE0DE65C-586E-4D97-9C89-DB9E24FF5815}" dt="2020-08-22T17:51:59.059" v="196" actId="165"/>
          <ac:grpSpMkLst>
            <pc:docMk/>
            <pc:sldMk cId="2424144487" sldId="295"/>
            <ac:grpSpMk id="16" creationId="{B56E9E90-D28F-4222-96AC-701C2E4CD917}"/>
          </ac:grpSpMkLst>
        </pc:grpChg>
        <pc:grpChg chg="del mod">
          <ac:chgData name="Chelsea Lee" userId="46fc34eb-22bd-40a0-b470-e1f05eedf781" providerId="ADAL" clId="{EE0DE65C-586E-4D97-9C89-DB9E24FF5815}" dt="2020-08-22T17:51:59.059" v="196" actId="165"/>
          <ac:grpSpMkLst>
            <pc:docMk/>
            <pc:sldMk cId="2424144487" sldId="295"/>
            <ac:grpSpMk id="18" creationId="{0882801D-4AEF-45F4-A350-1134A3D40E39}"/>
          </ac:grpSpMkLst>
        </pc:grpChg>
        <pc:picChg chg="mod topLvl">
          <ac:chgData name="Chelsea Lee" userId="46fc34eb-22bd-40a0-b470-e1f05eedf781" providerId="ADAL" clId="{EE0DE65C-586E-4D97-9C89-DB9E24FF5815}" dt="2020-08-22T17:57:18.514" v="263" actId="1035"/>
          <ac:picMkLst>
            <pc:docMk/>
            <pc:sldMk cId="2424144487" sldId="295"/>
            <ac:picMk id="5" creationId="{C95E61FB-B888-41F1-B316-390CD56FD3A4}"/>
          </ac:picMkLst>
        </pc:picChg>
        <pc:picChg chg="mod topLvl">
          <ac:chgData name="Chelsea Lee" userId="46fc34eb-22bd-40a0-b470-e1f05eedf781" providerId="ADAL" clId="{EE0DE65C-586E-4D97-9C89-DB9E24FF5815}" dt="2020-08-22T17:57:18.514" v="263" actId="1035"/>
          <ac:picMkLst>
            <pc:docMk/>
            <pc:sldMk cId="2424144487" sldId="295"/>
            <ac:picMk id="8" creationId="{97612B73-C6BF-4556-AEF6-C0867FEA769C}"/>
          </ac:picMkLst>
        </pc:picChg>
        <pc:picChg chg="mod topLvl">
          <ac:chgData name="Chelsea Lee" userId="46fc34eb-22bd-40a0-b470-e1f05eedf781" providerId="ADAL" clId="{EE0DE65C-586E-4D97-9C89-DB9E24FF5815}" dt="2020-08-22T17:57:18.514" v="263" actId="1035"/>
          <ac:picMkLst>
            <pc:docMk/>
            <pc:sldMk cId="2424144487" sldId="295"/>
            <ac:picMk id="11" creationId="{01121803-1077-486A-9740-8A1A3970D932}"/>
          </ac:picMkLst>
        </pc:picChg>
      </pc:sldChg>
      <pc:sldChg chg="add del">
        <pc:chgData name="Chelsea Lee" userId="46fc34eb-22bd-40a0-b470-e1f05eedf781" providerId="ADAL" clId="{EE0DE65C-586E-4D97-9C89-DB9E24FF5815}" dt="2020-08-22T17:45:55.131" v="87" actId="22"/>
        <pc:sldMkLst>
          <pc:docMk/>
          <pc:sldMk cId="3030545498" sldId="295"/>
        </pc:sldMkLst>
      </pc:sldChg>
      <pc:sldChg chg="addSp delSp modSp add mod">
        <pc:chgData name="Chelsea Lee" userId="46fc34eb-22bd-40a0-b470-e1f05eedf781" providerId="ADAL" clId="{EE0DE65C-586E-4D97-9C89-DB9E24FF5815}" dt="2020-08-22T18:07:19.492" v="490" actId="1035"/>
        <pc:sldMkLst>
          <pc:docMk/>
          <pc:sldMk cId="3847535485" sldId="296"/>
        </pc:sldMkLst>
        <pc:spChg chg="add mod topLvl">
          <ac:chgData name="Chelsea Lee" userId="46fc34eb-22bd-40a0-b470-e1f05eedf781" providerId="ADAL" clId="{EE0DE65C-586E-4D97-9C89-DB9E24FF5815}" dt="2020-08-22T18:05:58.900" v="428" actId="1076"/>
          <ac:spMkLst>
            <pc:docMk/>
            <pc:sldMk cId="3847535485" sldId="296"/>
            <ac:spMk id="12" creationId="{37593259-919A-4DF1-BBB1-35EA7FBA1CAA}"/>
          </ac:spMkLst>
        </pc:spChg>
        <pc:spChg chg="add mod topLvl">
          <ac:chgData name="Chelsea Lee" userId="46fc34eb-22bd-40a0-b470-e1f05eedf781" providerId="ADAL" clId="{EE0DE65C-586E-4D97-9C89-DB9E24FF5815}" dt="2020-08-22T18:06:02.927" v="429" actId="1076"/>
          <ac:spMkLst>
            <pc:docMk/>
            <pc:sldMk cId="3847535485" sldId="296"/>
            <ac:spMk id="14" creationId="{FAFB1E31-732E-426D-9488-8CB1921DE98A}"/>
          </ac:spMkLst>
        </pc:spChg>
        <pc:spChg chg="add mod topLvl">
          <ac:chgData name="Chelsea Lee" userId="46fc34eb-22bd-40a0-b470-e1f05eedf781" providerId="ADAL" clId="{EE0DE65C-586E-4D97-9C89-DB9E24FF5815}" dt="2020-08-22T18:06:20.407" v="433" actId="12788"/>
          <ac:spMkLst>
            <pc:docMk/>
            <pc:sldMk cId="3847535485" sldId="296"/>
            <ac:spMk id="15" creationId="{D46C0A6E-EA28-48A8-9A42-677DFC81EDC3}"/>
          </ac:spMkLst>
        </pc:spChg>
        <pc:spChg chg="add mod topLvl">
          <ac:chgData name="Chelsea Lee" userId="46fc34eb-22bd-40a0-b470-e1f05eedf781" providerId="ADAL" clId="{EE0DE65C-586E-4D97-9C89-DB9E24FF5815}" dt="2020-08-22T18:05:30.257" v="423" actId="165"/>
          <ac:spMkLst>
            <pc:docMk/>
            <pc:sldMk cId="3847535485" sldId="296"/>
            <ac:spMk id="21" creationId="{97F26E1A-69F1-4D89-97C5-DABB3BC5398F}"/>
          </ac:spMkLst>
        </pc:spChg>
        <pc:spChg chg="add mod topLvl">
          <ac:chgData name="Chelsea Lee" userId="46fc34eb-22bd-40a0-b470-e1f05eedf781" providerId="ADAL" clId="{EE0DE65C-586E-4D97-9C89-DB9E24FF5815}" dt="2020-08-22T18:06:35.406" v="437" actId="1076"/>
          <ac:spMkLst>
            <pc:docMk/>
            <pc:sldMk cId="3847535485" sldId="296"/>
            <ac:spMk id="22" creationId="{6B5FC3A2-739F-41C5-8006-5D3C9DE7615C}"/>
          </ac:spMkLst>
        </pc:spChg>
        <pc:spChg chg="add mod topLvl">
          <ac:chgData name="Chelsea Lee" userId="46fc34eb-22bd-40a0-b470-e1f05eedf781" providerId="ADAL" clId="{EE0DE65C-586E-4D97-9C89-DB9E24FF5815}" dt="2020-08-22T18:04:53.288" v="416" actId="1076"/>
          <ac:spMkLst>
            <pc:docMk/>
            <pc:sldMk cId="3847535485" sldId="296"/>
            <ac:spMk id="23" creationId="{57E0E1B4-8203-4524-8032-7E9161104EBF}"/>
          </ac:spMkLst>
        </pc:spChg>
        <pc:grpChg chg="add del mod">
          <ac:chgData name="Chelsea Lee" userId="46fc34eb-22bd-40a0-b470-e1f05eedf781" providerId="ADAL" clId="{EE0DE65C-586E-4D97-9C89-DB9E24FF5815}" dt="2020-08-22T18:02:50.221" v="392" actId="165"/>
          <ac:grpSpMkLst>
            <pc:docMk/>
            <pc:sldMk cId="3847535485" sldId="296"/>
            <ac:grpSpMk id="13" creationId="{2466F25E-1BEE-492B-9998-FBFEF17956E8}"/>
          </ac:grpSpMkLst>
        </pc:grpChg>
        <pc:grpChg chg="add del mod">
          <ac:chgData name="Chelsea Lee" userId="46fc34eb-22bd-40a0-b470-e1f05eedf781" providerId="ADAL" clId="{EE0DE65C-586E-4D97-9C89-DB9E24FF5815}" dt="2020-08-22T18:02:50.221" v="392" actId="165"/>
          <ac:grpSpMkLst>
            <pc:docMk/>
            <pc:sldMk cId="3847535485" sldId="296"/>
            <ac:grpSpMk id="16" creationId="{5114FBE3-11AC-4677-9E06-F4A9083C4117}"/>
          </ac:grpSpMkLst>
        </pc:grpChg>
        <pc:grpChg chg="add del mod">
          <ac:chgData name="Chelsea Lee" userId="46fc34eb-22bd-40a0-b470-e1f05eedf781" providerId="ADAL" clId="{EE0DE65C-586E-4D97-9C89-DB9E24FF5815}" dt="2020-08-22T18:02:50.221" v="392" actId="165"/>
          <ac:grpSpMkLst>
            <pc:docMk/>
            <pc:sldMk cId="3847535485" sldId="296"/>
            <ac:grpSpMk id="20" creationId="{F46119AA-80C1-41BF-B4C0-F6177A74E387}"/>
          </ac:grpSpMkLst>
        </pc:grpChg>
        <pc:grpChg chg="add del mod">
          <ac:chgData name="Chelsea Lee" userId="46fc34eb-22bd-40a0-b470-e1f05eedf781" providerId="ADAL" clId="{EE0DE65C-586E-4D97-9C89-DB9E24FF5815}" dt="2020-08-22T18:05:30.257" v="423" actId="165"/>
          <ac:grpSpMkLst>
            <pc:docMk/>
            <pc:sldMk cId="3847535485" sldId="296"/>
            <ac:grpSpMk id="24" creationId="{DECB091A-4E51-406A-9D7D-DE20DA11413C}"/>
          </ac:grpSpMkLst>
        </pc:grpChg>
        <pc:grpChg chg="add del mod">
          <ac:chgData name="Chelsea Lee" userId="46fc34eb-22bd-40a0-b470-e1f05eedf781" providerId="ADAL" clId="{EE0DE65C-586E-4D97-9C89-DB9E24FF5815}" dt="2020-08-22T18:04:49.002" v="415" actId="165"/>
          <ac:grpSpMkLst>
            <pc:docMk/>
            <pc:sldMk cId="3847535485" sldId="296"/>
            <ac:grpSpMk id="25" creationId="{B6C859C5-F0D4-4799-894D-D2AEC142EDE1}"/>
          </ac:grpSpMkLst>
        </pc:grpChg>
        <pc:grpChg chg="add del mod">
          <ac:chgData name="Chelsea Lee" userId="46fc34eb-22bd-40a0-b470-e1f05eedf781" providerId="ADAL" clId="{EE0DE65C-586E-4D97-9C89-DB9E24FF5815}" dt="2020-08-22T18:04:56.541" v="417" actId="165"/>
          <ac:grpSpMkLst>
            <pc:docMk/>
            <pc:sldMk cId="3847535485" sldId="296"/>
            <ac:grpSpMk id="26" creationId="{B68415D9-9B00-4CB1-854A-12AA5D2D95AB}"/>
          </ac:grpSpMkLst>
        </pc:grpChg>
        <pc:grpChg chg="add mod">
          <ac:chgData name="Chelsea Lee" userId="46fc34eb-22bd-40a0-b470-e1f05eedf781" providerId="ADAL" clId="{EE0DE65C-586E-4D97-9C89-DB9E24FF5815}" dt="2020-08-22T18:07:19.492" v="490" actId="1035"/>
          <ac:grpSpMkLst>
            <pc:docMk/>
            <pc:sldMk cId="3847535485" sldId="296"/>
            <ac:grpSpMk id="27" creationId="{F4956198-2583-4B26-8B15-3CF2D086E900}"/>
          </ac:grpSpMkLst>
        </pc:grpChg>
        <pc:grpChg chg="add mod">
          <ac:chgData name="Chelsea Lee" userId="46fc34eb-22bd-40a0-b470-e1f05eedf781" providerId="ADAL" clId="{EE0DE65C-586E-4D97-9C89-DB9E24FF5815}" dt="2020-08-22T18:07:19.492" v="490" actId="1035"/>
          <ac:grpSpMkLst>
            <pc:docMk/>
            <pc:sldMk cId="3847535485" sldId="296"/>
            <ac:grpSpMk id="28" creationId="{A02E39F0-C23E-4307-A3CA-BCAC0AD549E4}"/>
          </ac:grpSpMkLst>
        </pc:grpChg>
        <pc:grpChg chg="add mod">
          <ac:chgData name="Chelsea Lee" userId="46fc34eb-22bd-40a0-b470-e1f05eedf781" providerId="ADAL" clId="{EE0DE65C-586E-4D97-9C89-DB9E24FF5815}" dt="2020-08-22T18:07:19.492" v="490" actId="1035"/>
          <ac:grpSpMkLst>
            <pc:docMk/>
            <pc:sldMk cId="3847535485" sldId="296"/>
            <ac:grpSpMk id="29" creationId="{A1E95631-8FD8-4C88-8B85-1683646BC7EA}"/>
          </ac:grpSpMkLst>
        </pc:grpChg>
        <pc:graphicFrameChg chg="del">
          <ac:chgData name="Chelsea Lee" userId="46fc34eb-22bd-40a0-b470-e1f05eedf781" providerId="ADAL" clId="{EE0DE65C-586E-4D97-9C89-DB9E24FF5815}" dt="2020-08-22T17:58:05.018" v="265" actId="478"/>
          <ac:graphicFrameMkLst>
            <pc:docMk/>
            <pc:sldMk cId="3847535485" sldId="296"/>
            <ac:graphicFrameMk id="2" creationId="{AA8681B8-B43E-4A97-872E-9D586DEBA113}"/>
          </ac:graphicFrameMkLst>
        </pc:graphicFrameChg>
        <pc:picChg chg="del">
          <ac:chgData name="Chelsea Lee" userId="46fc34eb-22bd-40a0-b470-e1f05eedf781" providerId="ADAL" clId="{EE0DE65C-586E-4D97-9C89-DB9E24FF5815}" dt="2020-08-22T17:58:05.018" v="265" actId="478"/>
          <ac:picMkLst>
            <pc:docMk/>
            <pc:sldMk cId="3847535485" sldId="296"/>
            <ac:picMk id="4" creationId="{09AC6056-714F-4A82-9229-7D1BD080C244}"/>
          </ac:picMkLst>
        </pc:picChg>
        <pc:picChg chg="add mod topLvl">
          <ac:chgData name="Chelsea Lee" userId="46fc34eb-22bd-40a0-b470-e1f05eedf781" providerId="ADAL" clId="{EE0DE65C-586E-4D97-9C89-DB9E24FF5815}" dt="2020-08-22T18:05:30.257" v="423" actId="165"/>
          <ac:picMkLst>
            <pc:docMk/>
            <pc:sldMk cId="3847535485" sldId="296"/>
            <ac:picMk id="5" creationId="{6C6B3F3E-E4C6-4607-BFDE-0366EB9FF761}"/>
          </ac:picMkLst>
        </pc:picChg>
        <pc:picChg chg="del">
          <ac:chgData name="Chelsea Lee" userId="46fc34eb-22bd-40a0-b470-e1f05eedf781" providerId="ADAL" clId="{EE0DE65C-586E-4D97-9C89-DB9E24FF5815}" dt="2020-08-22T17:58:05.018" v="265" actId="478"/>
          <ac:picMkLst>
            <pc:docMk/>
            <pc:sldMk cId="3847535485" sldId="296"/>
            <ac:picMk id="6" creationId="{601A9F53-4FBE-4292-B1D7-7B2484B9F232}"/>
          </ac:picMkLst>
        </pc:picChg>
        <pc:picChg chg="del">
          <ac:chgData name="Chelsea Lee" userId="46fc34eb-22bd-40a0-b470-e1f05eedf781" providerId="ADAL" clId="{EE0DE65C-586E-4D97-9C89-DB9E24FF5815}" dt="2020-08-22T17:58:05.018" v="265" actId="478"/>
          <ac:picMkLst>
            <pc:docMk/>
            <pc:sldMk cId="3847535485" sldId="296"/>
            <ac:picMk id="8" creationId="{F8904EC5-0F87-4251-84A0-9BB8E3078726}"/>
          </ac:picMkLst>
        </pc:picChg>
        <pc:picChg chg="add mod topLvl">
          <ac:chgData name="Chelsea Lee" userId="46fc34eb-22bd-40a0-b470-e1f05eedf781" providerId="ADAL" clId="{EE0DE65C-586E-4D97-9C89-DB9E24FF5815}" dt="2020-08-22T18:05:18.016" v="421" actId="1076"/>
          <ac:picMkLst>
            <pc:docMk/>
            <pc:sldMk cId="3847535485" sldId="296"/>
            <ac:picMk id="9" creationId="{3814FCC5-687F-47E8-80AA-6B79C31FEA24}"/>
          </ac:picMkLst>
        </pc:picChg>
        <pc:picChg chg="add mod topLvl">
          <ac:chgData name="Chelsea Lee" userId="46fc34eb-22bd-40a0-b470-e1f05eedf781" providerId="ADAL" clId="{EE0DE65C-586E-4D97-9C89-DB9E24FF5815}" dt="2020-08-22T18:06:20.407" v="433" actId="12788"/>
          <ac:picMkLst>
            <pc:docMk/>
            <pc:sldMk cId="3847535485" sldId="296"/>
            <ac:picMk id="11" creationId="{3862DDF7-D91F-4519-884A-D20C32E354E6}"/>
          </ac:picMkLst>
        </pc:picChg>
        <pc:cxnChg chg="add del">
          <ac:chgData name="Chelsea Lee" userId="46fc34eb-22bd-40a0-b470-e1f05eedf781" providerId="ADAL" clId="{EE0DE65C-586E-4D97-9C89-DB9E24FF5815}" dt="2020-08-22T18:01:07.856" v="363" actId="11529"/>
          <ac:cxnSpMkLst>
            <pc:docMk/>
            <pc:sldMk cId="3847535485" sldId="296"/>
            <ac:cxnSpMk id="19" creationId="{63646F85-1D40-4EAE-9ED0-1280B5DE7984}"/>
          </ac:cxnSpMkLst>
        </pc:cxnChg>
      </pc:sldChg>
      <pc:sldChg chg="addSp delSp modSp add mod addCm">
        <pc:chgData name="Chelsea Lee" userId="46fc34eb-22bd-40a0-b470-e1f05eedf781" providerId="ADAL" clId="{EE0DE65C-586E-4D97-9C89-DB9E24FF5815}" dt="2020-08-22T18:26:52.939" v="728" actId="20577"/>
        <pc:sldMkLst>
          <pc:docMk/>
          <pc:sldMk cId="2642138507" sldId="297"/>
        </pc:sldMkLst>
        <pc:spChg chg="mod">
          <ac:chgData name="Chelsea Lee" userId="46fc34eb-22bd-40a0-b470-e1f05eedf781" providerId="ADAL" clId="{EE0DE65C-586E-4D97-9C89-DB9E24FF5815}" dt="2020-08-22T18:13:49.333" v="584" actId="12789"/>
          <ac:spMkLst>
            <pc:docMk/>
            <pc:sldMk cId="2642138507" sldId="297"/>
            <ac:spMk id="10" creationId="{012A2B8D-C9D7-45F6-87D7-8B1D33903474}"/>
          </ac:spMkLst>
        </pc:spChg>
        <pc:spChg chg="mod">
          <ac:chgData name="Chelsea Lee" userId="46fc34eb-22bd-40a0-b470-e1f05eedf781" providerId="ADAL" clId="{EE0DE65C-586E-4D97-9C89-DB9E24FF5815}" dt="2020-08-22T18:13:44.198" v="583" actId="12789"/>
          <ac:spMkLst>
            <pc:docMk/>
            <pc:sldMk cId="2642138507" sldId="297"/>
            <ac:spMk id="13" creationId="{82C23AAF-9E75-4DDD-B067-B7848A0220DC}"/>
          </ac:spMkLst>
        </pc:spChg>
        <pc:spChg chg="mod">
          <ac:chgData name="Chelsea Lee" userId="46fc34eb-22bd-40a0-b470-e1f05eedf781" providerId="ADAL" clId="{EE0DE65C-586E-4D97-9C89-DB9E24FF5815}" dt="2020-08-22T18:26:52.939" v="728" actId="20577"/>
          <ac:spMkLst>
            <pc:docMk/>
            <pc:sldMk cId="2642138507" sldId="297"/>
            <ac:spMk id="16" creationId="{6595CE81-C8C9-4E21-8597-37E38ADE3A8A}"/>
          </ac:spMkLst>
        </pc:spChg>
        <pc:spChg chg="mod">
          <ac:chgData name="Chelsea Lee" userId="46fc34eb-22bd-40a0-b470-e1f05eedf781" providerId="ADAL" clId="{EE0DE65C-586E-4D97-9C89-DB9E24FF5815}" dt="2020-08-22T18:11:09.551" v="527" actId="20577"/>
          <ac:spMkLst>
            <pc:docMk/>
            <pc:sldMk cId="2642138507" sldId="297"/>
            <ac:spMk id="17" creationId="{00000000-0000-0000-0000-000000000000}"/>
          </ac:spMkLst>
        </pc:spChg>
        <pc:grpChg chg="add mod">
          <ac:chgData name="Chelsea Lee" userId="46fc34eb-22bd-40a0-b470-e1f05eedf781" providerId="ADAL" clId="{EE0DE65C-586E-4D97-9C89-DB9E24FF5815}" dt="2020-08-22T18:11:58.780" v="532"/>
          <ac:grpSpMkLst>
            <pc:docMk/>
            <pc:sldMk cId="2642138507" sldId="297"/>
            <ac:grpSpMk id="8" creationId="{5F235B2A-66DF-49FC-BEB7-08A89BE98DD6}"/>
          </ac:grpSpMkLst>
        </pc:grpChg>
        <pc:grpChg chg="add mod">
          <ac:chgData name="Chelsea Lee" userId="46fc34eb-22bd-40a0-b470-e1f05eedf781" providerId="ADAL" clId="{EE0DE65C-586E-4D97-9C89-DB9E24FF5815}" dt="2020-08-22T18:13:55.723" v="585" actId="465"/>
          <ac:grpSpMkLst>
            <pc:docMk/>
            <pc:sldMk cId="2642138507" sldId="297"/>
            <ac:grpSpMk id="11" creationId="{54DAB787-8206-4DCC-BC7C-A56A26517A28}"/>
          </ac:grpSpMkLst>
        </pc:grpChg>
        <pc:grpChg chg="add mod">
          <ac:chgData name="Chelsea Lee" userId="46fc34eb-22bd-40a0-b470-e1f05eedf781" providerId="ADAL" clId="{EE0DE65C-586E-4D97-9C89-DB9E24FF5815}" dt="2020-08-22T18:11:58.780" v="532"/>
          <ac:grpSpMkLst>
            <pc:docMk/>
            <pc:sldMk cId="2642138507" sldId="297"/>
            <ac:grpSpMk id="14" creationId="{F7EF8FD5-B495-4EB9-B4ED-941BDF4B8961}"/>
          </ac:grpSpMkLst>
        </pc:grpChg>
        <pc:graphicFrameChg chg="del mod modGraphic">
          <ac:chgData name="Chelsea Lee" userId="46fc34eb-22bd-40a0-b470-e1f05eedf781" providerId="ADAL" clId="{EE0DE65C-586E-4D97-9C89-DB9E24FF5815}" dt="2020-08-22T18:13:30.864" v="580" actId="478"/>
          <ac:graphicFrameMkLst>
            <pc:docMk/>
            <pc:sldMk cId="2642138507" sldId="297"/>
            <ac:graphicFrameMk id="5" creationId="{9AE1A617-E2A2-43A4-955A-5025AF3D94FB}"/>
          </ac:graphicFrameMkLst>
        </pc:graphicFrameChg>
        <pc:picChg chg="del">
          <ac:chgData name="Chelsea Lee" userId="46fc34eb-22bd-40a0-b470-e1f05eedf781" providerId="ADAL" clId="{EE0DE65C-586E-4D97-9C89-DB9E24FF5815}" dt="2020-08-22T18:11:27.068" v="530" actId="478"/>
          <ac:picMkLst>
            <pc:docMk/>
            <pc:sldMk cId="2642138507" sldId="297"/>
            <ac:picMk id="2" creationId="{B9A87511-CE45-48B3-8E54-C5B9FD5A6AF2}"/>
          </ac:picMkLst>
        </pc:picChg>
        <pc:picChg chg="add del mod">
          <ac:chgData name="Chelsea Lee" userId="46fc34eb-22bd-40a0-b470-e1f05eedf781" providerId="ADAL" clId="{EE0DE65C-586E-4D97-9C89-DB9E24FF5815}" dt="2020-08-22T18:14:12.817" v="587" actId="21"/>
          <ac:picMkLst>
            <pc:docMk/>
            <pc:sldMk cId="2642138507" sldId="297"/>
            <ac:picMk id="4" creationId="{59C2734D-D58D-461F-9FFD-C840E973C420}"/>
          </ac:picMkLst>
        </pc:picChg>
        <pc:picChg chg="del">
          <ac:chgData name="Chelsea Lee" userId="46fc34eb-22bd-40a0-b470-e1f05eedf781" providerId="ADAL" clId="{EE0DE65C-586E-4D97-9C89-DB9E24FF5815}" dt="2020-08-22T18:11:28.405" v="531" actId="478"/>
          <ac:picMkLst>
            <pc:docMk/>
            <pc:sldMk cId="2642138507" sldId="297"/>
            <ac:picMk id="6" creationId="{53B41D1B-7919-4A6C-A2C6-B6F13FCCBD33}"/>
          </ac:picMkLst>
        </pc:picChg>
        <pc:picChg chg="del">
          <ac:chgData name="Chelsea Lee" userId="46fc34eb-22bd-40a0-b470-e1f05eedf781" providerId="ADAL" clId="{EE0DE65C-586E-4D97-9C89-DB9E24FF5815}" dt="2020-08-22T18:11:26.247" v="529" actId="478"/>
          <ac:picMkLst>
            <pc:docMk/>
            <pc:sldMk cId="2642138507" sldId="297"/>
            <ac:picMk id="7" creationId="{BA413AFC-BE62-48F5-9D34-7DB1D389BECD}"/>
          </ac:picMkLst>
        </pc:picChg>
        <pc:picChg chg="mod">
          <ac:chgData name="Chelsea Lee" userId="46fc34eb-22bd-40a0-b470-e1f05eedf781" providerId="ADAL" clId="{EE0DE65C-586E-4D97-9C89-DB9E24FF5815}" dt="2020-08-22T18:14:32.532" v="591" actId="14826"/>
          <ac:picMkLst>
            <pc:docMk/>
            <pc:sldMk cId="2642138507" sldId="297"/>
            <ac:picMk id="9" creationId="{030000BE-9E4B-4460-A63F-3F5AC7604120}"/>
          </ac:picMkLst>
        </pc:picChg>
        <pc:picChg chg="mod">
          <ac:chgData name="Chelsea Lee" userId="46fc34eb-22bd-40a0-b470-e1f05eedf781" providerId="ADAL" clId="{EE0DE65C-586E-4D97-9C89-DB9E24FF5815}" dt="2020-08-22T18:14:54.038" v="595" actId="14826"/>
          <ac:picMkLst>
            <pc:docMk/>
            <pc:sldMk cId="2642138507" sldId="297"/>
            <ac:picMk id="12" creationId="{425AB829-753E-4196-8BD6-C11F0EDD2873}"/>
          </ac:picMkLst>
        </pc:picChg>
        <pc:picChg chg="mod">
          <ac:chgData name="Chelsea Lee" userId="46fc34eb-22bd-40a0-b470-e1f05eedf781" providerId="ADAL" clId="{EE0DE65C-586E-4D97-9C89-DB9E24FF5815}" dt="2020-08-22T18:14:16.707" v="588" actId="14826"/>
          <ac:picMkLst>
            <pc:docMk/>
            <pc:sldMk cId="2642138507" sldId="297"/>
            <ac:picMk id="15" creationId="{F2FDB5EA-C923-4858-9D19-042FD18083E6}"/>
          </ac:picMkLst>
        </pc:picChg>
        <pc:picChg chg="add del mod">
          <ac:chgData name="Chelsea Lee" userId="46fc34eb-22bd-40a0-b470-e1f05eedf781" providerId="ADAL" clId="{EE0DE65C-586E-4D97-9C89-DB9E24FF5815}" dt="2020-08-22T18:14:27.961" v="590" actId="21"/>
          <ac:picMkLst>
            <pc:docMk/>
            <pc:sldMk cId="2642138507" sldId="297"/>
            <ac:picMk id="19" creationId="{C03425C2-A0C0-4EC7-AE0D-7D7CC5AF510C}"/>
          </ac:picMkLst>
        </pc:picChg>
        <pc:picChg chg="add del mod">
          <ac:chgData name="Chelsea Lee" userId="46fc34eb-22bd-40a0-b470-e1f05eedf781" providerId="ADAL" clId="{EE0DE65C-586E-4D97-9C89-DB9E24FF5815}" dt="2020-08-22T18:14:50.255" v="594" actId="21"/>
          <ac:picMkLst>
            <pc:docMk/>
            <pc:sldMk cId="2642138507" sldId="297"/>
            <ac:picMk id="21" creationId="{7D96AC54-BCBA-4620-B158-EE24E9A11A22}"/>
          </ac:picMkLst>
        </pc:picChg>
      </pc:sldChg>
      <pc:sldChg chg="addSp delSp modSp add mod">
        <pc:chgData name="Chelsea Lee" userId="46fc34eb-22bd-40a0-b470-e1f05eedf781" providerId="ADAL" clId="{EE0DE65C-586E-4D97-9C89-DB9E24FF5815}" dt="2020-08-22T18:25:13.472" v="718" actId="1076"/>
        <pc:sldMkLst>
          <pc:docMk/>
          <pc:sldMk cId="3691073824" sldId="298"/>
        </pc:sldMkLst>
        <pc:spChg chg="mod">
          <ac:chgData name="Chelsea Lee" userId="46fc34eb-22bd-40a0-b470-e1f05eedf781" providerId="ADAL" clId="{EE0DE65C-586E-4D97-9C89-DB9E24FF5815}" dt="2020-08-22T18:24:52.604" v="711" actId="12788"/>
          <ac:spMkLst>
            <pc:docMk/>
            <pc:sldMk cId="3691073824" sldId="298"/>
            <ac:spMk id="13" creationId="{EE0F5E29-079F-43EF-9E35-7AD935132F4F}"/>
          </ac:spMkLst>
        </pc:spChg>
        <pc:spChg chg="mod">
          <ac:chgData name="Chelsea Lee" userId="46fc34eb-22bd-40a0-b470-e1f05eedf781" providerId="ADAL" clId="{EE0DE65C-586E-4D97-9C89-DB9E24FF5815}" dt="2020-08-22T18:24:52.604" v="711" actId="12788"/>
          <ac:spMkLst>
            <pc:docMk/>
            <pc:sldMk cId="3691073824" sldId="298"/>
            <ac:spMk id="14" creationId="{7220FC46-2B31-43E5-9F5E-294ACE7FF742}"/>
          </ac:spMkLst>
        </pc:spChg>
        <pc:spChg chg="mod">
          <ac:chgData name="Chelsea Lee" userId="46fc34eb-22bd-40a0-b470-e1f05eedf781" providerId="ADAL" clId="{EE0DE65C-586E-4D97-9C89-DB9E24FF5815}" dt="2020-08-22T18:25:08.654" v="716" actId="12788"/>
          <ac:spMkLst>
            <pc:docMk/>
            <pc:sldMk cId="3691073824" sldId="298"/>
            <ac:spMk id="18" creationId="{FA0F78F5-5B15-433E-A293-047A763A7659}"/>
          </ac:spMkLst>
        </pc:spChg>
        <pc:spChg chg="mod">
          <ac:chgData name="Chelsea Lee" userId="46fc34eb-22bd-40a0-b470-e1f05eedf781" providerId="ADAL" clId="{EE0DE65C-586E-4D97-9C89-DB9E24FF5815}" dt="2020-08-22T18:25:08.654" v="716" actId="12788"/>
          <ac:spMkLst>
            <pc:docMk/>
            <pc:sldMk cId="3691073824" sldId="298"/>
            <ac:spMk id="19" creationId="{6B12A3EF-3661-425E-BB65-DF83912F9E33}"/>
          </ac:spMkLst>
        </pc:spChg>
        <pc:grpChg chg="add mod">
          <ac:chgData name="Chelsea Lee" userId="46fc34eb-22bd-40a0-b470-e1f05eedf781" providerId="ADAL" clId="{EE0DE65C-586E-4D97-9C89-DB9E24FF5815}" dt="2020-08-22T18:25:11.053" v="717" actId="1076"/>
          <ac:grpSpMkLst>
            <pc:docMk/>
            <pc:sldMk cId="3691073824" sldId="298"/>
            <ac:grpSpMk id="10" creationId="{E1AD1EA8-2A22-41A7-989F-D1905D424BE4}"/>
          </ac:grpSpMkLst>
        </pc:grpChg>
        <pc:grpChg chg="add mod">
          <ac:chgData name="Chelsea Lee" userId="46fc34eb-22bd-40a0-b470-e1f05eedf781" providerId="ADAL" clId="{EE0DE65C-586E-4D97-9C89-DB9E24FF5815}" dt="2020-08-22T18:25:13.472" v="718" actId="1076"/>
          <ac:grpSpMkLst>
            <pc:docMk/>
            <pc:sldMk cId="3691073824" sldId="298"/>
            <ac:grpSpMk id="15" creationId="{33F9FD76-5287-4A5D-9CAA-E5B8A1183FCD}"/>
          </ac:grpSpMkLst>
        </pc:grpChg>
        <pc:graphicFrameChg chg="del mod modGraphic">
          <ac:chgData name="Chelsea Lee" userId="46fc34eb-22bd-40a0-b470-e1f05eedf781" providerId="ADAL" clId="{EE0DE65C-586E-4D97-9C89-DB9E24FF5815}" dt="2020-08-22T18:23:08.251" v="684" actId="478"/>
          <ac:graphicFrameMkLst>
            <pc:docMk/>
            <pc:sldMk cId="3691073824" sldId="298"/>
            <ac:graphicFrameMk id="2" creationId="{E3172D8D-1D89-4F49-BEC9-16A0F74270E8}"/>
          </ac:graphicFrameMkLst>
        </pc:graphicFrameChg>
        <pc:picChg chg="del">
          <ac:chgData name="Chelsea Lee" userId="46fc34eb-22bd-40a0-b470-e1f05eedf781" providerId="ADAL" clId="{EE0DE65C-586E-4D97-9C89-DB9E24FF5815}" dt="2020-08-22T18:22:22.359" v="646" actId="478"/>
          <ac:picMkLst>
            <pc:docMk/>
            <pc:sldMk cId="3691073824" sldId="298"/>
            <ac:picMk id="3" creationId="{8CE58DD3-F46D-45A3-852C-738E261E2E89}"/>
          </ac:picMkLst>
        </pc:picChg>
        <pc:picChg chg="add del mod">
          <ac:chgData name="Chelsea Lee" userId="46fc34eb-22bd-40a0-b470-e1f05eedf781" providerId="ADAL" clId="{EE0DE65C-586E-4D97-9C89-DB9E24FF5815}" dt="2020-08-22T18:22:12.478" v="641" actId="21"/>
          <ac:picMkLst>
            <pc:docMk/>
            <pc:sldMk cId="3691073824" sldId="298"/>
            <ac:picMk id="5" creationId="{C0F4901A-A520-4EED-BEEB-AD1E822AD35B}"/>
          </ac:picMkLst>
        </pc:picChg>
        <pc:picChg chg="add del mod">
          <ac:chgData name="Chelsea Lee" userId="46fc34eb-22bd-40a0-b470-e1f05eedf781" providerId="ADAL" clId="{EE0DE65C-586E-4D97-9C89-DB9E24FF5815}" dt="2020-08-22T18:22:17.405" v="644" actId="21"/>
          <ac:picMkLst>
            <pc:docMk/>
            <pc:sldMk cId="3691073824" sldId="298"/>
            <ac:picMk id="7" creationId="{51A76702-3C3A-418A-B3D3-8FBDE2A0F4A7}"/>
          </ac:picMkLst>
        </pc:picChg>
        <pc:picChg chg="mod">
          <ac:chgData name="Chelsea Lee" userId="46fc34eb-22bd-40a0-b470-e1f05eedf781" providerId="ADAL" clId="{EE0DE65C-586E-4D97-9C89-DB9E24FF5815}" dt="2020-08-22T18:24:52.604" v="711" actId="12788"/>
          <ac:picMkLst>
            <pc:docMk/>
            <pc:sldMk cId="3691073824" sldId="298"/>
            <ac:picMk id="11" creationId="{493B6F76-CD65-40B7-87EA-29AC4733E7C9}"/>
          </ac:picMkLst>
        </pc:picChg>
        <pc:picChg chg="del">
          <ac:chgData name="Chelsea Lee" userId="46fc34eb-22bd-40a0-b470-e1f05eedf781" providerId="ADAL" clId="{EE0DE65C-586E-4D97-9C89-DB9E24FF5815}" dt="2020-08-22T18:22:23.154" v="647" actId="478"/>
          <ac:picMkLst>
            <pc:docMk/>
            <pc:sldMk cId="3691073824" sldId="298"/>
            <ac:picMk id="12" creationId="{B2D73169-752E-4B4D-8A8D-D113EECD879D}"/>
          </ac:picMkLst>
        </pc:picChg>
        <pc:picChg chg="mod">
          <ac:chgData name="Chelsea Lee" userId="46fc34eb-22bd-40a0-b470-e1f05eedf781" providerId="ADAL" clId="{EE0DE65C-586E-4D97-9C89-DB9E24FF5815}" dt="2020-08-22T18:25:08.654" v="716" actId="12788"/>
          <ac:picMkLst>
            <pc:docMk/>
            <pc:sldMk cId="3691073824" sldId="298"/>
            <ac:picMk id="16" creationId="{DAC005F8-E385-467C-AF95-F593077F4C6A}"/>
          </ac:picMkLst>
        </pc:picChg>
      </pc:sldChg>
      <pc:sldChg chg="addSp delSp modSp add mod modNotesTx">
        <pc:chgData name="Chelsea Lee" userId="46fc34eb-22bd-40a0-b470-e1f05eedf781" providerId="ADAL" clId="{EE0DE65C-586E-4D97-9C89-DB9E24FF5815}" dt="2020-08-22T18:37:55.958" v="865" actId="20577"/>
        <pc:sldMkLst>
          <pc:docMk/>
          <pc:sldMk cId="1587513377" sldId="299"/>
        </pc:sldMkLst>
        <pc:spChg chg="mod">
          <ac:chgData name="Chelsea Lee" userId="46fc34eb-22bd-40a0-b470-e1f05eedf781" providerId="ADAL" clId="{EE0DE65C-586E-4D97-9C89-DB9E24FF5815}" dt="2020-08-22T18:37:21.700" v="860" actId="12789"/>
          <ac:spMkLst>
            <pc:docMk/>
            <pc:sldMk cId="1587513377" sldId="299"/>
            <ac:spMk id="15" creationId="{0A81734B-C9E3-4851-A79A-67AE44CF576E}"/>
          </ac:spMkLst>
        </pc:spChg>
        <pc:spChg chg="mod">
          <ac:chgData name="Chelsea Lee" userId="46fc34eb-22bd-40a0-b470-e1f05eedf781" providerId="ADAL" clId="{EE0DE65C-586E-4D97-9C89-DB9E24FF5815}" dt="2020-08-22T18:36:58.711" v="855"/>
          <ac:spMkLst>
            <pc:docMk/>
            <pc:sldMk cId="1587513377" sldId="299"/>
            <ac:spMk id="17" creationId="{00000000-0000-0000-0000-000000000000}"/>
          </ac:spMkLst>
        </pc:spChg>
        <pc:spChg chg="mod">
          <ac:chgData name="Chelsea Lee" userId="46fc34eb-22bd-40a0-b470-e1f05eedf781" providerId="ADAL" clId="{EE0DE65C-586E-4D97-9C89-DB9E24FF5815}" dt="2020-08-22T18:37:55.958" v="865" actId="20577"/>
          <ac:spMkLst>
            <pc:docMk/>
            <pc:sldMk cId="1587513377" sldId="299"/>
            <ac:spMk id="18" creationId="{9CE26080-F17B-4A06-8E57-47B04F7DC8FC}"/>
          </ac:spMkLst>
        </pc:spChg>
        <pc:spChg chg="mod">
          <ac:chgData name="Chelsea Lee" userId="46fc34eb-22bd-40a0-b470-e1f05eedf781" providerId="ADAL" clId="{EE0DE65C-586E-4D97-9C89-DB9E24FF5815}" dt="2020-08-22T18:37:11.719" v="858" actId="12789"/>
          <ac:spMkLst>
            <pc:docMk/>
            <pc:sldMk cId="1587513377" sldId="299"/>
            <ac:spMk id="19" creationId="{D77DF5E7-14E7-423E-B840-688ADF6CA324}"/>
          </ac:spMkLst>
        </pc:spChg>
        <pc:spChg chg="mod">
          <ac:chgData name="Chelsea Lee" userId="46fc34eb-22bd-40a0-b470-e1f05eedf781" providerId="ADAL" clId="{EE0DE65C-586E-4D97-9C89-DB9E24FF5815}" dt="2020-08-22T18:36:40.456" v="854" actId="20577"/>
          <ac:spMkLst>
            <pc:docMk/>
            <pc:sldMk cId="1587513377" sldId="299"/>
            <ac:spMk id="20" creationId="{2C07F6C7-AC66-4577-A476-E82543BA8AAD}"/>
          </ac:spMkLst>
        </pc:spChg>
        <pc:grpChg chg="mod">
          <ac:chgData name="Chelsea Lee" userId="46fc34eb-22bd-40a0-b470-e1f05eedf781" providerId="ADAL" clId="{EE0DE65C-586E-4D97-9C89-DB9E24FF5815}" dt="2020-08-22T18:37:29.954" v="861" actId="465"/>
          <ac:grpSpMkLst>
            <pc:docMk/>
            <pc:sldMk cId="1587513377" sldId="299"/>
            <ac:grpSpMk id="21" creationId="{2348C96D-B55F-4FD5-A584-16F21DD75CA7}"/>
          </ac:grpSpMkLst>
        </pc:grpChg>
        <pc:grpChg chg="mod">
          <ac:chgData name="Chelsea Lee" userId="46fc34eb-22bd-40a0-b470-e1f05eedf781" providerId="ADAL" clId="{EE0DE65C-586E-4D97-9C89-DB9E24FF5815}" dt="2020-08-22T18:37:29.954" v="861" actId="465"/>
          <ac:grpSpMkLst>
            <pc:docMk/>
            <pc:sldMk cId="1587513377" sldId="299"/>
            <ac:grpSpMk id="22" creationId="{D08733A0-E944-4170-A6C5-08CCB372876F}"/>
          </ac:grpSpMkLst>
        </pc:grpChg>
        <pc:picChg chg="add del mod">
          <ac:chgData name="Chelsea Lee" userId="46fc34eb-22bd-40a0-b470-e1f05eedf781" providerId="ADAL" clId="{EE0DE65C-586E-4D97-9C89-DB9E24FF5815}" dt="2020-08-22T18:33:18.543" v="739" actId="21"/>
          <ac:picMkLst>
            <pc:docMk/>
            <pc:sldMk cId="1587513377" sldId="299"/>
            <ac:picMk id="3" creationId="{F7B052CC-F43A-410C-96E4-645D7A3A2753}"/>
          </ac:picMkLst>
        </pc:picChg>
        <pc:picChg chg="add del mod">
          <ac:chgData name="Chelsea Lee" userId="46fc34eb-22bd-40a0-b470-e1f05eedf781" providerId="ADAL" clId="{EE0DE65C-586E-4D97-9C89-DB9E24FF5815}" dt="2020-08-22T18:33:44.705" v="742" actId="21"/>
          <ac:picMkLst>
            <pc:docMk/>
            <pc:sldMk cId="1587513377" sldId="299"/>
            <ac:picMk id="5" creationId="{DDE66828-4B21-43A8-8DA0-C0864FE1C5F4}"/>
          </ac:picMkLst>
        </pc:picChg>
        <pc:picChg chg="add del mod">
          <ac:chgData name="Chelsea Lee" userId="46fc34eb-22bd-40a0-b470-e1f05eedf781" providerId="ADAL" clId="{EE0DE65C-586E-4D97-9C89-DB9E24FF5815}" dt="2020-08-22T18:34:29.387" v="766" actId="21"/>
          <ac:picMkLst>
            <pc:docMk/>
            <pc:sldMk cId="1587513377" sldId="299"/>
            <ac:picMk id="7" creationId="{71B65E22-9748-41C9-8B7C-1B20715A4905}"/>
          </ac:picMkLst>
        </pc:picChg>
        <pc:picChg chg="mod">
          <ac:chgData name="Chelsea Lee" userId="46fc34eb-22bd-40a0-b470-e1f05eedf781" providerId="ADAL" clId="{EE0DE65C-586E-4D97-9C89-DB9E24FF5815}" dt="2020-08-22T18:37:21.700" v="860" actId="12789"/>
          <ac:picMkLst>
            <pc:docMk/>
            <pc:sldMk cId="1587513377" sldId="299"/>
            <ac:picMk id="8" creationId="{D76AC99C-AE1C-410E-9BE4-03E32684A102}"/>
          </ac:picMkLst>
        </pc:picChg>
        <pc:picChg chg="mod">
          <ac:chgData name="Chelsea Lee" userId="46fc34eb-22bd-40a0-b470-e1f05eedf781" providerId="ADAL" clId="{EE0DE65C-586E-4D97-9C89-DB9E24FF5815}" dt="2020-08-22T18:37:17.029" v="859" actId="12789"/>
          <ac:picMkLst>
            <pc:docMk/>
            <pc:sldMk cId="1587513377" sldId="299"/>
            <ac:picMk id="10" creationId="{11260FD4-CCDA-4AE8-B5B4-363E84C3E4E4}"/>
          </ac:picMkLst>
        </pc:picChg>
        <pc:picChg chg="add del mod">
          <ac:chgData name="Chelsea Lee" userId="46fc34eb-22bd-40a0-b470-e1f05eedf781" providerId="ADAL" clId="{EE0DE65C-586E-4D97-9C89-DB9E24FF5815}" dt="2020-08-22T18:35:10.054" v="815" actId="21"/>
          <ac:picMkLst>
            <pc:docMk/>
            <pc:sldMk cId="1587513377" sldId="299"/>
            <ac:picMk id="11" creationId="{9590E9F7-DA9D-43BD-B2F9-4BED2A4BD447}"/>
          </ac:picMkLst>
        </pc:picChg>
        <pc:picChg chg="mod">
          <ac:chgData name="Chelsea Lee" userId="46fc34eb-22bd-40a0-b470-e1f05eedf781" providerId="ADAL" clId="{EE0DE65C-586E-4D97-9C89-DB9E24FF5815}" dt="2020-08-22T18:37:11.719" v="858" actId="12789"/>
          <ac:picMkLst>
            <pc:docMk/>
            <pc:sldMk cId="1587513377" sldId="299"/>
            <ac:picMk id="12" creationId="{2FF28343-9BB9-4C71-91C1-D0CED20AA99B}"/>
          </ac:picMkLst>
        </pc:picChg>
        <pc:picChg chg="mod">
          <ac:chgData name="Chelsea Lee" userId="46fc34eb-22bd-40a0-b470-e1f05eedf781" providerId="ADAL" clId="{EE0DE65C-586E-4D97-9C89-DB9E24FF5815}" dt="2020-08-22T18:35:14.642" v="816" actId="14826"/>
          <ac:picMkLst>
            <pc:docMk/>
            <pc:sldMk cId="1587513377" sldId="299"/>
            <ac:picMk id="14" creationId="{606B8AFD-CBE4-4100-AB4F-A1E669C11063}"/>
          </ac:picMkLst>
        </pc:picChg>
      </pc:sldChg>
      <pc:sldChg chg="add del">
        <pc:chgData name="Chelsea Lee" userId="46fc34eb-22bd-40a0-b470-e1f05eedf781" providerId="ADAL" clId="{EE0DE65C-586E-4D97-9C89-DB9E24FF5815}" dt="2020-08-22T18:32:20.446" v="736" actId="22"/>
        <pc:sldMkLst>
          <pc:docMk/>
          <pc:sldMk cId="2424897882" sldId="299"/>
        </pc:sldMkLst>
      </pc:sldChg>
      <pc:sldChg chg="addSp delSp modSp add mod addCm delCm">
        <pc:chgData name="Chelsea Lee" userId="46fc34eb-22bd-40a0-b470-e1f05eedf781" providerId="ADAL" clId="{EE0DE65C-586E-4D97-9C89-DB9E24FF5815}" dt="2020-08-22T19:15:16.086" v="1613"/>
        <pc:sldMkLst>
          <pc:docMk/>
          <pc:sldMk cId="2925395085" sldId="300"/>
        </pc:sldMkLst>
        <pc:spChg chg="add mod ord topLvl">
          <ac:chgData name="Chelsea Lee" userId="46fc34eb-22bd-40a0-b470-e1f05eedf781" providerId="ADAL" clId="{EE0DE65C-586E-4D97-9C89-DB9E24FF5815}" dt="2020-08-22T18:56:56.452" v="1182" actId="14100"/>
          <ac:spMkLst>
            <pc:docMk/>
            <pc:sldMk cId="2925395085" sldId="300"/>
            <ac:spMk id="19" creationId="{1D3C3C88-54BE-465C-AB55-64867C5DA18F}"/>
          </ac:spMkLst>
        </pc:spChg>
        <pc:spChg chg="add mod topLvl">
          <ac:chgData name="Chelsea Lee" userId="46fc34eb-22bd-40a0-b470-e1f05eedf781" providerId="ADAL" clId="{EE0DE65C-586E-4D97-9C89-DB9E24FF5815}" dt="2020-08-22T18:58:16.192" v="1232" actId="14100"/>
          <ac:spMkLst>
            <pc:docMk/>
            <pc:sldMk cId="2925395085" sldId="300"/>
            <ac:spMk id="20" creationId="{5DC6600A-6A3F-4661-9205-35DFC8C67378}"/>
          </ac:spMkLst>
        </pc:spChg>
        <pc:spChg chg="mod">
          <ac:chgData name="Chelsea Lee" userId="46fc34eb-22bd-40a0-b470-e1f05eedf781" providerId="ADAL" clId="{EE0DE65C-586E-4D97-9C89-DB9E24FF5815}" dt="2020-08-22T18:53:26.006" v="1068"/>
          <ac:spMkLst>
            <pc:docMk/>
            <pc:sldMk cId="2925395085" sldId="300"/>
            <ac:spMk id="24" creationId="{38C66224-5721-47F3-BC6D-C28D146D98DB}"/>
          </ac:spMkLst>
        </pc:spChg>
        <pc:spChg chg="mod">
          <ac:chgData name="Chelsea Lee" userId="46fc34eb-22bd-40a0-b470-e1f05eedf781" providerId="ADAL" clId="{EE0DE65C-586E-4D97-9C89-DB9E24FF5815}" dt="2020-08-22T18:55:18.585" v="1156" actId="1076"/>
          <ac:spMkLst>
            <pc:docMk/>
            <pc:sldMk cId="2925395085" sldId="300"/>
            <ac:spMk id="26" creationId="{E7E6E285-723A-407D-94F5-F20724EA8DA2}"/>
          </ac:spMkLst>
        </pc:spChg>
        <pc:spChg chg="mod">
          <ac:chgData name="Chelsea Lee" userId="46fc34eb-22bd-40a0-b470-e1f05eedf781" providerId="ADAL" clId="{EE0DE65C-586E-4D97-9C89-DB9E24FF5815}" dt="2020-08-22T18:54:23.144" v="1132" actId="14100"/>
          <ac:spMkLst>
            <pc:docMk/>
            <pc:sldMk cId="2925395085" sldId="300"/>
            <ac:spMk id="28" creationId="{18B8C1E3-045C-49A7-9194-82DB9E594575}"/>
          </ac:spMkLst>
        </pc:spChg>
        <pc:spChg chg="mod">
          <ac:chgData name="Chelsea Lee" userId="46fc34eb-22bd-40a0-b470-e1f05eedf781" providerId="ADAL" clId="{EE0DE65C-586E-4D97-9C89-DB9E24FF5815}" dt="2020-08-22T18:56:24.208" v="1174" actId="14100"/>
          <ac:spMkLst>
            <pc:docMk/>
            <pc:sldMk cId="2925395085" sldId="300"/>
            <ac:spMk id="30" creationId="{DE7F8B7D-2FDA-4F18-8B3E-B3EFDD144A02}"/>
          </ac:spMkLst>
        </pc:spChg>
        <pc:spChg chg="mod">
          <ac:chgData name="Chelsea Lee" userId="46fc34eb-22bd-40a0-b470-e1f05eedf781" providerId="ADAL" clId="{EE0DE65C-586E-4D97-9C89-DB9E24FF5815}" dt="2020-08-22T18:57:16.957" v="1186"/>
          <ac:spMkLst>
            <pc:docMk/>
            <pc:sldMk cId="2925395085" sldId="300"/>
            <ac:spMk id="36" creationId="{0B63F06B-36BD-4B03-A91A-A4911ABF52F5}"/>
          </ac:spMkLst>
        </pc:spChg>
        <pc:spChg chg="mod">
          <ac:chgData name="Chelsea Lee" userId="46fc34eb-22bd-40a0-b470-e1f05eedf781" providerId="ADAL" clId="{EE0DE65C-586E-4D97-9C89-DB9E24FF5815}" dt="2020-08-22T18:57:55.302" v="1227" actId="1076"/>
          <ac:spMkLst>
            <pc:docMk/>
            <pc:sldMk cId="2925395085" sldId="300"/>
            <ac:spMk id="38" creationId="{EBEDE8DC-D815-4D2F-BE04-CBAE05A5BBAB}"/>
          </ac:spMkLst>
        </pc:spChg>
        <pc:spChg chg="mod">
          <ac:chgData name="Chelsea Lee" userId="46fc34eb-22bd-40a0-b470-e1f05eedf781" providerId="ADAL" clId="{EE0DE65C-586E-4D97-9C89-DB9E24FF5815}" dt="2020-08-22T18:59:48.824" v="1299"/>
          <ac:spMkLst>
            <pc:docMk/>
            <pc:sldMk cId="2925395085" sldId="300"/>
            <ac:spMk id="40" creationId="{40195766-F6A8-44BF-927B-82F54EA40D2D}"/>
          </ac:spMkLst>
        </pc:spChg>
        <pc:spChg chg="mod">
          <ac:chgData name="Chelsea Lee" userId="46fc34eb-22bd-40a0-b470-e1f05eedf781" providerId="ADAL" clId="{EE0DE65C-586E-4D97-9C89-DB9E24FF5815}" dt="2020-08-22T18:59:48.824" v="1299"/>
          <ac:spMkLst>
            <pc:docMk/>
            <pc:sldMk cId="2925395085" sldId="300"/>
            <ac:spMk id="42" creationId="{3939993E-305E-435B-A393-17804AFA5077}"/>
          </ac:spMkLst>
        </pc:spChg>
        <pc:spChg chg="mod">
          <ac:chgData name="Chelsea Lee" userId="46fc34eb-22bd-40a0-b470-e1f05eedf781" providerId="ADAL" clId="{EE0DE65C-586E-4D97-9C89-DB9E24FF5815}" dt="2020-08-22T18:58:59.395" v="1266"/>
          <ac:spMkLst>
            <pc:docMk/>
            <pc:sldMk cId="2925395085" sldId="300"/>
            <ac:spMk id="46" creationId="{E56129BC-8D83-4788-9B0F-24995714A77D}"/>
          </ac:spMkLst>
        </pc:spChg>
        <pc:spChg chg="mod">
          <ac:chgData name="Chelsea Lee" userId="46fc34eb-22bd-40a0-b470-e1f05eedf781" providerId="ADAL" clId="{EE0DE65C-586E-4D97-9C89-DB9E24FF5815}" dt="2020-08-22T18:59:24.988" v="1297" actId="14100"/>
          <ac:spMkLst>
            <pc:docMk/>
            <pc:sldMk cId="2925395085" sldId="300"/>
            <ac:spMk id="48" creationId="{98688D32-6A2E-489E-960B-7F2C31CCC512}"/>
          </ac:spMkLst>
        </pc:spChg>
        <pc:spChg chg="add mod">
          <ac:chgData name="Chelsea Lee" userId="46fc34eb-22bd-40a0-b470-e1f05eedf781" providerId="ADAL" clId="{EE0DE65C-586E-4D97-9C89-DB9E24FF5815}" dt="2020-08-22T18:59:48.824" v="1299"/>
          <ac:spMkLst>
            <pc:docMk/>
            <pc:sldMk cId="2925395085" sldId="300"/>
            <ac:spMk id="49" creationId="{0DF02C3B-2109-44F0-9614-48F6243A1B32}"/>
          </ac:spMkLst>
        </pc:spChg>
        <pc:spChg chg="mod">
          <ac:chgData name="Chelsea Lee" userId="46fc34eb-22bd-40a0-b470-e1f05eedf781" providerId="ADAL" clId="{EE0DE65C-586E-4D97-9C89-DB9E24FF5815}" dt="2020-08-22T18:59:51.346" v="1300"/>
          <ac:spMkLst>
            <pc:docMk/>
            <pc:sldMk cId="2925395085" sldId="300"/>
            <ac:spMk id="51" creationId="{F5FA1CB2-6944-47B4-9244-083109F05CAA}"/>
          </ac:spMkLst>
        </pc:spChg>
        <pc:spChg chg="mod">
          <ac:chgData name="Chelsea Lee" userId="46fc34eb-22bd-40a0-b470-e1f05eedf781" providerId="ADAL" clId="{EE0DE65C-586E-4D97-9C89-DB9E24FF5815}" dt="2020-08-22T19:00:24.809" v="1323" actId="20577"/>
          <ac:spMkLst>
            <pc:docMk/>
            <pc:sldMk cId="2925395085" sldId="300"/>
            <ac:spMk id="53" creationId="{013F7441-F319-4E92-B9BC-485CC95ABE62}"/>
          </ac:spMkLst>
        </pc:spChg>
        <pc:spChg chg="mod">
          <ac:chgData name="Chelsea Lee" userId="46fc34eb-22bd-40a0-b470-e1f05eedf781" providerId="ADAL" clId="{EE0DE65C-586E-4D97-9C89-DB9E24FF5815}" dt="2020-08-22T19:00:41.457" v="1326"/>
          <ac:spMkLst>
            <pc:docMk/>
            <pc:sldMk cId="2925395085" sldId="300"/>
            <ac:spMk id="55" creationId="{7975503E-7D19-45DA-8636-46D9123A74A1}"/>
          </ac:spMkLst>
        </pc:spChg>
        <pc:spChg chg="mod">
          <ac:chgData name="Chelsea Lee" userId="46fc34eb-22bd-40a0-b470-e1f05eedf781" providerId="ADAL" clId="{EE0DE65C-586E-4D97-9C89-DB9E24FF5815}" dt="2020-08-22T19:01:06.215" v="1341" actId="1076"/>
          <ac:spMkLst>
            <pc:docMk/>
            <pc:sldMk cId="2925395085" sldId="300"/>
            <ac:spMk id="57" creationId="{560CDE64-BC6D-460D-9A2D-734D70050A89}"/>
          </ac:spMkLst>
        </pc:spChg>
        <pc:spChg chg="add mod ord">
          <ac:chgData name="Chelsea Lee" userId="46fc34eb-22bd-40a0-b470-e1f05eedf781" providerId="ADAL" clId="{EE0DE65C-586E-4D97-9C89-DB9E24FF5815}" dt="2020-08-22T19:14:58.272" v="1611" actId="1076"/>
          <ac:spMkLst>
            <pc:docMk/>
            <pc:sldMk cId="2925395085" sldId="300"/>
            <ac:spMk id="58" creationId="{4375CE31-64D8-4B50-8050-487084DA42DA}"/>
          </ac:spMkLst>
        </pc:spChg>
        <pc:spChg chg="add del mod">
          <ac:chgData name="Chelsea Lee" userId="46fc34eb-22bd-40a0-b470-e1f05eedf781" providerId="ADAL" clId="{EE0DE65C-586E-4D97-9C89-DB9E24FF5815}" dt="2020-08-22T19:14:38.881" v="1605" actId="478"/>
          <ac:spMkLst>
            <pc:docMk/>
            <pc:sldMk cId="2925395085" sldId="300"/>
            <ac:spMk id="59" creationId="{5077BC29-BD51-4231-AFEE-6447CF579D16}"/>
          </ac:spMkLst>
        </pc:spChg>
        <pc:spChg chg="add del mod">
          <ac:chgData name="Chelsea Lee" userId="46fc34eb-22bd-40a0-b470-e1f05eedf781" providerId="ADAL" clId="{EE0DE65C-586E-4D97-9C89-DB9E24FF5815}" dt="2020-08-22T19:07:11.395" v="1431" actId="478"/>
          <ac:spMkLst>
            <pc:docMk/>
            <pc:sldMk cId="2925395085" sldId="300"/>
            <ac:spMk id="61" creationId="{6D6F4CA6-F077-4569-A699-E7C037A67DF4}"/>
          </ac:spMkLst>
        </pc:spChg>
        <pc:spChg chg="add mod">
          <ac:chgData name="Chelsea Lee" userId="46fc34eb-22bd-40a0-b470-e1f05eedf781" providerId="ADAL" clId="{EE0DE65C-586E-4D97-9C89-DB9E24FF5815}" dt="2020-08-22T19:14:22.718" v="1604" actId="1035"/>
          <ac:spMkLst>
            <pc:docMk/>
            <pc:sldMk cId="2925395085" sldId="300"/>
            <ac:spMk id="63" creationId="{8F1E8D2A-2F4E-4C1A-9D99-7588882FCEF8}"/>
          </ac:spMkLst>
        </pc:spChg>
        <pc:spChg chg="add mod">
          <ac:chgData name="Chelsea Lee" userId="46fc34eb-22bd-40a0-b470-e1f05eedf781" providerId="ADAL" clId="{EE0DE65C-586E-4D97-9C89-DB9E24FF5815}" dt="2020-08-22T19:11:12.155" v="1551" actId="14100"/>
          <ac:spMkLst>
            <pc:docMk/>
            <pc:sldMk cId="2925395085" sldId="300"/>
            <ac:spMk id="64" creationId="{68F91B03-A3B1-44A4-BE32-997EC2D3FF42}"/>
          </ac:spMkLst>
        </pc:spChg>
        <pc:spChg chg="add mod">
          <ac:chgData name="Chelsea Lee" userId="46fc34eb-22bd-40a0-b470-e1f05eedf781" providerId="ADAL" clId="{EE0DE65C-586E-4D97-9C89-DB9E24FF5815}" dt="2020-08-22T19:12:41.026" v="1564" actId="1076"/>
          <ac:spMkLst>
            <pc:docMk/>
            <pc:sldMk cId="2925395085" sldId="300"/>
            <ac:spMk id="66" creationId="{896A6962-045A-4E85-BE26-437D1D580E0A}"/>
          </ac:spMkLst>
        </pc:spChg>
        <pc:grpChg chg="add del mod">
          <ac:chgData name="Chelsea Lee" userId="46fc34eb-22bd-40a0-b470-e1f05eedf781" providerId="ADAL" clId="{EE0DE65C-586E-4D97-9C89-DB9E24FF5815}" dt="2020-08-22T18:56:53.307" v="1181" actId="165"/>
          <ac:grpSpMkLst>
            <pc:docMk/>
            <pc:sldMk cId="2925395085" sldId="300"/>
            <ac:grpSpMk id="21" creationId="{207995F0-8E6A-4555-98BE-8B10D9584EBE}"/>
          </ac:grpSpMkLst>
        </pc:grpChg>
        <pc:grpChg chg="add del mod">
          <ac:chgData name="Chelsea Lee" userId="46fc34eb-22bd-40a0-b470-e1f05eedf781" providerId="ADAL" clId="{EE0DE65C-586E-4D97-9C89-DB9E24FF5815}" dt="2020-08-22T18:56:38.039" v="1177" actId="478"/>
          <ac:grpSpMkLst>
            <pc:docMk/>
            <pc:sldMk cId="2925395085" sldId="300"/>
            <ac:grpSpMk id="23" creationId="{5D1B795F-9255-42B0-95DD-2C37D22451AF}"/>
          </ac:grpSpMkLst>
        </pc:grpChg>
        <pc:grpChg chg="add del mod topLvl">
          <ac:chgData name="Chelsea Lee" userId="46fc34eb-22bd-40a0-b470-e1f05eedf781" providerId="ADAL" clId="{EE0DE65C-586E-4D97-9C89-DB9E24FF5815}" dt="2020-08-22T18:58:20.214" v="1233" actId="478"/>
          <ac:grpSpMkLst>
            <pc:docMk/>
            <pc:sldMk cId="2925395085" sldId="300"/>
            <ac:grpSpMk id="27" creationId="{73945A30-827E-4BE4-B285-C7EC3C91553A}"/>
          </ac:grpSpMkLst>
        </pc:grpChg>
        <pc:grpChg chg="add del mod">
          <ac:chgData name="Chelsea Lee" userId="46fc34eb-22bd-40a0-b470-e1f05eedf781" providerId="ADAL" clId="{EE0DE65C-586E-4D97-9C89-DB9E24FF5815}" dt="2020-08-22T18:57:22.059" v="1188" actId="21"/>
          <ac:grpSpMkLst>
            <pc:docMk/>
            <pc:sldMk cId="2925395085" sldId="300"/>
            <ac:grpSpMk id="32" creationId="{1209C75B-9747-4558-95BC-6DA70BE8F94B}"/>
          </ac:grpSpMkLst>
        </pc:grpChg>
        <pc:grpChg chg="add mod">
          <ac:chgData name="Chelsea Lee" userId="46fc34eb-22bd-40a0-b470-e1f05eedf781" providerId="ADAL" clId="{EE0DE65C-586E-4D97-9C89-DB9E24FF5815}" dt="2020-08-22T19:04:26.938" v="1368" actId="12788"/>
          <ac:grpSpMkLst>
            <pc:docMk/>
            <pc:sldMk cId="2925395085" sldId="300"/>
            <ac:grpSpMk id="33" creationId="{6730CDC1-F8DD-47AF-9809-B980CE41AE36}"/>
          </ac:grpSpMkLst>
        </pc:grpChg>
        <pc:grpChg chg="add mod">
          <ac:chgData name="Chelsea Lee" userId="46fc34eb-22bd-40a0-b470-e1f05eedf781" providerId="ADAL" clId="{EE0DE65C-586E-4D97-9C89-DB9E24FF5815}" dt="2020-08-22T19:05:18.552" v="1387" actId="1076"/>
          <ac:grpSpMkLst>
            <pc:docMk/>
            <pc:sldMk cId="2925395085" sldId="300"/>
            <ac:grpSpMk id="35" creationId="{A18D80B7-41DA-4FC3-86DE-684CB54AF0FF}"/>
          </ac:grpSpMkLst>
        </pc:grpChg>
        <pc:grpChg chg="add mod">
          <ac:chgData name="Chelsea Lee" userId="46fc34eb-22bd-40a0-b470-e1f05eedf781" providerId="ADAL" clId="{EE0DE65C-586E-4D97-9C89-DB9E24FF5815}" dt="2020-08-22T19:05:18.552" v="1387" actId="1076"/>
          <ac:grpSpMkLst>
            <pc:docMk/>
            <pc:sldMk cId="2925395085" sldId="300"/>
            <ac:grpSpMk id="39" creationId="{A857370F-0707-4B93-A0BC-6D7DCF7525D3}"/>
          </ac:grpSpMkLst>
        </pc:grpChg>
        <pc:grpChg chg="add mod">
          <ac:chgData name="Chelsea Lee" userId="46fc34eb-22bd-40a0-b470-e1f05eedf781" providerId="ADAL" clId="{EE0DE65C-586E-4D97-9C89-DB9E24FF5815}" dt="2020-08-22T19:05:28.200" v="1389" actId="1076"/>
          <ac:grpSpMkLst>
            <pc:docMk/>
            <pc:sldMk cId="2925395085" sldId="300"/>
            <ac:grpSpMk id="44" creationId="{88B05BAD-A613-4F10-A713-184BFD26A54C}"/>
          </ac:grpSpMkLst>
        </pc:grpChg>
        <pc:grpChg chg="add mod">
          <ac:chgData name="Chelsea Lee" userId="46fc34eb-22bd-40a0-b470-e1f05eedf781" providerId="ADAL" clId="{EE0DE65C-586E-4D97-9C89-DB9E24FF5815}" dt="2020-08-22T19:05:18.552" v="1387" actId="1076"/>
          <ac:grpSpMkLst>
            <pc:docMk/>
            <pc:sldMk cId="2925395085" sldId="300"/>
            <ac:grpSpMk id="45" creationId="{F27606A3-2E17-4A4A-A99E-632AD85A7E7A}"/>
          </ac:grpSpMkLst>
        </pc:grpChg>
        <pc:grpChg chg="add mod">
          <ac:chgData name="Chelsea Lee" userId="46fc34eb-22bd-40a0-b470-e1f05eedf781" providerId="ADAL" clId="{EE0DE65C-586E-4D97-9C89-DB9E24FF5815}" dt="2020-08-22T19:04:26.938" v="1368" actId="12788"/>
          <ac:grpSpMkLst>
            <pc:docMk/>
            <pc:sldMk cId="2925395085" sldId="300"/>
            <ac:grpSpMk id="50" creationId="{D0827787-DF8F-44EB-9833-993452FF1CAB}"/>
          </ac:grpSpMkLst>
        </pc:grpChg>
        <pc:grpChg chg="add mod">
          <ac:chgData name="Chelsea Lee" userId="46fc34eb-22bd-40a0-b470-e1f05eedf781" providerId="ADAL" clId="{EE0DE65C-586E-4D97-9C89-DB9E24FF5815}" dt="2020-08-22T19:04:26.938" v="1368" actId="12788"/>
          <ac:grpSpMkLst>
            <pc:docMk/>
            <pc:sldMk cId="2925395085" sldId="300"/>
            <ac:grpSpMk id="54" creationId="{75D837DB-F902-4558-A799-2578938F3803}"/>
          </ac:grpSpMkLst>
        </pc:grpChg>
        <pc:grpChg chg="add mod">
          <ac:chgData name="Chelsea Lee" userId="46fc34eb-22bd-40a0-b470-e1f05eedf781" providerId="ADAL" clId="{EE0DE65C-586E-4D97-9C89-DB9E24FF5815}" dt="2020-08-22T19:14:07.244" v="1594" actId="12788"/>
          <ac:grpSpMkLst>
            <pc:docMk/>
            <pc:sldMk cId="2925395085" sldId="300"/>
            <ac:grpSpMk id="60" creationId="{DAD365CD-FCE8-4DBC-B51F-A8E0F6BCAADB}"/>
          </ac:grpSpMkLst>
        </pc:grpChg>
        <pc:grpChg chg="add mod topLvl">
          <ac:chgData name="Chelsea Lee" userId="46fc34eb-22bd-40a0-b470-e1f05eedf781" providerId="ADAL" clId="{EE0DE65C-586E-4D97-9C89-DB9E24FF5815}" dt="2020-08-22T19:13:06.420" v="1575" actId="1076"/>
          <ac:grpSpMkLst>
            <pc:docMk/>
            <pc:sldMk cId="2925395085" sldId="300"/>
            <ac:grpSpMk id="69" creationId="{54FE7E7E-A594-404A-A35C-5229C8516F26}"/>
          </ac:grpSpMkLst>
        </pc:grpChg>
        <pc:grpChg chg="add del mod">
          <ac:chgData name="Chelsea Lee" userId="46fc34eb-22bd-40a0-b470-e1f05eedf781" providerId="ADAL" clId="{EE0DE65C-586E-4D97-9C89-DB9E24FF5815}" dt="2020-08-22T19:11:14.305" v="1558" actId="164"/>
          <ac:grpSpMkLst>
            <pc:docMk/>
            <pc:sldMk cId="2925395085" sldId="300"/>
            <ac:grpSpMk id="72" creationId="{F27034EE-1057-4040-9D00-0E2FF800F1CE}"/>
          </ac:grpSpMkLst>
        </pc:grpChg>
        <pc:grpChg chg="add mod">
          <ac:chgData name="Chelsea Lee" userId="46fc34eb-22bd-40a0-b470-e1f05eedf781" providerId="ADAL" clId="{EE0DE65C-586E-4D97-9C89-DB9E24FF5815}" dt="2020-08-22T19:14:07.244" v="1594" actId="12788"/>
          <ac:grpSpMkLst>
            <pc:docMk/>
            <pc:sldMk cId="2925395085" sldId="300"/>
            <ac:grpSpMk id="73" creationId="{BE46648E-5D88-4307-8F3C-20936004759D}"/>
          </ac:grpSpMkLst>
        </pc:grpChg>
        <pc:grpChg chg="add mod">
          <ac:chgData name="Chelsea Lee" userId="46fc34eb-22bd-40a0-b470-e1f05eedf781" providerId="ADAL" clId="{EE0DE65C-586E-4D97-9C89-DB9E24FF5815}" dt="2020-08-22T19:15:02.275" v="1612" actId="1076"/>
          <ac:grpSpMkLst>
            <pc:docMk/>
            <pc:sldMk cId="2925395085" sldId="300"/>
            <ac:grpSpMk id="74" creationId="{324471E5-3E8A-4B46-8F20-DFFB661DDDCD}"/>
          </ac:grpSpMkLst>
        </pc:grpChg>
        <pc:graphicFrameChg chg="del mod modGraphic">
          <ac:chgData name="Chelsea Lee" userId="46fc34eb-22bd-40a0-b470-e1f05eedf781" providerId="ADAL" clId="{EE0DE65C-586E-4D97-9C89-DB9E24FF5815}" dt="2020-08-22T19:01:37.801" v="1343" actId="478"/>
          <ac:graphicFrameMkLst>
            <pc:docMk/>
            <pc:sldMk cId="2925395085" sldId="300"/>
            <ac:graphicFrameMk id="2" creationId="{F6D9AA9E-6490-403E-B241-9A473DE72201}"/>
          </ac:graphicFrameMkLst>
        </pc:graphicFrameChg>
        <pc:picChg chg="del">
          <ac:chgData name="Chelsea Lee" userId="46fc34eb-22bd-40a0-b470-e1f05eedf781" providerId="ADAL" clId="{EE0DE65C-586E-4D97-9C89-DB9E24FF5815}" dt="2020-08-22T18:51:22.781" v="1018" actId="478"/>
          <ac:picMkLst>
            <pc:docMk/>
            <pc:sldMk cId="2925395085" sldId="300"/>
            <ac:picMk id="4" creationId="{9609FE65-7D6E-426B-AF16-553C31B74DD5}"/>
          </ac:picMkLst>
        </pc:picChg>
        <pc:picChg chg="add del mod">
          <ac:chgData name="Chelsea Lee" userId="46fc34eb-22bd-40a0-b470-e1f05eedf781" providerId="ADAL" clId="{EE0DE65C-586E-4D97-9C89-DB9E24FF5815}" dt="2020-08-22T19:00:46.213" v="1328" actId="21"/>
          <ac:picMkLst>
            <pc:docMk/>
            <pc:sldMk cId="2925395085" sldId="300"/>
            <ac:picMk id="5" creationId="{3BC6C505-3032-4823-AAFF-AB981832CD52}"/>
          </ac:picMkLst>
        </pc:picChg>
        <pc:picChg chg="add del mod">
          <ac:chgData name="Chelsea Lee" userId="46fc34eb-22bd-40a0-b470-e1f05eedf781" providerId="ADAL" clId="{EE0DE65C-586E-4D97-9C89-DB9E24FF5815}" dt="2020-08-22T18:53:47.174" v="1088" actId="21"/>
          <ac:picMkLst>
            <pc:docMk/>
            <pc:sldMk cId="2925395085" sldId="300"/>
            <ac:picMk id="7" creationId="{047FA92A-8A5D-4BCA-98D6-E3D53F100274}"/>
          </ac:picMkLst>
        </pc:picChg>
        <pc:picChg chg="del">
          <ac:chgData name="Chelsea Lee" userId="46fc34eb-22bd-40a0-b470-e1f05eedf781" providerId="ADAL" clId="{EE0DE65C-586E-4D97-9C89-DB9E24FF5815}" dt="2020-08-22T18:51:15.199" v="1015" actId="478"/>
          <ac:picMkLst>
            <pc:docMk/>
            <pc:sldMk cId="2925395085" sldId="300"/>
            <ac:picMk id="8" creationId="{40FBD9ED-E0C3-4EB2-8FE5-89DD1B121BC9}"/>
          </ac:picMkLst>
        </pc:picChg>
        <pc:picChg chg="del mod">
          <ac:chgData name="Chelsea Lee" userId="46fc34eb-22bd-40a0-b470-e1f05eedf781" providerId="ADAL" clId="{EE0DE65C-586E-4D97-9C89-DB9E24FF5815}" dt="2020-08-22T18:50:41.018" v="1009" actId="478"/>
          <ac:picMkLst>
            <pc:docMk/>
            <pc:sldMk cId="2925395085" sldId="300"/>
            <ac:picMk id="10" creationId="{8E25338E-8807-4EE4-90F9-B65EDBBE4F9D}"/>
          </ac:picMkLst>
        </pc:picChg>
        <pc:picChg chg="add del mod">
          <ac:chgData name="Chelsea Lee" userId="46fc34eb-22bd-40a0-b470-e1f05eedf781" providerId="ADAL" clId="{EE0DE65C-586E-4D97-9C89-DB9E24FF5815}" dt="2020-08-22T18:56:00.403" v="1166" actId="21"/>
          <ac:picMkLst>
            <pc:docMk/>
            <pc:sldMk cId="2925395085" sldId="300"/>
            <ac:picMk id="11" creationId="{5AFB2601-2500-46FF-A92D-F593060FC3D2}"/>
          </ac:picMkLst>
        </pc:picChg>
        <pc:picChg chg="del mod">
          <ac:chgData name="Chelsea Lee" userId="46fc34eb-22bd-40a0-b470-e1f05eedf781" providerId="ADAL" clId="{EE0DE65C-586E-4D97-9C89-DB9E24FF5815}" dt="2020-08-22T18:59:54.715" v="1302" actId="21"/>
          <ac:picMkLst>
            <pc:docMk/>
            <pc:sldMk cId="2925395085" sldId="300"/>
            <ac:picMk id="12" creationId="{A5C67092-4795-49FB-9844-97B2F1075A05}"/>
          </ac:picMkLst>
        </pc:picChg>
        <pc:picChg chg="add del mod">
          <ac:chgData name="Chelsea Lee" userId="46fc34eb-22bd-40a0-b470-e1f05eedf781" providerId="ADAL" clId="{EE0DE65C-586E-4D97-9C89-DB9E24FF5815}" dt="2020-08-22T18:59:07.661" v="1268" actId="21"/>
          <ac:picMkLst>
            <pc:docMk/>
            <pc:sldMk cId="2925395085" sldId="300"/>
            <ac:picMk id="14" creationId="{5C881F86-3BED-497E-9A9F-3CAEA40F2BF2}"/>
          </ac:picMkLst>
        </pc:picChg>
        <pc:picChg chg="del">
          <ac:chgData name="Chelsea Lee" userId="46fc34eb-22bd-40a0-b470-e1f05eedf781" providerId="ADAL" clId="{EE0DE65C-586E-4D97-9C89-DB9E24FF5815}" dt="2020-08-22T18:51:16.906" v="1017" actId="478"/>
          <ac:picMkLst>
            <pc:docMk/>
            <pc:sldMk cId="2925395085" sldId="300"/>
            <ac:picMk id="16" creationId="{1DC819BD-9CA3-4639-9F00-A7BF79D432DF}"/>
          </ac:picMkLst>
        </pc:picChg>
        <pc:picChg chg="add mod topLvl">
          <ac:chgData name="Chelsea Lee" userId="46fc34eb-22bd-40a0-b470-e1f05eedf781" providerId="ADAL" clId="{EE0DE65C-586E-4D97-9C89-DB9E24FF5815}" dt="2020-08-22T18:56:53.307" v="1181" actId="165"/>
          <ac:picMkLst>
            <pc:docMk/>
            <pc:sldMk cId="2925395085" sldId="300"/>
            <ac:picMk id="18" creationId="{A8DC1268-EB17-4E65-BDA6-F12DA9E80A80}"/>
          </ac:picMkLst>
        </pc:picChg>
        <pc:picChg chg="add del mod topLvl">
          <ac:chgData name="Chelsea Lee" userId="46fc34eb-22bd-40a0-b470-e1f05eedf781" providerId="ADAL" clId="{EE0DE65C-586E-4D97-9C89-DB9E24FF5815}" dt="2020-08-22T18:57:22.059" v="1188" actId="21"/>
          <ac:picMkLst>
            <pc:docMk/>
            <pc:sldMk cId="2925395085" sldId="300"/>
            <ac:picMk id="22" creationId="{73F1A2E7-09DC-4E02-A231-306E9D6D3240}"/>
          </ac:picMkLst>
        </pc:picChg>
        <pc:picChg chg="del mod">
          <ac:chgData name="Chelsea Lee" userId="46fc34eb-22bd-40a0-b470-e1f05eedf781" providerId="ADAL" clId="{EE0DE65C-586E-4D97-9C89-DB9E24FF5815}" dt="2020-08-22T18:55:01.233" v="1152" actId="478"/>
          <ac:picMkLst>
            <pc:docMk/>
            <pc:sldMk cId="2925395085" sldId="300"/>
            <ac:picMk id="25" creationId="{ACE154CA-E995-418D-A258-1608C8988F29}"/>
          </ac:picMkLst>
        </pc:picChg>
        <pc:picChg chg="del mod">
          <ac:chgData name="Chelsea Lee" userId="46fc34eb-22bd-40a0-b470-e1f05eedf781" providerId="ADAL" clId="{EE0DE65C-586E-4D97-9C89-DB9E24FF5815}" dt="2020-08-22T18:55:42.007" v="1162" actId="478"/>
          <ac:picMkLst>
            <pc:docMk/>
            <pc:sldMk cId="2925395085" sldId="300"/>
            <ac:picMk id="29" creationId="{B0246728-9F68-4EB9-9EB7-29BD3DD2C56F}"/>
          </ac:picMkLst>
        </pc:picChg>
        <pc:picChg chg="mod">
          <ac:chgData name="Chelsea Lee" userId="46fc34eb-22bd-40a0-b470-e1f05eedf781" providerId="ADAL" clId="{EE0DE65C-586E-4D97-9C89-DB9E24FF5815}" dt="2020-08-22T18:57:26.465" v="1189" actId="14826"/>
          <ac:picMkLst>
            <pc:docMk/>
            <pc:sldMk cId="2925395085" sldId="300"/>
            <ac:picMk id="37" creationId="{698A36FD-A495-4345-AB6E-8A203D2A94A7}"/>
          </ac:picMkLst>
        </pc:picChg>
        <pc:picChg chg="mod">
          <ac:chgData name="Chelsea Lee" userId="46fc34eb-22bd-40a0-b470-e1f05eedf781" providerId="ADAL" clId="{EE0DE65C-586E-4D97-9C89-DB9E24FF5815}" dt="2020-08-22T18:59:48.824" v="1299"/>
          <ac:picMkLst>
            <pc:docMk/>
            <pc:sldMk cId="2925395085" sldId="300"/>
            <ac:picMk id="41" creationId="{2EA3B29A-C381-4F12-8FBA-8DD901BA4961}"/>
          </ac:picMkLst>
        </pc:picChg>
        <pc:picChg chg="add del mod">
          <ac:chgData name="Chelsea Lee" userId="46fc34eb-22bd-40a0-b470-e1f05eedf781" providerId="ADAL" clId="{EE0DE65C-586E-4D97-9C89-DB9E24FF5815}" dt="2020-08-22T18:58:36.961" v="1263" actId="21"/>
          <ac:picMkLst>
            <pc:docMk/>
            <pc:sldMk cId="2925395085" sldId="300"/>
            <ac:picMk id="43" creationId="{2D928E48-A122-45EE-809E-776D3A16B59E}"/>
          </ac:picMkLst>
        </pc:picChg>
        <pc:picChg chg="mod">
          <ac:chgData name="Chelsea Lee" userId="46fc34eb-22bd-40a0-b470-e1f05eedf781" providerId="ADAL" clId="{EE0DE65C-586E-4D97-9C89-DB9E24FF5815}" dt="2020-08-22T18:59:12.184" v="1269" actId="14826"/>
          <ac:picMkLst>
            <pc:docMk/>
            <pc:sldMk cId="2925395085" sldId="300"/>
            <ac:picMk id="47" creationId="{9F9F060C-F59F-469D-876D-65E060D54127}"/>
          </ac:picMkLst>
        </pc:picChg>
        <pc:picChg chg="mod modCrop">
          <ac:chgData name="Chelsea Lee" userId="46fc34eb-22bd-40a0-b470-e1f05eedf781" providerId="ADAL" clId="{EE0DE65C-586E-4D97-9C89-DB9E24FF5815}" dt="2020-08-22T19:00:19.528" v="1307" actId="1076"/>
          <ac:picMkLst>
            <pc:docMk/>
            <pc:sldMk cId="2925395085" sldId="300"/>
            <ac:picMk id="52" creationId="{320841DF-4877-410C-852E-379E21E7AA11}"/>
          </ac:picMkLst>
        </pc:picChg>
        <pc:picChg chg="mod">
          <ac:chgData name="Chelsea Lee" userId="46fc34eb-22bd-40a0-b470-e1f05eedf781" providerId="ADAL" clId="{EE0DE65C-586E-4D97-9C89-DB9E24FF5815}" dt="2020-08-22T19:01:10.121" v="1342" actId="1076"/>
          <ac:picMkLst>
            <pc:docMk/>
            <pc:sldMk cId="2925395085" sldId="300"/>
            <ac:picMk id="56" creationId="{D731D8F5-AEBF-4D00-82FB-6C4186E460E7}"/>
          </ac:picMkLst>
        </pc:picChg>
        <pc:picChg chg="add del mod topLvl">
          <ac:chgData name="Chelsea Lee" userId="46fc34eb-22bd-40a0-b470-e1f05eedf781" providerId="ADAL" clId="{EE0DE65C-586E-4D97-9C89-DB9E24FF5815}" dt="2020-08-22T19:13:04.675" v="1573" actId="1076"/>
          <ac:picMkLst>
            <pc:docMk/>
            <pc:sldMk cId="2925395085" sldId="300"/>
            <ac:picMk id="68" creationId="{01AC7F80-C584-44A1-B063-0BBA6FC9CED7}"/>
          </ac:picMkLst>
        </pc:picChg>
        <pc:picChg chg="add del mod">
          <ac:chgData name="Chelsea Lee" userId="46fc34eb-22bd-40a0-b470-e1f05eedf781" providerId="ADAL" clId="{EE0DE65C-586E-4D97-9C89-DB9E24FF5815}" dt="2020-08-22T19:09:38.133" v="1510"/>
          <ac:picMkLst>
            <pc:docMk/>
            <pc:sldMk cId="2925395085" sldId="300"/>
            <ac:picMk id="71" creationId="{2620361A-481E-483B-8B65-835D1B2C3B4F}"/>
          </ac:picMkLst>
        </pc:picChg>
        <pc:picChg chg="del">
          <ac:chgData name="Chelsea Lee" userId="46fc34eb-22bd-40a0-b470-e1f05eedf781" providerId="ADAL" clId="{EE0DE65C-586E-4D97-9C89-DB9E24FF5815}" dt="2020-08-22T18:51:16.350" v="1016" actId="478"/>
          <ac:picMkLst>
            <pc:docMk/>
            <pc:sldMk cId="2925395085" sldId="300"/>
            <ac:picMk id="1026" creationId="{00000000-0000-0000-0000-000000000000}"/>
          </ac:picMkLst>
        </pc:picChg>
      </pc:sldChg>
      <pc:sldChg chg="modSp add mod">
        <pc:chgData name="Chelsea Lee" userId="46fc34eb-22bd-40a0-b470-e1f05eedf781" providerId="ADAL" clId="{EE0DE65C-586E-4D97-9C89-DB9E24FF5815}" dt="2020-08-22T18:43:35.342" v="994" actId="20577"/>
        <pc:sldMkLst>
          <pc:docMk/>
          <pc:sldMk cId="1465787407" sldId="301"/>
        </pc:sldMkLst>
        <pc:spChg chg="mod">
          <ac:chgData name="Chelsea Lee" userId="46fc34eb-22bd-40a0-b470-e1f05eedf781" providerId="ADAL" clId="{EE0DE65C-586E-4D97-9C89-DB9E24FF5815}" dt="2020-08-22T18:43:35.342" v="994" actId="20577"/>
          <ac:spMkLst>
            <pc:docMk/>
            <pc:sldMk cId="1465787407" sldId="301"/>
            <ac:spMk id="17" creationId="{7B7984B9-B462-4088-8ED4-2D32C4AF5D71}"/>
          </ac:spMkLst>
        </pc:spChg>
      </pc:sldChg>
      <pc:sldChg chg="modSp add mod addCm">
        <pc:chgData name="Chelsea Lee" userId="46fc34eb-22bd-40a0-b470-e1f05eedf781" providerId="ADAL" clId="{EE0DE65C-586E-4D97-9C89-DB9E24FF5815}" dt="2020-08-22T20:09:31.393" v="3420"/>
        <pc:sldMkLst>
          <pc:docMk/>
          <pc:sldMk cId="3044634792" sldId="302"/>
        </pc:sldMkLst>
        <pc:spChg chg="mod">
          <ac:chgData name="Chelsea Lee" userId="46fc34eb-22bd-40a0-b470-e1f05eedf781" providerId="ADAL" clId="{EE0DE65C-586E-4D97-9C89-DB9E24FF5815}" dt="2020-08-22T18:43:46.623" v="998" actId="20577"/>
          <ac:spMkLst>
            <pc:docMk/>
            <pc:sldMk cId="3044634792" sldId="302"/>
            <ac:spMk id="2" creationId="{4178853F-16F1-44DD-AC5D-6BB2F2A971AF}"/>
          </ac:spMkLst>
        </pc:spChg>
        <pc:spChg chg="mod">
          <ac:chgData name="Chelsea Lee" userId="46fc34eb-22bd-40a0-b470-e1f05eedf781" providerId="ADAL" clId="{EE0DE65C-586E-4D97-9C89-DB9E24FF5815}" dt="2020-08-22T20:05:03.586" v="3419" actId="313"/>
          <ac:spMkLst>
            <pc:docMk/>
            <pc:sldMk cId="3044634792" sldId="302"/>
            <ac:spMk id="9" creationId="{889B922C-71E2-4868-B986-02EC5DF08368}"/>
          </ac:spMkLst>
        </pc:spChg>
      </pc:sldChg>
      <pc:sldChg chg="modSp add mod">
        <pc:chgData name="Chelsea Lee" userId="46fc34eb-22bd-40a0-b470-e1f05eedf781" providerId="ADAL" clId="{EE0DE65C-586E-4D97-9C89-DB9E24FF5815}" dt="2020-08-22T19:17:00.158" v="1636" actId="404"/>
        <pc:sldMkLst>
          <pc:docMk/>
          <pc:sldMk cId="2214547493" sldId="303"/>
        </pc:sldMkLst>
        <pc:spChg chg="mod">
          <ac:chgData name="Chelsea Lee" userId="46fc34eb-22bd-40a0-b470-e1f05eedf781" providerId="ADAL" clId="{EE0DE65C-586E-4D97-9C89-DB9E24FF5815}" dt="2020-08-22T19:16:43.413" v="1633"/>
          <ac:spMkLst>
            <pc:docMk/>
            <pc:sldMk cId="2214547493" sldId="303"/>
            <ac:spMk id="2" creationId="{B4D0CE92-1D76-4F61-8208-4BBDE2BA1DA5}"/>
          </ac:spMkLst>
        </pc:spChg>
        <pc:spChg chg="mod">
          <ac:chgData name="Chelsea Lee" userId="46fc34eb-22bd-40a0-b470-e1f05eedf781" providerId="ADAL" clId="{EE0DE65C-586E-4D97-9C89-DB9E24FF5815}" dt="2020-08-22T19:17:00.158" v="1636" actId="404"/>
          <ac:spMkLst>
            <pc:docMk/>
            <pc:sldMk cId="2214547493" sldId="303"/>
            <ac:spMk id="3" creationId="{D9B7E699-8A7B-44B9-87EE-C5ED24A8C217}"/>
          </ac:spMkLst>
        </pc:spChg>
      </pc:sldChg>
      <pc:sldChg chg="addSp">
        <pc:chgData name="Chelsea Lee" userId="46fc34eb-22bd-40a0-b470-e1f05eedf781" providerId="ADAL" clId="{EE0DE65C-586E-4D97-9C89-DB9E24FF5815}" dt="2020-08-22T19:23:33.021" v="1883"/>
        <pc:sldMkLst>
          <pc:docMk/>
          <pc:sldMk cId="2331795420" sldId="304"/>
        </pc:sldMkLst>
        <pc:picChg chg="add">
          <ac:chgData name="Chelsea Lee" userId="46fc34eb-22bd-40a0-b470-e1f05eedf781" providerId="ADAL" clId="{EE0DE65C-586E-4D97-9C89-DB9E24FF5815}" dt="2020-08-22T19:23:33.021" v="1883"/>
          <ac:picMkLst>
            <pc:docMk/>
            <pc:sldMk cId="2331795420" sldId="304"/>
            <ac:picMk id="1026" creationId="{68AAA998-FDAD-4A33-B25E-1F1E1901564B}"/>
          </ac:picMkLst>
        </pc:picChg>
      </pc:sldChg>
      <pc:sldChg chg="addSp delSp modSp add del mod modClrScheme addCm chgLayout">
        <pc:chgData name="Chelsea Lee" userId="46fc34eb-22bd-40a0-b470-e1f05eedf781" providerId="ADAL" clId="{EE0DE65C-586E-4D97-9C89-DB9E24FF5815}" dt="2020-08-22T19:25:59.752" v="2069"/>
        <pc:sldMkLst>
          <pc:docMk/>
          <pc:sldMk cId="3349479329" sldId="304"/>
        </pc:sldMkLst>
        <pc:spChg chg="mod ord">
          <ac:chgData name="Chelsea Lee" userId="46fc34eb-22bd-40a0-b470-e1f05eedf781" providerId="ADAL" clId="{EE0DE65C-586E-4D97-9C89-DB9E24FF5815}" dt="2020-08-22T19:21:02.040" v="1648" actId="700"/>
          <ac:spMkLst>
            <pc:docMk/>
            <pc:sldMk cId="3349479329" sldId="304"/>
            <ac:spMk id="2" creationId="{7C09E576-F320-4CE8-97FA-ADDBD108391E}"/>
          </ac:spMkLst>
        </pc:spChg>
        <pc:spChg chg="add mod ord">
          <ac:chgData name="Chelsea Lee" userId="46fc34eb-22bd-40a0-b470-e1f05eedf781" providerId="ADAL" clId="{EE0DE65C-586E-4D97-9C89-DB9E24FF5815}" dt="2020-08-22T19:25:35.548" v="2068" actId="14"/>
          <ac:spMkLst>
            <pc:docMk/>
            <pc:sldMk cId="3349479329" sldId="304"/>
            <ac:spMk id="3" creationId="{326ABB9F-383D-40D6-A0F9-F2642D189D31}"/>
          </ac:spMkLst>
        </pc:spChg>
        <pc:graphicFrameChg chg="del">
          <ac:chgData name="Chelsea Lee" userId="46fc34eb-22bd-40a0-b470-e1f05eedf781" providerId="ADAL" clId="{EE0DE65C-586E-4D97-9C89-DB9E24FF5815}" dt="2020-08-22T19:20:55.916" v="1645" actId="478"/>
          <ac:graphicFrameMkLst>
            <pc:docMk/>
            <pc:sldMk cId="3349479329" sldId="304"/>
            <ac:graphicFrameMk id="16" creationId="{6DA235AC-A471-4732-A090-EC05BF652B7A}"/>
          </ac:graphicFrameMkLst>
        </pc:graphicFrameChg>
        <pc:picChg chg="del">
          <ac:chgData name="Chelsea Lee" userId="46fc34eb-22bd-40a0-b470-e1f05eedf781" providerId="ADAL" clId="{EE0DE65C-586E-4D97-9C89-DB9E24FF5815}" dt="2020-08-22T19:20:56.923" v="1646" actId="478"/>
          <ac:picMkLst>
            <pc:docMk/>
            <pc:sldMk cId="3349479329" sldId="304"/>
            <ac:picMk id="6" creationId="{B50595D4-D223-47C8-ADE2-D6EB329FC109}"/>
          </ac:picMkLst>
        </pc:picChg>
        <pc:picChg chg="del">
          <ac:chgData name="Chelsea Lee" userId="46fc34eb-22bd-40a0-b470-e1f05eedf781" providerId="ADAL" clId="{EE0DE65C-586E-4D97-9C89-DB9E24FF5815}" dt="2020-08-22T19:20:57.644" v="1647" actId="478"/>
          <ac:picMkLst>
            <pc:docMk/>
            <pc:sldMk cId="3349479329" sldId="304"/>
            <ac:picMk id="8" creationId="{706F3AE4-3A96-43D6-B2A9-C7706792981E}"/>
          </ac:picMkLst>
        </pc:picChg>
        <pc:picChg chg="del">
          <ac:chgData name="Chelsea Lee" userId="46fc34eb-22bd-40a0-b470-e1f05eedf781" providerId="ADAL" clId="{EE0DE65C-586E-4D97-9C89-DB9E24FF5815}" dt="2020-08-22T19:20:53.080" v="1643" actId="478"/>
          <ac:picMkLst>
            <pc:docMk/>
            <pc:sldMk cId="3349479329" sldId="304"/>
            <ac:picMk id="13" creationId="{313CD81C-C44A-4BAD-95D5-34EC009C0127}"/>
          </ac:picMkLst>
        </pc:picChg>
        <pc:picChg chg="del">
          <ac:chgData name="Chelsea Lee" userId="46fc34eb-22bd-40a0-b470-e1f05eedf781" providerId="ADAL" clId="{EE0DE65C-586E-4D97-9C89-DB9E24FF5815}" dt="2020-08-22T19:20:54.017" v="1644" actId="478"/>
          <ac:picMkLst>
            <pc:docMk/>
            <pc:sldMk cId="3349479329" sldId="304"/>
            <ac:picMk id="15" creationId="{5B530202-457D-4CCB-A3CE-FB1D07F20490}"/>
          </ac:picMkLst>
        </pc:picChg>
        <pc:picChg chg="mod">
          <ac:chgData name="Chelsea Lee" userId="46fc34eb-22bd-40a0-b470-e1f05eedf781" providerId="ADAL" clId="{EE0DE65C-586E-4D97-9C89-DB9E24FF5815}" dt="2020-08-22T19:23:50.402" v="1891" actId="1076"/>
          <ac:picMkLst>
            <pc:docMk/>
            <pc:sldMk cId="3349479329" sldId="304"/>
            <ac:picMk id="1026" creationId="{68AAA998-FDAD-4A33-B25E-1F1E1901564B}"/>
          </ac:picMkLst>
        </pc:picChg>
      </pc:sldChg>
      <pc:sldChg chg="addSp delSp modSp add mod chgLayout">
        <pc:chgData name="Chelsea Lee" userId="46fc34eb-22bd-40a0-b470-e1f05eedf781" providerId="ADAL" clId="{EE0DE65C-586E-4D97-9C89-DB9E24FF5815}" dt="2020-08-22T19:38:25.328" v="2649" actId="1076"/>
        <pc:sldMkLst>
          <pc:docMk/>
          <pc:sldMk cId="2968619087" sldId="305"/>
        </pc:sldMkLst>
        <pc:spChg chg="mod ord">
          <ac:chgData name="Chelsea Lee" userId="46fc34eb-22bd-40a0-b470-e1f05eedf781" providerId="ADAL" clId="{EE0DE65C-586E-4D97-9C89-DB9E24FF5815}" dt="2020-08-22T19:33:09.884" v="2427" actId="14100"/>
          <ac:spMkLst>
            <pc:docMk/>
            <pc:sldMk cId="2968619087" sldId="305"/>
            <ac:spMk id="3" creationId="{61305E9E-589A-43A1-9A16-D0BA79D9C4B6}"/>
          </ac:spMkLst>
        </pc:spChg>
        <pc:spChg chg="add mod ord">
          <ac:chgData name="Chelsea Lee" userId="46fc34eb-22bd-40a0-b470-e1f05eedf781" providerId="ADAL" clId="{EE0DE65C-586E-4D97-9C89-DB9E24FF5815}" dt="2020-08-22T19:34:04.230" v="2450" actId="14100"/>
          <ac:spMkLst>
            <pc:docMk/>
            <pc:sldMk cId="2968619087" sldId="305"/>
            <ac:spMk id="7" creationId="{8211F619-94DC-46FD-8301-A1DC5F93625D}"/>
          </ac:spMkLst>
        </pc:spChg>
        <pc:spChg chg="mod ord">
          <ac:chgData name="Chelsea Lee" userId="46fc34eb-22bd-40a0-b470-e1f05eedf781" providerId="ADAL" clId="{EE0DE65C-586E-4D97-9C89-DB9E24FF5815}" dt="2020-08-22T19:29:42.623" v="2145" actId="700"/>
          <ac:spMkLst>
            <pc:docMk/>
            <pc:sldMk cId="2968619087" sldId="305"/>
            <ac:spMk id="17" creationId="{00000000-0000-0000-0000-000000000000}"/>
          </ac:spMkLst>
        </pc:spChg>
        <pc:picChg chg="mod">
          <ac:chgData name="Chelsea Lee" userId="46fc34eb-22bd-40a0-b470-e1f05eedf781" providerId="ADAL" clId="{EE0DE65C-586E-4D97-9C89-DB9E24FF5815}" dt="2020-08-22T19:38:25.328" v="2649" actId="1076"/>
          <ac:picMkLst>
            <pc:docMk/>
            <pc:sldMk cId="2968619087" sldId="305"/>
            <ac:picMk id="4" creationId="{20DDA732-3832-48FC-BD76-D6B112163199}"/>
          </ac:picMkLst>
        </pc:picChg>
        <pc:picChg chg="del mod">
          <ac:chgData name="Chelsea Lee" userId="46fc34eb-22bd-40a0-b470-e1f05eedf781" providerId="ADAL" clId="{EE0DE65C-586E-4D97-9C89-DB9E24FF5815}" dt="2020-08-22T19:30:30.656" v="2166" actId="478"/>
          <ac:picMkLst>
            <pc:docMk/>
            <pc:sldMk cId="2968619087" sldId="305"/>
            <ac:picMk id="6" creationId="{67DA6FDB-76D1-416D-A07A-32FF47ADCAF3}"/>
          </ac:picMkLst>
        </pc:picChg>
      </pc:sldChg>
      <pc:sldChg chg="addSp delSp modSp add mod modClrScheme chgLayout">
        <pc:chgData name="Chelsea Lee" userId="46fc34eb-22bd-40a0-b470-e1f05eedf781" providerId="ADAL" clId="{EE0DE65C-586E-4D97-9C89-DB9E24FF5815}" dt="2020-08-22T19:38:19.422" v="2648" actId="1076"/>
        <pc:sldMkLst>
          <pc:docMk/>
          <pc:sldMk cId="1427441620" sldId="306"/>
        </pc:sldMkLst>
        <pc:spChg chg="add mod ord">
          <ac:chgData name="Chelsea Lee" userId="46fc34eb-22bd-40a0-b470-e1f05eedf781" providerId="ADAL" clId="{EE0DE65C-586E-4D97-9C89-DB9E24FF5815}" dt="2020-08-22T19:37:32.605" v="2529" actId="20577"/>
          <ac:spMkLst>
            <pc:docMk/>
            <pc:sldMk cId="1427441620" sldId="306"/>
            <ac:spMk id="2" creationId="{B651D040-F18F-4BC8-B269-1B007C84FF33}"/>
          </ac:spMkLst>
        </pc:spChg>
        <pc:spChg chg="del mod">
          <ac:chgData name="Chelsea Lee" userId="46fc34eb-22bd-40a0-b470-e1f05eedf781" providerId="ADAL" clId="{EE0DE65C-586E-4D97-9C89-DB9E24FF5815}" dt="2020-08-22T19:35:37.605" v="2463" actId="478"/>
          <ac:spMkLst>
            <pc:docMk/>
            <pc:sldMk cId="1427441620" sldId="306"/>
            <ac:spMk id="5" creationId="{5CFD5310-0FB1-4E69-9816-4452E2D43961}"/>
          </ac:spMkLst>
        </pc:spChg>
        <pc:spChg chg="add mod">
          <ac:chgData name="Chelsea Lee" userId="46fc34eb-22bd-40a0-b470-e1f05eedf781" providerId="ADAL" clId="{EE0DE65C-586E-4D97-9C89-DB9E24FF5815}" dt="2020-08-22T19:38:11.151" v="2645" actId="20577"/>
          <ac:spMkLst>
            <pc:docMk/>
            <pc:sldMk cId="1427441620" sldId="306"/>
            <ac:spMk id="6" creationId="{8663E32C-DF10-4033-BCA2-825E74F48432}"/>
          </ac:spMkLst>
        </pc:spChg>
        <pc:spChg chg="mod ord">
          <ac:chgData name="Chelsea Lee" userId="46fc34eb-22bd-40a0-b470-e1f05eedf781" providerId="ADAL" clId="{EE0DE65C-586E-4D97-9C89-DB9E24FF5815}" dt="2020-08-22T19:35:30.473" v="2460" actId="700"/>
          <ac:spMkLst>
            <pc:docMk/>
            <pc:sldMk cId="1427441620" sldId="306"/>
            <ac:spMk id="17" creationId="{00000000-0000-0000-0000-000000000000}"/>
          </ac:spMkLst>
        </pc:spChg>
        <pc:picChg chg="del mod">
          <ac:chgData name="Chelsea Lee" userId="46fc34eb-22bd-40a0-b470-e1f05eedf781" providerId="ADAL" clId="{EE0DE65C-586E-4D97-9C89-DB9E24FF5815}" dt="2020-08-22T19:37:27.200" v="2527" actId="478"/>
          <ac:picMkLst>
            <pc:docMk/>
            <pc:sldMk cId="1427441620" sldId="306"/>
            <ac:picMk id="3" creationId="{2791B624-FF0A-4223-A1FE-0DE0DD5EBC93}"/>
          </ac:picMkLst>
        </pc:picChg>
        <pc:picChg chg="del">
          <ac:chgData name="Chelsea Lee" userId="46fc34eb-22bd-40a0-b470-e1f05eedf781" providerId="ADAL" clId="{EE0DE65C-586E-4D97-9C89-DB9E24FF5815}" dt="2020-08-22T19:35:27.372" v="2459" actId="478"/>
          <ac:picMkLst>
            <pc:docMk/>
            <pc:sldMk cId="1427441620" sldId="306"/>
            <ac:picMk id="4" creationId="{9CDE0C7A-1B61-407D-AFB5-19913C403F85}"/>
          </ac:picMkLst>
        </pc:picChg>
        <pc:picChg chg="add mod">
          <ac:chgData name="Chelsea Lee" userId="46fc34eb-22bd-40a0-b470-e1f05eedf781" providerId="ADAL" clId="{EE0DE65C-586E-4D97-9C89-DB9E24FF5815}" dt="2020-08-22T19:38:19.422" v="2648" actId="1076"/>
          <ac:picMkLst>
            <pc:docMk/>
            <pc:sldMk cId="1427441620" sldId="306"/>
            <ac:picMk id="9" creationId="{99E5DF5D-DA24-4B0D-9466-AE576BD76C66}"/>
          </ac:picMkLst>
        </pc:picChg>
      </pc:sldChg>
      <pc:sldChg chg="addSp delSp modSp add mod modClrScheme chgLayout">
        <pc:chgData name="Chelsea Lee" userId="46fc34eb-22bd-40a0-b470-e1f05eedf781" providerId="ADAL" clId="{EE0DE65C-586E-4D97-9C89-DB9E24FF5815}" dt="2020-08-22T19:44:08.311" v="2952" actId="1076"/>
        <pc:sldMkLst>
          <pc:docMk/>
          <pc:sldMk cId="3627317258" sldId="307"/>
        </pc:sldMkLst>
        <pc:spChg chg="add del mod ord">
          <ac:chgData name="Chelsea Lee" userId="46fc34eb-22bd-40a0-b470-e1f05eedf781" providerId="ADAL" clId="{EE0DE65C-586E-4D97-9C89-DB9E24FF5815}" dt="2020-08-22T19:41:43.746" v="2654" actId="700"/>
          <ac:spMkLst>
            <pc:docMk/>
            <pc:sldMk cId="3627317258" sldId="307"/>
            <ac:spMk id="3" creationId="{15969029-9398-4D10-9AA5-5D7859BE7BE3}"/>
          </ac:spMkLst>
        </pc:spChg>
        <pc:spChg chg="add mod ord">
          <ac:chgData name="Chelsea Lee" userId="46fc34eb-22bd-40a0-b470-e1f05eedf781" providerId="ADAL" clId="{EE0DE65C-586E-4D97-9C89-DB9E24FF5815}" dt="2020-08-22T19:42:12.060" v="2786" actId="20577"/>
          <ac:spMkLst>
            <pc:docMk/>
            <pc:sldMk cId="3627317258" sldId="307"/>
            <ac:spMk id="5" creationId="{73383DDD-C51A-44C9-85B2-777B81897618}"/>
          </ac:spMkLst>
        </pc:spChg>
        <pc:spChg chg="del">
          <ac:chgData name="Chelsea Lee" userId="46fc34eb-22bd-40a0-b470-e1f05eedf781" providerId="ADAL" clId="{EE0DE65C-586E-4D97-9C89-DB9E24FF5815}" dt="2020-08-22T19:41:40.207" v="2653" actId="478"/>
          <ac:spMkLst>
            <pc:docMk/>
            <pc:sldMk cId="3627317258" sldId="307"/>
            <ac:spMk id="6" creationId="{00000000-0000-0000-0000-000000000000}"/>
          </ac:spMkLst>
        </pc:spChg>
        <pc:spChg chg="add del">
          <ac:chgData name="Chelsea Lee" userId="46fc34eb-22bd-40a0-b470-e1f05eedf781" providerId="ADAL" clId="{EE0DE65C-586E-4D97-9C89-DB9E24FF5815}" dt="2020-08-22T19:41:54.890" v="2691" actId="22"/>
          <ac:spMkLst>
            <pc:docMk/>
            <pc:sldMk cId="3627317258" sldId="307"/>
            <ac:spMk id="8" creationId="{51A33E8C-77B6-400C-BD4B-9A158C3816BB}"/>
          </ac:spMkLst>
        </pc:spChg>
        <pc:spChg chg="add mod">
          <ac:chgData name="Chelsea Lee" userId="46fc34eb-22bd-40a0-b470-e1f05eedf781" providerId="ADAL" clId="{EE0DE65C-586E-4D97-9C89-DB9E24FF5815}" dt="2020-08-22T19:43:26.292" v="2946" actId="1076"/>
          <ac:spMkLst>
            <pc:docMk/>
            <pc:sldMk cId="3627317258" sldId="307"/>
            <ac:spMk id="10" creationId="{E6AA95A4-F6B2-4057-B42C-3ABE13E45E59}"/>
          </ac:spMkLst>
        </pc:spChg>
        <pc:spChg chg="mod ord">
          <ac:chgData name="Chelsea Lee" userId="46fc34eb-22bd-40a0-b470-e1f05eedf781" providerId="ADAL" clId="{EE0DE65C-586E-4D97-9C89-DB9E24FF5815}" dt="2020-08-22T19:41:43.746" v="2654" actId="700"/>
          <ac:spMkLst>
            <pc:docMk/>
            <pc:sldMk cId="3627317258" sldId="307"/>
            <ac:spMk id="17" creationId="{00000000-0000-0000-0000-000000000000}"/>
          </ac:spMkLst>
        </pc:spChg>
        <pc:picChg chg="del">
          <ac:chgData name="Chelsea Lee" userId="46fc34eb-22bd-40a0-b470-e1f05eedf781" providerId="ADAL" clId="{EE0DE65C-586E-4D97-9C89-DB9E24FF5815}" dt="2020-08-22T19:41:37.284" v="2651" actId="478"/>
          <ac:picMkLst>
            <pc:docMk/>
            <pc:sldMk cId="3627317258" sldId="307"/>
            <ac:picMk id="4" creationId="{548EF610-4EC2-460A-85DE-77190BE1F209}"/>
          </ac:picMkLst>
        </pc:picChg>
        <pc:picChg chg="del">
          <ac:chgData name="Chelsea Lee" userId="46fc34eb-22bd-40a0-b470-e1f05eedf781" providerId="ADAL" clId="{EE0DE65C-586E-4D97-9C89-DB9E24FF5815}" dt="2020-08-22T19:41:38.109" v="2652" actId="478"/>
          <ac:picMkLst>
            <pc:docMk/>
            <pc:sldMk cId="3627317258" sldId="307"/>
            <ac:picMk id="7" creationId="{A30B7F44-B693-4F14-A5E3-2E15B402A0BB}"/>
          </ac:picMkLst>
        </pc:picChg>
        <pc:picChg chg="add del mod">
          <ac:chgData name="Chelsea Lee" userId="46fc34eb-22bd-40a0-b470-e1f05eedf781" providerId="ADAL" clId="{EE0DE65C-586E-4D97-9C89-DB9E24FF5815}" dt="2020-08-22T19:44:02.955" v="2949" actId="478"/>
          <ac:picMkLst>
            <pc:docMk/>
            <pc:sldMk cId="3627317258" sldId="307"/>
            <ac:picMk id="13" creationId="{EDC23099-C9CD-40C2-B4C9-BDCC35856E09}"/>
          </ac:picMkLst>
        </pc:picChg>
        <pc:picChg chg="add mod">
          <ac:chgData name="Chelsea Lee" userId="46fc34eb-22bd-40a0-b470-e1f05eedf781" providerId="ADAL" clId="{EE0DE65C-586E-4D97-9C89-DB9E24FF5815}" dt="2020-08-22T19:44:08.311" v="2952" actId="1076"/>
          <ac:picMkLst>
            <pc:docMk/>
            <pc:sldMk cId="3627317258" sldId="307"/>
            <ac:picMk id="15" creationId="{7ADEE659-983F-482C-A86F-47D5B658221B}"/>
          </ac:picMkLst>
        </pc:picChg>
      </pc:sldChg>
      <pc:sldChg chg="add">
        <pc:chgData name="Chelsea Lee" userId="46fc34eb-22bd-40a0-b470-e1f05eedf781" providerId="ADAL" clId="{EE0DE65C-586E-4D97-9C89-DB9E24FF5815}" dt="2020-08-23T19:47:56.445" v="3421" actId="22"/>
        <pc:sldMkLst>
          <pc:docMk/>
          <pc:sldMk cId="2774608107" sldId="308"/>
        </pc:sldMkLst>
      </pc:sldChg>
      <pc:sldMasterChg chg="delSldLayout modSldLayout">
        <pc:chgData name="Chelsea Lee" userId="46fc34eb-22bd-40a0-b470-e1f05eedf781" providerId="ADAL" clId="{EE0DE65C-586E-4D97-9C89-DB9E24FF5815}" dt="2020-08-22T17:56:54.999" v="233" actId="1076"/>
        <pc:sldMasterMkLst>
          <pc:docMk/>
          <pc:sldMasterMk cId="1333498174" sldId="2147484745"/>
        </pc:sldMasterMkLst>
        <pc:sldLayoutChg chg="del">
          <pc:chgData name="Chelsea Lee" userId="46fc34eb-22bd-40a0-b470-e1f05eedf781" providerId="ADAL" clId="{EE0DE65C-586E-4D97-9C89-DB9E24FF5815}" dt="2020-08-22T17:49:42.356" v="168" actId="2696"/>
          <pc:sldLayoutMkLst>
            <pc:docMk/>
            <pc:sldMasterMk cId="1333498174" sldId="2147484745"/>
            <pc:sldLayoutMk cId="236505334" sldId="2147484752"/>
          </pc:sldLayoutMkLst>
        </pc:sldLayoutChg>
        <pc:sldLayoutChg chg="modSp mod">
          <pc:chgData name="Chelsea Lee" userId="46fc34eb-22bd-40a0-b470-e1f05eedf781" providerId="ADAL" clId="{EE0DE65C-586E-4D97-9C89-DB9E24FF5815}" dt="2020-08-22T17:56:54.999" v="233" actId="1076"/>
          <pc:sldLayoutMkLst>
            <pc:docMk/>
            <pc:sldMasterMk cId="1333498174" sldId="2147484745"/>
            <pc:sldLayoutMk cId="2144001028" sldId="2147484753"/>
          </pc:sldLayoutMkLst>
          <pc:spChg chg="mod">
            <ac:chgData name="Chelsea Lee" userId="46fc34eb-22bd-40a0-b470-e1f05eedf781" providerId="ADAL" clId="{EE0DE65C-586E-4D97-9C89-DB9E24FF5815}" dt="2020-08-22T17:56:54.999" v="233" actId="1076"/>
            <ac:spMkLst>
              <pc:docMk/>
              <pc:sldMasterMk cId="1333498174" sldId="2147484745"/>
              <pc:sldLayoutMk cId="2144001028" sldId="2147484753"/>
              <ac:spMk id="5" creationId="{CE9563B9-B8EE-4B13-A96C-8A3EA8059E0A}"/>
            </ac:spMkLst>
          </pc:spChg>
        </pc:sldLayoutChg>
      </pc:sldMasterChg>
    </pc:docChg>
  </pc:docChgLst>
  <pc:docChgLst>
    <pc:chgData name="Robert Stewart (WW READINESS)" userId="5e4857c7-3c95-4435-bc45-4a9504427269" providerId="ADAL" clId="{1E1EB644-CF5D-4B36-97E4-44C32F031E56}"/>
    <pc:docChg chg="undo custSel addSld delSld modSld">
      <pc:chgData name="Robert Stewart (WW READINESS)" userId="5e4857c7-3c95-4435-bc45-4a9504427269" providerId="ADAL" clId="{1E1EB644-CF5D-4B36-97E4-44C32F031E56}" dt="2020-08-20T16:12:03.812" v="1889" actId="47"/>
      <pc:docMkLst>
        <pc:docMk/>
      </pc:docMkLst>
      <pc:sldChg chg="addSp delSp modSp mod chgLayout">
        <pc:chgData name="Robert Stewart (WW READINESS)" userId="5e4857c7-3c95-4435-bc45-4a9504427269" providerId="ADAL" clId="{1E1EB644-CF5D-4B36-97E4-44C32F031E56}" dt="2020-08-20T14:09:28.085" v="244" actId="1076"/>
        <pc:sldMkLst>
          <pc:docMk/>
          <pc:sldMk cId="743860205" sldId="257"/>
        </pc:sldMkLst>
        <pc:spChg chg="mod ord">
          <ac:chgData name="Robert Stewart (WW READINESS)" userId="5e4857c7-3c95-4435-bc45-4a9504427269" providerId="ADAL" clId="{1E1EB644-CF5D-4B36-97E4-44C32F031E56}" dt="2020-08-20T14:08:39.289" v="238" actId="700"/>
          <ac:spMkLst>
            <pc:docMk/>
            <pc:sldMk cId="743860205" sldId="257"/>
            <ac:spMk id="2" creationId="{35FF388A-DA23-47B5-B1B4-5AA1C4F44269}"/>
          </ac:spMkLst>
        </pc:spChg>
        <pc:spChg chg="add del mod ord">
          <ac:chgData name="Robert Stewart (WW READINESS)" userId="5e4857c7-3c95-4435-bc45-4a9504427269" providerId="ADAL" clId="{1E1EB644-CF5D-4B36-97E4-44C32F031E56}" dt="2020-08-20T14:08:45.224" v="239" actId="478"/>
          <ac:spMkLst>
            <pc:docMk/>
            <pc:sldMk cId="743860205" sldId="257"/>
            <ac:spMk id="3" creationId="{8036536A-4446-4E9E-9B4E-8C6A4806F82E}"/>
          </ac:spMkLst>
        </pc:spChg>
        <pc:picChg chg="add mod">
          <ac:chgData name="Robert Stewart (WW READINESS)" userId="5e4857c7-3c95-4435-bc45-4a9504427269" providerId="ADAL" clId="{1E1EB644-CF5D-4B36-97E4-44C32F031E56}" dt="2020-08-20T14:09:28.085" v="244" actId="1076"/>
          <ac:picMkLst>
            <pc:docMk/>
            <pc:sldMk cId="743860205" sldId="257"/>
            <ac:picMk id="5" creationId="{26528163-8608-4C7E-AEC3-3A2D83DA047C}"/>
          </ac:picMkLst>
        </pc:picChg>
      </pc:sldChg>
      <pc:sldChg chg="addSp delSp modSp mod modClrScheme chgLayout modNotesTx">
        <pc:chgData name="Robert Stewart (WW READINESS)" userId="5e4857c7-3c95-4435-bc45-4a9504427269" providerId="ADAL" clId="{1E1EB644-CF5D-4B36-97E4-44C32F031E56}" dt="2020-08-20T14:32:09.571" v="734" actId="20577"/>
        <pc:sldMkLst>
          <pc:docMk/>
          <pc:sldMk cId="1012441991" sldId="258"/>
        </pc:sldMkLst>
        <pc:spChg chg="del mod ord">
          <ac:chgData name="Robert Stewart (WW READINESS)" userId="5e4857c7-3c95-4435-bc45-4a9504427269" providerId="ADAL" clId="{1E1EB644-CF5D-4B36-97E4-44C32F031E56}" dt="2020-08-20T14:18:37.553" v="431" actId="478"/>
          <ac:spMkLst>
            <pc:docMk/>
            <pc:sldMk cId="1012441991" sldId="258"/>
            <ac:spMk id="3" creationId="{71F40E82-A9C5-4E34-94C3-D3F6F1F4CEEA}"/>
          </ac:spMkLst>
        </pc:spChg>
        <pc:spChg chg="add del mod">
          <ac:chgData name="Robert Stewart (WW READINESS)" userId="5e4857c7-3c95-4435-bc45-4a9504427269" providerId="ADAL" clId="{1E1EB644-CF5D-4B36-97E4-44C32F031E56}" dt="2020-08-20T14:18:41.046" v="432" actId="478"/>
          <ac:spMkLst>
            <pc:docMk/>
            <pc:sldMk cId="1012441991" sldId="258"/>
            <ac:spMk id="8" creationId="{1A10F1F0-D08C-40DD-BDB0-B2EF84BAC384}"/>
          </ac:spMkLst>
        </pc:spChg>
        <pc:spChg chg="mod ord">
          <ac:chgData name="Robert Stewart (WW READINESS)" userId="5e4857c7-3c95-4435-bc45-4a9504427269" providerId="ADAL" clId="{1E1EB644-CF5D-4B36-97E4-44C32F031E56}" dt="2020-08-20T14:15:12.474" v="327" actId="700"/>
          <ac:spMkLst>
            <pc:docMk/>
            <pc:sldMk cId="1012441991" sldId="258"/>
            <ac:spMk id="17" creationId="{00000000-0000-0000-0000-000000000000}"/>
          </ac:spMkLst>
        </pc:spChg>
        <pc:graphicFrameChg chg="add mod modGraphic">
          <ac:chgData name="Robert Stewart (WW READINESS)" userId="5e4857c7-3c95-4435-bc45-4a9504427269" providerId="ADAL" clId="{1E1EB644-CF5D-4B36-97E4-44C32F031E56}" dt="2020-08-20T14:32:09.571" v="734" actId="20577"/>
          <ac:graphicFrameMkLst>
            <pc:docMk/>
            <pc:sldMk cId="1012441991" sldId="258"/>
            <ac:graphicFrameMk id="2" creationId="{BA253A4F-CFA0-48A5-A1A3-709AE74275FD}"/>
          </ac:graphicFrameMkLst>
        </pc:graphicFrameChg>
        <pc:picChg chg="mod ord">
          <ac:chgData name="Robert Stewart (WW READINESS)" userId="5e4857c7-3c95-4435-bc45-4a9504427269" providerId="ADAL" clId="{1E1EB644-CF5D-4B36-97E4-44C32F031E56}" dt="2020-08-20T14:29:42.895" v="591" actId="1076"/>
          <ac:picMkLst>
            <pc:docMk/>
            <pc:sldMk cId="1012441991" sldId="258"/>
            <ac:picMk id="5" creationId="{7099143F-3001-4870-8DE3-A330BEB369E7}"/>
          </ac:picMkLst>
        </pc:picChg>
        <pc:picChg chg="mod ord">
          <ac:chgData name="Robert Stewart (WW READINESS)" userId="5e4857c7-3c95-4435-bc45-4a9504427269" providerId="ADAL" clId="{1E1EB644-CF5D-4B36-97E4-44C32F031E56}" dt="2020-08-20T14:29:32.103" v="588" actId="1076"/>
          <ac:picMkLst>
            <pc:docMk/>
            <pc:sldMk cId="1012441991" sldId="258"/>
            <ac:picMk id="6" creationId="{EB88EC9F-9E20-482F-BCA8-57EC8298A162}"/>
          </ac:picMkLst>
        </pc:picChg>
        <pc:picChg chg="mod ord">
          <ac:chgData name="Robert Stewart (WW READINESS)" userId="5e4857c7-3c95-4435-bc45-4a9504427269" providerId="ADAL" clId="{1E1EB644-CF5D-4B36-97E4-44C32F031E56}" dt="2020-08-20T14:29:39.335" v="590" actId="1076"/>
          <ac:picMkLst>
            <pc:docMk/>
            <pc:sldMk cId="1012441991" sldId="258"/>
            <ac:picMk id="7" creationId="{BBAAD6AC-A925-4B35-82B7-D268F83B691D}"/>
          </ac:picMkLst>
        </pc:picChg>
      </pc:sldChg>
      <pc:sldChg chg="del">
        <pc:chgData name="Robert Stewart (WW READINESS)" userId="5e4857c7-3c95-4435-bc45-4a9504427269" providerId="ADAL" clId="{1E1EB644-CF5D-4B36-97E4-44C32F031E56}" dt="2020-08-20T14:20:53.718" v="448" actId="47"/>
        <pc:sldMkLst>
          <pc:docMk/>
          <pc:sldMk cId="381901668" sldId="259"/>
        </pc:sldMkLst>
      </pc:sldChg>
      <pc:sldChg chg="addSp delSp modSp mod modClrScheme chgLayout modNotesTx">
        <pc:chgData name="Robert Stewart (WW READINESS)" userId="5e4857c7-3c95-4435-bc45-4a9504427269" providerId="ADAL" clId="{1E1EB644-CF5D-4B36-97E4-44C32F031E56}" dt="2020-08-20T14:29:12.625" v="585" actId="20577"/>
        <pc:sldMkLst>
          <pc:docMk/>
          <pc:sldMk cId="1701787216" sldId="260"/>
        </pc:sldMkLst>
        <pc:spChg chg="add del mod">
          <ac:chgData name="Robert Stewart (WW READINESS)" userId="5e4857c7-3c95-4435-bc45-4a9504427269" providerId="ADAL" clId="{1E1EB644-CF5D-4B36-97E4-44C32F031E56}" dt="2020-08-20T14:24:43.200" v="518" actId="478"/>
          <ac:spMkLst>
            <pc:docMk/>
            <pc:sldMk cId="1701787216" sldId="260"/>
            <ac:spMk id="5" creationId="{52A9A9A7-C046-4B37-9CA5-DC526AD32E86}"/>
          </ac:spMkLst>
        </pc:spChg>
        <pc:spChg chg="del mod ord">
          <ac:chgData name="Robert Stewart (WW READINESS)" userId="5e4857c7-3c95-4435-bc45-4a9504427269" providerId="ADAL" clId="{1E1EB644-CF5D-4B36-97E4-44C32F031E56}" dt="2020-08-20T14:24:39.032" v="517" actId="478"/>
          <ac:spMkLst>
            <pc:docMk/>
            <pc:sldMk cId="1701787216" sldId="260"/>
            <ac:spMk id="7" creationId="{093E0B1C-4AB2-4AC4-97F8-2D4F94098582}"/>
          </ac:spMkLst>
        </pc:spChg>
        <pc:spChg chg="mod ord">
          <ac:chgData name="Robert Stewart (WW READINESS)" userId="5e4857c7-3c95-4435-bc45-4a9504427269" providerId="ADAL" clId="{1E1EB644-CF5D-4B36-97E4-44C32F031E56}" dt="2020-08-20T14:22:16.596" v="449" actId="700"/>
          <ac:spMkLst>
            <pc:docMk/>
            <pc:sldMk cId="1701787216" sldId="260"/>
            <ac:spMk id="17" creationId="{00000000-0000-0000-0000-000000000000}"/>
          </ac:spMkLst>
        </pc:spChg>
        <pc:graphicFrameChg chg="add mod modGraphic">
          <ac:chgData name="Robert Stewart (WW READINESS)" userId="5e4857c7-3c95-4435-bc45-4a9504427269" providerId="ADAL" clId="{1E1EB644-CF5D-4B36-97E4-44C32F031E56}" dt="2020-08-20T14:29:12.625" v="585" actId="20577"/>
          <ac:graphicFrameMkLst>
            <pc:docMk/>
            <pc:sldMk cId="1701787216" sldId="260"/>
            <ac:graphicFrameMk id="2" creationId="{AA8681B8-B43E-4A97-872E-9D586DEBA113}"/>
          </ac:graphicFrameMkLst>
        </pc:graphicFrameChg>
        <pc:picChg chg="mod ord">
          <ac:chgData name="Robert Stewart (WW READINESS)" userId="5e4857c7-3c95-4435-bc45-4a9504427269" providerId="ADAL" clId="{1E1EB644-CF5D-4B36-97E4-44C32F031E56}" dt="2020-08-20T14:26:46.918" v="529" actId="1076"/>
          <ac:picMkLst>
            <pc:docMk/>
            <pc:sldMk cId="1701787216" sldId="260"/>
            <ac:picMk id="4" creationId="{09AC6056-714F-4A82-9229-7D1BD080C244}"/>
          </ac:picMkLst>
        </pc:picChg>
        <pc:picChg chg="mod ord">
          <ac:chgData name="Robert Stewart (WW READINESS)" userId="5e4857c7-3c95-4435-bc45-4a9504427269" providerId="ADAL" clId="{1E1EB644-CF5D-4B36-97E4-44C32F031E56}" dt="2020-08-20T14:26:44.279" v="528" actId="1076"/>
          <ac:picMkLst>
            <pc:docMk/>
            <pc:sldMk cId="1701787216" sldId="260"/>
            <ac:picMk id="6" creationId="{601A9F53-4FBE-4292-B1D7-7B2484B9F232}"/>
          </ac:picMkLst>
        </pc:picChg>
        <pc:picChg chg="mod ord">
          <ac:chgData name="Robert Stewart (WW READINESS)" userId="5e4857c7-3c95-4435-bc45-4a9504427269" providerId="ADAL" clId="{1E1EB644-CF5D-4B36-97E4-44C32F031E56}" dt="2020-08-20T14:26:41.183" v="527" actId="1076"/>
          <ac:picMkLst>
            <pc:docMk/>
            <pc:sldMk cId="1701787216" sldId="260"/>
            <ac:picMk id="8" creationId="{F8904EC5-0F87-4251-84A0-9BB8E3078726}"/>
          </ac:picMkLst>
        </pc:picChg>
      </pc:sldChg>
      <pc:sldChg chg="addSp delSp modSp mod modClrScheme chgLayout modNotesTx">
        <pc:chgData name="Robert Stewart (WW READINESS)" userId="5e4857c7-3c95-4435-bc45-4a9504427269" providerId="ADAL" clId="{1E1EB644-CF5D-4B36-97E4-44C32F031E56}" dt="2020-08-20T14:39:57.494" v="845" actId="1076"/>
        <pc:sldMkLst>
          <pc:docMk/>
          <pc:sldMk cId="101971310" sldId="261"/>
        </pc:sldMkLst>
        <pc:spChg chg="del mod ord">
          <ac:chgData name="Robert Stewart (WW READINESS)" userId="5e4857c7-3c95-4435-bc45-4a9504427269" providerId="ADAL" clId="{1E1EB644-CF5D-4B36-97E4-44C32F031E56}" dt="2020-08-20T14:35:23.739" v="770" actId="478"/>
          <ac:spMkLst>
            <pc:docMk/>
            <pc:sldMk cId="101971310" sldId="261"/>
            <ac:spMk id="3" creationId="{FF98882A-CD45-43B7-A1C6-FDAEC2E4B66B}"/>
          </ac:spMkLst>
        </pc:spChg>
        <pc:spChg chg="add del mod ord">
          <ac:chgData name="Robert Stewart (WW READINESS)" userId="5e4857c7-3c95-4435-bc45-4a9504427269" providerId="ADAL" clId="{1E1EB644-CF5D-4B36-97E4-44C32F031E56}" dt="2020-08-20T14:33:18.955" v="739" actId="700"/>
          <ac:spMkLst>
            <pc:docMk/>
            <pc:sldMk cId="101971310" sldId="261"/>
            <ac:spMk id="4" creationId="{8CE31F20-C37D-4EBF-A302-BDC54D234B2F}"/>
          </ac:spMkLst>
        </pc:spChg>
        <pc:spChg chg="mod ord">
          <ac:chgData name="Robert Stewart (WW READINESS)" userId="5e4857c7-3c95-4435-bc45-4a9504427269" providerId="ADAL" clId="{1E1EB644-CF5D-4B36-97E4-44C32F031E56}" dt="2020-08-20T14:33:18.955" v="739" actId="700"/>
          <ac:spMkLst>
            <pc:docMk/>
            <pc:sldMk cId="101971310" sldId="261"/>
            <ac:spMk id="17" creationId="{00000000-0000-0000-0000-000000000000}"/>
          </ac:spMkLst>
        </pc:spChg>
        <pc:graphicFrameChg chg="add mod modGraphic">
          <ac:chgData name="Robert Stewart (WW READINESS)" userId="5e4857c7-3c95-4435-bc45-4a9504427269" providerId="ADAL" clId="{1E1EB644-CF5D-4B36-97E4-44C32F031E56}" dt="2020-08-20T14:39:39.536" v="842" actId="20577"/>
          <ac:graphicFrameMkLst>
            <pc:docMk/>
            <pc:sldMk cId="101971310" sldId="261"/>
            <ac:graphicFrameMk id="5" creationId="{9AE1A617-E2A2-43A4-955A-5025AF3D94FB}"/>
          </ac:graphicFrameMkLst>
        </pc:graphicFrameChg>
        <pc:picChg chg="mod ord">
          <ac:chgData name="Robert Stewart (WW READINESS)" userId="5e4857c7-3c95-4435-bc45-4a9504427269" providerId="ADAL" clId="{1E1EB644-CF5D-4B36-97E4-44C32F031E56}" dt="2020-08-20T14:39:52.111" v="844" actId="1076"/>
          <ac:picMkLst>
            <pc:docMk/>
            <pc:sldMk cId="101971310" sldId="261"/>
            <ac:picMk id="2" creationId="{B9A87511-CE45-48B3-8E54-C5B9FD5A6AF2}"/>
          </ac:picMkLst>
        </pc:picChg>
        <pc:picChg chg="mod ord">
          <ac:chgData name="Robert Stewart (WW READINESS)" userId="5e4857c7-3c95-4435-bc45-4a9504427269" providerId="ADAL" clId="{1E1EB644-CF5D-4B36-97E4-44C32F031E56}" dt="2020-08-20T14:39:57.494" v="845" actId="1076"/>
          <ac:picMkLst>
            <pc:docMk/>
            <pc:sldMk cId="101971310" sldId="261"/>
            <ac:picMk id="6" creationId="{53B41D1B-7919-4A6C-A2C6-B6F13FCCBD33}"/>
          </ac:picMkLst>
        </pc:picChg>
        <pc:picChg chg="mod ord">
          <ac:chgData name="Robert Stewart (WW READINESS)" userId="5e4857c7-3c95-4435-bc45-4a9504427269" providerId="ADAL" clId="{1E1EB644-CF5D-4B36-97E4-44C32F031E56}" dt="2020-08-20T14:39:47.911" v="843" actId="1076"/>
          <ac:picMkLst>
            <pc:docMk/>
            <pc:sldMk cId="101971310" sldId="261"/>
            <ac:picMk id="7" creationId="{BA413AFC-BE62-48F5-9D34-7DB1D389BECD}"/>
          </ac:picMkLst>
        </pc:picChg>
      </pc:sldChg>
      <pc:sldChg chg="addSp delSp modSp mod modClrScheme chgLayout modNotesTx">
        <pc:chgData name="Robert Stewart (WW READINESS)" userId="5e4857c7-3c95-4435-bc45-4a9504427269" providerId="ADAL" clId="{1E1EB644-CF5D-4B36-97E4-44C32F031E56}" dt="2020-08-20T14:51:32.105" v="931" actId="5793"/>
        <pc:sldMkLst>
          <pc:docMk/>
          <pc:sldMk cId="758652105" sldId="262"/>
        </pc:sldMkLst>
        <pc:spChg chg="del mod ord">
          <ac:chgData name="Robert Stewart (WW READINESS)" userId="5e4857c7-3c95-4435-bc45-4a9504427269" providerId="ADAL" clId="{1E1EB644-CF5D-4B36-97E4-44C32F031E56}" dt="2020-08-20T14:43:25.077" v="861" actId="478"/>
          <ac:spMkLst>
            <pc:docMk/>
            <pc:sldMk cId="758652105" sldId="262"/>
            <ac:spMk id="5" creationId="{E1CA392D-1106-4F33-816A-77658CCFCC13}"/>
          </ac:spMkLst>
        </pc:spChg>
        <pc:spChg chg="mod ord">
          <ac:chgData name="Robert Stewart (WW READINESS)" userId="5e4857c7-3c95-4435-bc45-4a9504427269" providerId="ADAL" clId="{1E1EB644-CF5D-4B36-97E4-44C32F031E56}" dt="2020-08-20T14:40:11.022" v="846" actId="700"/>
          <ac:spMkLst>
            <pc:docMk/>
            <pc:sldMk cId="758652105" sldId="262"/>
            <ac:spMk id="17" creationId="{00000000-0000-0000-0000-000000000000}"/>
          </ac:spMkLst>
        </pc:spChg>
        <pc:graphicFrameChg chg="add mod modGraphic">
          <ac:chgData name="Robert Stewart (WW READINESS)" userId="5e4857c7-3c95-4435-bc45-4a9504427269" providerId="ADAL" clId="{1E1EB644-CF5D-4B36-97E4-44C32F031E56}" dt="2020-08-20T14:47:39.799" v="915" actId="14734"/>
          <ac:graphicFrameMkLst>
            <pc:docMk/>
            <pc:sldMk cId="758652105" sldId="262"/>
            <ac:graphicFrameMk id="2" creationId="{E3172D8D-1D89-4F49-BEC9-16A0F74270E8}"/>
          </ac:graphicFrameMkLst>
        </pc:graphicFrameChg>
        <pc:picChg chg="mod ord">
          <ac:chgData name="Robert Stewart (WW READINESS)" userId="5e4857c7-3c95-4435-bc45-4a9504427269" providerId="ADAL" clId="{1E1EB644-CF5D-4B36-97E4-44C32F031E56}" dt="2020-08-20T14:47:42.447" v="916" actId="1076"/>
          <ac:picMkLst>
            <pc:docMk/>
            <pc:sldMk cId="758652105" sldId="262"/>
            <ac:picMk id="3" creationId="{8CE58DD3-F46D-45A3-852C-738E261E2E89}"/>
          </ac:picMkLst>
        </pc:picChg>
        <pc:picChg chg="del">
          <ac:chgData name="Robert Stewart (WW READINESS)" userId="5e4857c7-3c95-4435-bc45-4a9504427269" providerId="ADAL" clId="{1E1EB644-CF5D-4B36-97E4-44C32F031E56}" dt="2020-08-20T14:47:00.723" v="906" actId="478"/>
          <ac:picMkLst>
            <pc:docMk/>
            <pc:sldMk cId="758652105" sldId="262"/>
            <ac:picMk id="10" creationId="{995E33EB-2B90-4AE6-86E0-EC179F6A1946}"/>
          </ac:picMkLst>
        </pc:picChg>
        <pc:picChg chg="mod ord">
          <ac:chgData name="Robert Stewart (WW READINESS)" userId="5e4857c7-3c95-4435-bc45-4a9504427269" providerId="ADAL" clId="{1E1EB644-CF5D-4B36-97E4-44C32F031E56}" dt="2020-08-20T14:47:50.704" v="917" actId="1076"/>
          <ac:picMkLst>
            <pc:docMk/>
            <pc:sldMk cId="758652105" sldId="262"/>
            <ac:picMk id="12" creationId="{B2D73169-752E-4B4D-8A8D-D113EECD879D}"/>
          </ac:picMkLst>
        </pc:picChg>
      </pc:sldChg>
      <pc:sldChg chg="del">
        <pc:chgData name="Robert Stewart (WW READINESS)" userId="5e4857c7-3c95-4435-bc45-4a9504427269" providerId="ADAL" clId="{1E1EB644-CF5D-4B36-97E4-44C32F031E56}" dt="2020-08-20T14:52:34.915" v="935" actId="47"/>
        <pc:sldMkLst>
          <pc:docMk/>
          <pc:sldMk cId="4229698244" sldId="263"/>
        </pc:sldMkLst>
      </pc:sldChg>
      <pc:sldChg chg="addSp delSp modSp mod modClrScheme chgLayout modNotesTx">
        <pc:chgData name="Robert Stewart (WW READINESS)" userId="5e4857c7-3c95-4435-bc45-4a9504427269" providerId="ADAL" clId="{1E1EB644-CF5D-4B36-97E4-44C32F031E56}" dt="2020-08-20T15:18:47.825" v="1353" actId="1076"/>
        <pc:sldMkLst>
          <pc:docMk/>
          <pc:sldMk cId="2093708537" sldId="264"/>
        </pc:sldMkLst>
        <pc:spChg chg="del mod ord">
          <ac:chgData name="Robert Stewart (WW READINESS)" userId="5e4857c7-3c95-4435-bc45-4a9504427269" providerId="ADAL" clId="{1E1EB644-CF5D-4B36-97E4-44C32F031E56}" dt="2020-08-20T15:04:10.061" v="999" actId="478"/>
          <ac:spMkLst>
            <pc:docMk/>
            <pc:sldMk cId="2093708537" sldId="264"/>
            <ac:spMk id="5" creationId="{8AAE3683-1D11-4CAF-93B5-986FF46AF40B}"/>
          </ac:spMkLst>
        </pc:spChg>
        <pc:spChg chg="mod ord">
          <ac:chgData name="Robert Stewart (WW READINESS)" userId="5e4857c7-3c95-4435-bc45-4a9504427269" providerId="ADAL" clId="{1E1EB644-CF5D-4B36-97E4-44C32F031E56}" dt="2020-08-20T15:00:13.480" v="990" actId="700"/>
          <ac:spMkLst>
            <pc:docMk/>
            <pc:sldMk cId="2093708537" sldId="264"/>
            <ac:spMk id="17" creationId="{00000000-0000-0000-0000-000000000000}"/>
          </ac:spMkLst>
        </pc:spChg>
        <pc:graphicFrameChg chg="add mod modGraphic">
          <ac:chgData name="Robert Stewart (WW READINESS)" userId="5e4857c7-3c95-4435-bc45-4a9504427269" providerId="ADAL" clId="{1E1EB644-CF5D-4B36-97E4-44C32F031E56}" dt="2020-08-20T15:18:24.384" v="1346" actId="14100"/>
          <ac:graphicFrameMkLst>
            <pc:docMk/>
            <pc:sldMk cId="2093708537" sldId="264"/>
            <ac:graphicFrameMk id="2" creationId="{BEB13C7D-A136-4F55-99C6-7B717D5CFAA3}"/>
          </ac:graphicFrameMkLst>
        </pc:graphicFrameChg>
        <pc:picChg chg="mod ord">
          <ac:chgData name="Robert Stewart (WW READINESS)" userId="5e4857c7-3c95-4435-bc45-4a9504427269" providerId="ADAL" clId="{1E1EB644-CF5D-4B36-97E4-44C32F031E56}" dt="2020-08-20T15:18:28.793" v="1347" actId="1076"/>
          <ac:picMkLst>
            <pc:docMk/>
            <pc:sldMk cId="2093708537" sldId="264"/>
            <ac:picMk id="3" creationId="{8CF121F8-2A32-4EA6-BA16-4560995A0DE4}"/>
          </ac:picMkLst>
        </pc:picChg>
        <pc:picChg chg="add mod">
          <ac:chgData name="Robert Stewart (WW READINESS)" userId="5e4857c7-3c95-4435-bc45-4a9504427269" providerId="ADAL" clId="{1E1EB644-CF5D-4B36-97E4-44C32F031E56}" dt="2020-08-20T15:18:41.578" v="1352" actId="1076"/>
          <ac:picMkLst>
            <pc:docMk/>
            <pc:sldMk cId="2093708537" sldId="264"/>
            <ac:picMk id="6" creationId="{4CF446FA-76CC-4017-B21C-26BAC59CFE81}"/>
          </ac:picMkLst>
        </pc:picChg>
        <pc:picChg chg="mod ord">
          <ac:chgData name="Robert Stewart (WW READINESS)" userId="5e4857c7-3c95-4435-bc45-4a9504427269" providerId="ADAL" clId="{1E1EB644-CF5D-4B36-97E4-44C32F031E56}" dt="2020-08-20T15:18:47.825" v="1353" actId="1076"/>
          <ac:picMkLst>
            <pc:docMk/>
            <pc:sldMk cId="2093708537" sldId="264"/>
            <ac:picMk id="7" creationId="{07102762-A206-489C-9AEB-5CBE80399EAF}"/>
          </ac:picMkLst>
        </pc:picChg>
        <pc:picChg chg="add mod">
          <ac:chgData name="Robert Stewart (WW READINESS)" userId="5e4857c7-3c95-4435-bc45-4a9504427269" providerId="ADAL" clId="{1E1EB644-CF5D-4B36-97E4-44C32F031E56}" dt="2020-08-20T15:18:37.328" v="1351" actId="1076"/>
          <ac:picMkLst>
            <pc:docMk/>
            <pc:sldMk cId="2093708537" sldId="264"/>
            <ac:picMk id="9" creationId="{4F3419D5-7451-45F0-9949-4A051F74B372}"/>
          </ac:picMkLst>
        </pc:picChg>
      </pc:sldChg>
      <pc:sldChg chg="addSp delSp modSp mod chgLayout">
        <pc:chgData name="Robert Stewart (WW READINESS)" userId="5e4857c7-3c95-4435-bc45-4a9504427269" providerId="ADAL" clId="{1E1EB644-CF5D-4B36-97E4-44C32F031E56}" dt="2020-08-20T15:21:14.897" v="1361" actId="1076"/>
        <pc:sldMkLst>
          <pc:docMk/>
          <pc:sldMk cId="2582992634" sldId="267"/>
        </pc:sldMkLst>
        <pc:spChg chg="mod ord">
          <ac:chgData name="Robert Stewart (WW READINESS)" userId="5e4857c7-3c95-4435-bc45-4a9504427269" providerId="ADAL" clId="{1E1EB644-CF5D-4B36-97E4-44C32F031E56}" dt="2020-08-20T15:19:50.166" v="1354" actId="700"/>
          <ac:spMkLst>
            <pc:docMk/>
            <pc:sldMk cId="2582992634" sldId="267"/>
            <ac:spMk id="2" creationId="{35FF388A-DA23-47B5-B1B4-5AA1C4F44269}"/>
          </ac:spMkLst>
        </pc:spChg>
        <pc:spChg chg="add del mod ord">
          <ac:chgData name="Robert Stewart (WW READINESS)" userId="5e4857c7-3c95-4435-bc45-4a9504427269" providerId="ADAL" clId="{1E1EB644-CF5D-4B36-97E4-44C32F031E56}" dt="2020-08-20T15:19:55.134" v="1355" actId="478"/>
          <ac:spMkLst>
            <pc:docMk/>
            <pc:sldMk cId="2582992634" sldId="267"/>
            <ac:spMk id="3" creationId="{37AEAAB4-E510-4DA2-9EF8-BE01E8FB8CB2}"/>
          </ac:spMkLst>
        </pc:spChg>
        <pc:picChg chg="add mod">
          <ac:chgData name="Robert Stewart (WW READINESS)" userId="5e4857c7-3c95-4435-bc45-4a9504427269" providerId="ADAL" clId="{1E1EB644-CF5D-4B36-97E4-44C32F031E56}" dt="2020-08-20T15:21:14.897" v="1361" actId="1076"/>
          <ac:picMkLst>
            <pc:docMk/>
            <pc:sldMk cId="2582992634" sldId="267"/>
            <ac:picMk id="5" creationId="{C4B53E57-6676-4A4D-AB65-F20D2D3F865E}"/>
          </ac:picMkLst>
        </pc:picChg>
      </pc:sldChg>
      <pc:sldChg chg="addSp delSp modSp mod modClrScheme chgLayout">
        <pc:chgData name="Robert Stewart (WW READINESS)" userId="5e4857c7-3c95-4435-bc45-4a9504427269" providerId="ADAL" clId="{1E1EB644-CF5D-4B36-97E4-44C32F031E56}" dt="2020-08-20T15:28:52.121" v="1449" actId="1076"/>
        <pc:sldMkLst>
          <pc:docMk/>
          <pc:sldMk cId="901478808" sldId="268"/>
        </pc:sldMkLst>
        <pc:spChg chg="del mod ord">
          <ac:chgData name="Robert Stewart (WW READINESS)" userId="5e4857c7-3c95-4435-bc45-4a9504427269" providerId="ADAL" clId="{1E1EB644-CF5D-4B36-97E4-44C32F031E56}" dt="2020-08-20T15:26:06.354" v="1407" actId="478"/>
          <ac:spMkLst>
            <pc:docMk/>
            <pc:sldMk cId="901478808" sldId="268"/>
            <ac:spMk id="3" creationId="{ABF94325-01A6-46F4-A197-3093384660DF}"/>
          </ac:spMkLst>
        </pc:spChg>
        <pc:spChg chg="add del mod">
          <ac:chgData name="Robert Stewart (WW READINESS)" userId="5e4857c7-3c95-4435-bc45-4a9504427269" providerId="ADAL" clId="{1E1EB644-CF5D-4B36-97E4-44C32F031E56}" dt="2020-08-20T15:26:09.083" v="1408" actId="478"/>
          <ac:spMkLst>
            <pc:docMk/>
            <pc:sldMk cId="901478808" sldId="268"/>
            <ac:spMk id="6" creationId="{99FC3B12-AC30-4DAA-B630-25AD3E403000}"/>
          </ac:spMkLst>
        </pc:spChg>
        <pc:spChg chg="mod ord">
          <ac:chgData name="Robert Stewart (WW READINESS)" userId="5e4857c7-3c95-4435-bc45-4a9504427269" providerId="ADAL" clId="{1E1EB644-CF5D-4B36-97E4-44C32F031E56}" dt="2020-08-20T15:24:11.012" v="1394" actId="700"/>
          <ac:spMkLst>
            <pc:docMk/>
            <pc:sldMk cId="901478808" sldId="268"/>
            <ac:spMk id="17" creationId="{00000000-0000-0000-0000-000000000000}"/>
          </ac:spMkLst>
        </pc:spChg>
        <pc:graphicFrameChg chg="add mod modGraphic">
          <ac:chgData name="Robert Stewart (WW READINESS)" userId="5e4857c7-3c95-4435-bc45-4a9504427269" providerId="ADAL" clId="{1E1EB644-CF5D-4B36-97E4-44C32F031E56}" dt="2020-08-20T15:28:42.345" v="1446" actId="14734"/>
          <ac:graphicFrameMkLst>
            <pc:docMk/>
            <pc:sldMk cId="901478808" sldId="268"/>
            <ac:graphicFrameMk id="2" creationId="{F6D9AA9E-6490-403E-B241-9A473DE72201}"/>
          </ac:graphicFrameMkLst>
        </pc:graphicFrameChg>
        <pc:picChg chg="mod">
          <ac:chgData name="Robert Stewart (WW READINESS)" userId="5e4857c7-3c95-4435-bc45-4a9504427269" providerId="ADAL" clId="{1E1EB644-CF5D-4B36-97E4-44C32F031E56}" dt="2020-08-20T15:28:52.121" v="1449" actId="1076"/>
          <ac:picMkLst>
            <pc:docMk/>
            <pc:sldMk cId="901478808" sldId="268"/>
            <ac:picMk id="4" creationId="{9609FE65-7D6E-426B-AF16-553C31B74DD5}"/>
          </ac:picMkLst>
        </pc:picChg>
        <pc:picChg chg="mod">
          <ac:chgData name="Robert Stewart (WW READINESS)" userId="5e4857c7-3c95-4435-bc45-4a9504427269" providerId="ADAL" clId="{1E1EB644-CF5D-4B36-97E4-44C32F031E56}" dt="2020-08-20T15:28:26.008" v="1439" actId="1076"/>
          <ac:picMkLst>
            <pc:docMk/>
            <pc:sldMk cId="901478808" sldId="268"/>
            <ac:picMk id="8" creationId="{40FBD9ED-E0C3-4EB2-8FE5-89DD1B121BC9}"/>
          </ac:picMkLst>
        </pc:picChg>
        <pc:picChg chg="mod">
          <ac:chgData name="Robert Stewart (WW READINESS)" userId="5e4857c7-3c95-4435-bc45-4a9504427269" providerId="ADAL" clId="{1E1EB644-CF5D-4B36-97E4-44C32F031E56}" dt="2020-08-20T15:28:46.250" v="1447" actId="1076"/>
          <ac:picMkLst>
            <pc:docMk/>
            <pc:sldMk cId="901478808" sldId="268"/>
            <ac:picMk id="10" creationId="{8E25338E-8807-4EE4-90F9-B65EDBBE4F9D}"/>
          </ac:picMkLst>
        </pc:picChg>
        <pc:picChg chg="mod">
          <ac:chgData name="Robert Stewart (WW READINESS)" userId="5e4857c7-3c95-4435-bc45-4a9504427269" providerId="ADAL" clId="{1E1EB644-CF5D-4B36-97E4-44C32F031E56}" dt="2020-08-20T15:28:49.946" v="1448" actId="1076"/>
          <ac:picMkLst>
            <pc:docMk/>
            <pc:sldMk cId="901478808" sldId="268"/>
            <ac:picMk id="12" creationId="{A5C67092-4795-49FB-9844-97B2F1075A05}"/>
          </ac:picMkLst>
        </pc:picChg>
        <pc:picChg chg="mod">
          <ac:chgData name="Robert Stewart (WW READINESS)" userId="5e4857c7-3c95-4435-bc45-4a9504427269" providerId="ADAL" clId="{1E1EB644-CF5D-4B36-97E4-44C32F031E56}" dt="2020-08-20T15:28:30.520" v="1440" actId="1076"/>
          <ac:picMkLst>
            <pc:docMk/>
            <pc:sldMk cId="901478808" sldId="268"/>
            <ac:picMk id="16" creationId="{1DC819BD-9CA3-4639-9F00-A7BF79D432DF}"/>
          </ac:picMkLst>
        </pc:picChg>
        <pc:picChg chg="mod">
          <ac:chgData name="Robert Stewart (WW READINESS)" userId="5e4857c7-3c95-4435-bc45-4a9504427269" providerId="ADAL" clId="{1E1EB644-CF5D-4B36-97E4-44C32F031E56}" dt="2020-08-20T15:28:30.520" v="1440" actId="1076"/>
          <ac:picMkLst>
            <pc:docMk/>
            <pc:sldMk cId="901478808" sldId="268"/>
            <ac:picMk id="1026" creationId="{00000000-0000-0000-0000-000000000000}"/>
          </ac:picMkLst>
        </pc:picChg>
      </pc:sldChg>
      <pc:sldChg chg="modSp mod modClrScheme chgLayout modNotesTx">
        <pc:chgData name="Robert Stewart (WW READINESS)" userId="5e4857c7-3c95-4435-bc45-4a9504427269" providerId="ADAL" clId="{1E1EB644-CF5D-4B36-97E4-44C32F031E56}" dt="2020-08-20T15:37:03.529" v="1484" actId="1076"/>
        <pc:sldMkLst>
          <pc:docMk/>
          <pc:sldMk cId="338752777" sldId="269"/>
        </pc:sldMkLst>
        <pc:spChg chg="mod ord">
          <ac:chgData name="Robert Stewart (WW READINESS)" userId="5e4857c7-3c95-4435-bc45-4a9504427269" providerId="ADAL" clId="{1E1EB644-CF5D-4B36-97E4-44C32F031E56}" dt="2020-08-20T15:37:01.176" v="1483" actId="1076"/>
          <ac:spMkLst>
            <pc:docMk/>
            <pc:sldMk cId="338752777" sldId="269"/>
            <ac:spMk id="3" creationId="{61305E9E-589A-43A1-9A16-D0BA79D9C4B6}"/>
          </ac:spMkLst>
        </pc:spChg>
        <pc:spChg chg="mod ord">
          <ac:chgData name="Robert Stewart (WW READINESS)" userId="5e4857c7-3c95-4435-bc45-4a9504427269" providerId="ADAL" clId="{1E1EB644-CF5D-4B36-97E4-44C32F031E56}" dt="2020-08-20T15:36:30.427" v="1475" actId="700"/>
          <ac:spMkLst>
            <pc:docMk/>
            <pc:sldMk cId="338752777" sldId="269"/>
            <ac:spMk id="17" creationId="{00000000-0000-0000-0000-000000000000}"/>
          </ac:spMkLst>
        </pc:spChg>
        <pc:picChg chg="mod">
          <ac:chgData name="Robert Stewart (WW READINESS)" userId="5e4857c7-3c95-4435-bc45-4a9504427269" providerId="ADAL" clId="{1E1EB644-CF5D-4B36-97E4-44C32F031E56}" dt="2020-08-20T15:37:03.529" v="1484" actId="1076"/>
          <ac:picMkLst>
            <pc:docMk/>
            <pc:sldMk cId="338752777" sldId="269"/>
            <ac:picMk id="5" creationId="{5F0DA6F5-E91D-4E5B-B535-89370F4AC4E7}"/>
          </ac:picMkLst>
        </pc:picChg>
      </pc:sldChg>
      <pc:sldChg chg="del">
        <pc:chgData name="Robert Stewart (WW READINESS)" userId="5e4857c7-3c95-4435-bc45-4a9504427269" providerId="ADAL" clId="{1E1EB644-CF5D-4B36-97E4-44C32F031E56}" dt="2020-08-20T15:31:13.176" v="1459" actId="47"/>
        <pc:sldMkLst>
          <pc:docMk/>
          <pc:sldMk cId="3563441739" sldId="270"/>
        </pc:sldMkLst>
      </pc:sldChg>
      <pc:sldChg chg="del">
        <pc:chgData name="Robert Stewart (WW READINESS)" userId="5e4857c7-3c95-4435-bc45-4a9504427269" providerId="ADAL" clId="{1E1EB644-CF5D-4B36-97E4-44C32F031E56}" dt="2020-08-20T15:32:36.789" v="1465" actId="47"/>
        <pc:sldMkLst>
          <pc:docMk/>
          <pc:sldMk cId="1821791431" sldId="271"/>
        </pc:sldMkLst>
      </pc:sldChg>
      <pc:sldChg chg="addSp modSp mod chgLayout">
        <pc:chgData name="Robert Stewart (WW READINESS)" userId="5e4857c7-3c95-4435-bc45-4a9504427269" providerId="ADAL" clId="{1E1EB644-CF5D-4B36-97E4-44C32F031E56}" dt="2020-08-20T14:01:08.862" v="0" actId="700"/>
        <pc:sldMkLst>
          <pc:docMk/>
          <pc:sldMk cId="3635852913" sldId="274"/>
        </pc:sldMkLst>
        <pc:spChg chg="add mod ord">
          <ac:chgData name="Robert Stewart (WW READINESS)" userId="5e4857c7-3c95-4435-bc45-4a9504427269" providerId="ADAL" clId="{1E1EB644-CF5D-4B36-97E4-44C32F031E56}" dt="2020-08-20T14:01:08.862" v="0" actId="700"/>
          <ac:spMkLst>
            <pc:docMk/>
            <pc:sldMk cId="3635852913" sldId="274"/>
            <ac:spMk id="2" creationId="{D7F4E911-8CA9-41EE-BB79-2999F33A6467}"/>
          </ac:spMkLst>
        </pc:spChg>
        <pc:spChg chg="mod ord">
          <ac:chgData name="Robert Stewart (WW READINESS)" userId="5e4857c7-3c95-4435-bc45-4a9504427269" providerId="ADAL" clId="{1E1EB644-CF5D-4B36-97E4-44C32F031E56}" dt="2020-08-20T14:01:08.862" v="0" actId="700"/>
          <ac:spMkLst>
            <pc:docMk/>
            <pc:sldMk cId="3635852913" sldId="274"/>
            <ac:spMk id="4" creationId="{00000000-0000-0000-0000-000000000000}"/>
          </ac:spMkLst>
        </pc:spChg>
      </pc:sldChg>
      <pc:sldChg chg="addSp delSp modSp mod chgLayout">
        <pc:chgData name="Robert Stewart (WW READINESS)" userId="5e4857c7-3c95-4435-bc45-4a9504427269" providerId="ADAL" clId="{1E1EB644-CF5D-4B36-97E4-44C32F031E56}" dt="2020-08-20T14:02:32.619" v="3" actId="22"/>
        <pc:sldMkLst>
          <pc:docMk/>
          <pc:sldMk cId="84060515" sldId="275"/>
        </pc:sldMkLst>
        <pc:spChg chg="mod ord">
          <ac:chgData name="Robert Stewart (WW READINESS)" userId="5e4857c7-3c95-4435-bc45-4a9504427269" providerId="ADAL" clId="{1E1EB644-CF5D-4B36-97E4-44C32F031E56}" dt="2020-08-20T14:02:19.077" v="1" actId="700"/>
          <ac:spMkLst>
            <pc:docMk/>
            <pc:sldMk cId="84060515" sldId="275"/>
            <ac:spMk id="2" creationId="{35FF388A-DA23-47B5-B1B4-5AA1C4F44269}"/>
          </ac:spMkLst>
        </pc:spChg>
        <pc:spChg chg="add del mod ord">
          <ac:chgData name="Robert Stewart (WW READINESS)" userId="5e4857c7-3c95-4435-bc45-4a9504427269" providerId="ADAL" clId="{1E1EB644-CF5D-4B36-97E4-44C32F031E56}" dt="2020-08-20T14:02:24.248" v="2" actId="478"/>
          <ac:spMkLst>
            <pc:docMk/>
            <pc:sldMk cId="84060515" sldId="275"/>
            <ac:spMk id="3" creationId="{A172BCF6-4144-44E8-90E7-A83F3FBCC694}"/>
          </ac:spMkLst>
        </pc:spChg>
        <pc:picChg chg="add">
          <ac:chgData name="Robert Stewart (WW READINESS)" userId="5e4857c7-3c95-4435-bc45-4a9504427269" providerId="ADAL" clId="{1E1EB644-CF5D-4B36-97E4-44C32F031E56}" dt="2020-08-20T14:02:32.619" v="3" actId="22"/>
          <ac:picMkLst>
            <pc:docMk/>
            <pc:sldMk cId="84060515" sldId="275"/>
            <ac:picMk id="5" creationId="{08355688-48B5-4669-8B98-17874C9EE46C}"/>
          </ac:picMkLst>
        </pc:picChg>
      </pc:sldChg>
      <pc:sldChg chg="addSp delSp modSp del mod modClrScheme chgLayout">
        <pc:chgData name="Robert Stewart (WW READINESS)" userId="5e4857c7-3c95-4435-bc45-4a9504427269" providerId="ADAL" clId="{1E1EB644-CF5D-4B36-97E4-44C32F031E56}" dt="2020-08-20T14:08:18.771" v="236" actId="47"/>
        <pc:sldMkLst>
          <pc:docMk/>
          <pc:sldMk cId="3957722359" sldId="276"/>
        </pc:sldMkLst>
        <pc:spChg chg="add del mod ord">
          <ac:chgData name="Robert Stewart (WW READINESS)" userId="5e4857c7-3c95-4435-bc45-4a9504427269" providerId="ADAL" clId="{1E1EB644-CF5D-4B36-97E4-44C32F031E56}" dt="2020-08-20T14:03:10.373" v="5" actId="700"/>
          <ac:spMkLst>
            <pc:docMk/>
            <pc:sldMk cId="3957722359" sldId="276"/>
            <ac:spMk id="2" creationId="{CCDF8B87-C964-46F1-AAA6-B7BA6C12B19B}"/>
          </ac:spMkLst>
        </pc:spChg>
        <pc:spChg chg="add del mod ord">
          <ac:chgData name="Robert Stewart (WW READINESS)" userId="5e4857c7-3c95-4435-bc45-4a9504427269" providerId="ADAL" clId="{1E1EB644-CF5D-4B36-97E4-44C32F031E56}" dt="2020-08-20T14:03:14.986" v="6" actId="700"/>
          <ac:spMkLst>
            <pc:docMk/>
            <pc:sldMk cId="3957722359" sldId="276"/>
            <ac:spMk id="3" creationId="{17D4DDA5-F477-4298-AB14-217A4179C785}"/>
          </ac:spMkLst>
        </pc:spChg>
        <pc:spChg chg="add del mod ord">
          <ac:chgData name="Robert Stewart (WW READINESS)" userId="5e4857c7-3c95-4435-bc45-4a9504427269" providerId="ADAL" clId="{1E1EB644-CF5D-4B36-97E4-44C32F031E56}" dt="2020-08-20T14:03:29.317" v="7" actId="700"/>
          <ac:spMkLst>
            <pc:docMk/>
            <pc:sldMk cId="3957722359" sldId="276"/>
            <ac:spMk id="4" creationId="{F748F725-C754-4C53-B075-D1CBA180C3E1}"/>
          </ac:spMkLst>
        </pc:spChg>
        <pc:spChg chg="add del mod ord">
          <ac:chgData name="Robert Stewart (WW READINESS)" userId="5e4857c7-3c95-4435-bc45-4a9504427269" providerId="ADAL" clId="{1E1EB644-CF5D-4B36-97E4-44C32F031E56}" dt="2020-08-20T14:03:35.954" v="8" actId="700"/>
          <ac:spMkLst>
            <pc:docMk/>
            <pc:sldMk cId="3957722359" sldId="276"/>
            <ac:spMk id="5" creationId="{34F85CB1-8C68-4153-A4FF-E7DF65020A5C}"/>
          </ac:spMkLst>
        </pc:spChg>
        <pc:spChg chg="mod ord">
          <ac:chgData name="Robert Stewart (WW READINESS)" userId="5e4857c7-3c95-4435-bc45-4a9504427269" providerId="ADAL" clId="{1E1EB644-CF5D-4B36-97E4-44C32F031E56}" dt="2020-08-20T14:06:47.426" v="222" actId="1038"/>
          <ac:spMkLst>
            <pc:docMk/>
            <pc:sldMk cId="3957722359" sldId="276"/>
            <ac:spMk id="6" creationId="{00000000-0000-0000-0000-000000000000}"/>
          </ac:spMkLst>
        </pc:spChg>
        <pc:spChg chg="add del mod ord">
          <ac:chgData name="Robert Stewart (WW READINESS)" userId="5e4857c7-3c95-4435-bc45-4a9504427269" providerId="ADAL" clId="{1E1EB644-CF5D-4B36-97E4-44C32F031E56}" dt="2020-08-20T14:04:22.179" v="48" actId="478"/>
          <ac:spMkLst>
            <pc:docMk/>
            <pc:sldMk cId="3957722359" sldId="276"/>
            <ac:spMk id="7" creationId="{7F4A1801-63FA-4E2B-99AA-9D0F853E89E0}"/>
          </ac:spMkLst>
        </pc:spChg>
        <pc:spChg chg="mod ord">
          <ac:chgData name="Robert Stewart (WW READINESS)" userId="5e4857c7-3c95-4435-bc45-4a9504427269" providerId="ADAL" clId="{1E1EB644-CF5D-4B36-97E4-44C32F031E56}" dt="2020-08-20T14:03:35.954" v="8" actId="700"/>
          <ac:spMkLst>
            <pc:docMk/>
            <pc:sldMk cId="3957722359" sldId="276"/>
            <ac:spMk id="17" creationId="{00000000-0000-0000-0000-000000000000}"/>
          </ac:spMkLst>
        </pc:spChg>
        <pc:picChg chg="add">
          <ac:chgData name="Robert Stewart (WW READINESS)" userId="5e4857c7-3c95-4435-bc45-4a9504427269" providerId="ADAL" clId="{1E1EB644-CF5D-4B36-97E4-44C32F031E56}" dt="2020-08-20T14:04:24.198" v="49" actId="22"/>
          <ac:picMkLst>
            <pc:docMk/>
            <pc:sldMk cId="3957722359" sldId="276"/>
            <ac:picMk id="8" creationId="{4147EAED-75C1-461F-93BC-62AE0F3105DD}"/>
          </ac:picMkLst>
        </pc:picChg>
      </pc:sldChg>
      <pc:sldChg chg="addSp delSp modSp mod modClrScheme chgLayout modNotesTx">
        <pc:chgData name="Robert Stewart (WW READINESS)" userId="5e4857c7-3c95-4435-bc45-4a9504427269" providerId="ADAL" clId="{1E1EB644-CF5D-4B36-97E4-44C32F031E56}" dt="2020-08-20T15:42:13.409" v="1496" actId="1076"/>
        <pc:sldMkLst>
          <pc:docMk/>
          <pc:sldMk cId="4246215234" sldId="280"/>
        </pc:sldMkLst>
        <pc:spChg chg="mod">
          <ac:chgData name="Robert Stewart (WW READINESS)" userId="5e4857c7-3c95-4435-bc45-4a9504427269" providerId="ADAL" clId="{1E1EB644-CF5D-4B36-97E4-44C32F031E56}" dt="2020-08-20T15:41:55.036" v="1494" actId="14100"/>
          <ac:spMkLst>
            <pc:docMk/>
            <pc:sldMk cId="4246215234" sldId="280"/>
            <ac:spMk id="5" creationId="{5CFD5310-0FB1-4E69-9816-4452E2D43961}"/>
          </ac:spMkLst>
        </pc:spChg>
        <pc:spChg chg="add del mod ord">
          <ac:chgData name="Robert Stewart (WW READINESS)" userId="5e4857c7-3c95-4435-bc45-4a9504427269" providerId="ADAL" clId="{1E1EB644-CF5D-4B36-97E4-44C32F031E56}" dt="2020-08-20T15:41:44.785" v="1491" actId="478"/>
          <ac:spMkLst>
            <pc:docMk/>
            <pc:sldMk cId="4246215234" sldId="280"/>
            <ac:spMk id="6" creationId="{9342AF56-E651-4A9A-8099-F48FFA20FB51}"/>
          </ac:spMkLst>
        </pc:spChg>
        <pc:spChg chg="add del mod ord">
          <ac:chgData name="Robert Stewart (WW READINESS)" userId="5e4857c7-3c95-4435-bc45-4a9504427269" providerId="ADAL" clId="{1E1EB644-CF5D-4B36-97E4-44C32F031E56}" dt="2020-08-20T15:41:47.954" v="1492" actId="478"/>
          <ac:spMkLst>
            <pc:docMk/>
            <pc:sldMk cId="4246215234" sldId="280"/>
            <ac:spMk id="7" creationId="{47B59398-B9A0-4D1B-B16E-1CF10AE90C9E}"/>
          </ac:spMkLst>
        </pc:spChg>
        <pc:spChg chg="mod ord">
          <ac:chgData name="Robert Stewart (WW READINESS)" userId="5e4857c7-3c95-4435-bc45-4a9504427269" providerId="ADAL" clId="{1E1EB644-CF5D-4B36-97E4-44C32F031E56}" dt="2020-08-20T15:41:35.859" v="1490" actId="700"/>
          <ac:spMkLst>
            <pc:docMk/>
            <pc:sldMk cId="4246215234" sldId="280"/>
            <ac:spMk id="17" creationId="{00000000-0000-0000-0000-000000000000}"/>
          </ac:spMkLst>
        </pc:spChg>
        <pc:picChg chg="add mod">
          <ac:chgData name="Robert Stewart (WW READINESS)" userId="5e4857c7-3c95-4435-bc45-4a9504427269" providerId="ADAL" clId="{1E1EB644-CF5D-4B36-97E4-44C32F031E56}" dt="2020-08-20T15:42:13.409" v="1496" actId="1076"/>
          <ac:picMkLst>
            <pc:docMk/>
            <pc:sldMk cId="4246215234" sldId="280"/>
            <ac:picMk id="3" creationId="{2791B624-FF0A-4223-A1FE-0DE0DD5EBC93}"/>
          </ac:picMkLst>
        </pc:picChg>
        <pc:picChg chg="mod">
          <ac:chgData name="Robert Stewart (WW READINESS)" userId="5e4857c7-3c95-4435-bc45-4a9504427269" providerId="ADAL" clId="{1E1EB644-CF5D-4B36-97E4-44C32F031E56}" dt="2020-08-20T15:42:02.329" v="1495" actId="1076"/>
          <ac:picMkLst>
            <pc:docMk/>
            <pc:sldMk cId="4246215234" sldId="280"/>
            <ac:picMk id="4" creationId="{9CDE0C7A-1B61-407D-AFB5-19913C403F85}"/>
          </ac:picMkLst>
        </pc:picChg>
      </pc:sldChg>
      <pc:sldChg chg="addSp delSp modSp mod modClrScheme chgLayout modNotesTx">
        <pc:chgData name="Robert Stewart (WW READINESS)" userId="5e4857c7-3c95-4435-bc45-4a9504427269" providerId="ADAL" clId="{1E1EB644-CF5D-4B36-97E4-44C32F031E56}" dt="2020-08-20T15:45:38.681" v="1514" actId="14100"/>
        <pc:sldMkLst>
          <pc:docMk/>
          <pc:sldMk cId="3174001134" sldId="281"/>
        </pc:sldMkLst>
        <pc:spChg chg="add del mod ord">
          <ac:chgData name="Robert Stewart (WW READINESS)" userId="5e4857c7-3c95-4435-bc45-4a9504427269" providerId="ADAL" clId="{1E1EB644-CF5D-4B36-97E4-44C32F031E56}" dt="2020-08-20T15:43:18.400" v="1501" actId="478"/>
          <ac:spMkLst>
            <pc:docMk/>
            <pc:sldMk cId="3174001134" sldId="281"/>
            <ac:spMk id="2" creationId="{BB2B39F0-15BF-4B80-AFF2-DA3A52F2D7EC}"/>
          </ac:spMkLst>
        </pc:spChg>
        <pc:spChg chg="del">
          <ac:chgData name="Robert Stewart (WW READINESS)" userId="5e4857c7-3c95-4435-bc45-4a9504427269" providerId="ADAL" clId="{1E1EB644-CF5D-4B36-97E4-44C32F031E56}" dt="2020-08-20T15:43:07.208" v="1499" actId="478"/>
          <ac:spMkLst>
            <pc:docMk/>
            <pc:sldMk cId="3174001134" sldId="281"/>
            <ac:spMk id="5" creationId="{00000000-0000-0000-0000-000000000000}"/>
          </ac:spMkLst>
        </pc:spChg>
        <pc:spChg chg="mod ord">
          <ac:chgData name="Robert Stewart (WW READINESS)" userId="5e4857c7-3c95-4435-bc45-4a9504427269" providerId="ADAL" clId="{1E1EB644-CF5D-4B36-97E4-44C32F031E56}" dt="2020-08-20T15:45:38.681" v="1514" actId="14100"/>
          <ac:spMkLst>
            <pc:docMk/>
            <pc:sldMk cId="3174001134" sldId="281"/>
            <ac:spMk id="6" creationId="{00000000-0000-0000-0000-000000000000}"/>
          </ac:spMkLst>
        </pc:spChg>
        <pc:spChg chg="mod ord">
          <ac:chgData name="Robert Stewart (WW READINESS)" userId="5e4857c7-3c95-4435-bc45-4a9504427269" providerId="ADAL" clId="{1E1EB644-CF5D-4B36-97E4-44C32F031E56}" dt="2020-08-20T15:43:13.644" v="1500" actId="700"/>
          <ac:spMkLst>
            <pc:docMk/>
            <pc:sldMk cId="3174001134" sldId="281"/>
            <ac:spMk id="17" creationId="{00000000-0000-0000-0000-000000000000}"/>
          </ac:spMkLst>
        </pc:spChg>
        <pc:picChg chg="mod">
          <ac:chgData name="Robert Stewart (WW READINESS)" userId="5e4857c7-3c95-4435-bc45-4a9504427269" providerId="ADAL" clId="{1E1EB644-CF5D-4B36-97E4-44C32F031E56}" dt="2020-08-20T15:45:30.842" v="1512" actId="1076"/>
          <ac:picMkLst>
            <pc:docMk/>
            <pc:sldMk cId="3174001134" sldId="281"/>
            <ac:picMk id="4" creationId="{548EF610-4EC2-460A-85DE-77190BE1F209}"/>
          </ac:picMkLst>
        </pc:picChg>
        <pc:picChg chg="add mod">
          <ac:chgData name="Robert Stewart (WW READINESS)" userId="5e4857c7-3c95-4435-bc45-4a9504427269" providerId="ADAL" clId="{1E1EB644-CF5D-4B36-97E4-44C32F031E56}" dt="2020-08-20T15:45:27.690" v="1511" actId="1076"/>
          <ac:picMkLst>
            <pc:docMk/>
            <pc:sldMk cId="3174001134" sldId="281"/>
            <ac:picMk id="7" creationId="{A30B7F44-B693-4F14-A5E3-2E15B402A0BB}"/>
          </ac:picMkLst>
        </pc:picChg>
      </pc:sldChg>
      <pc:sldChg chg="modSp mod modClrScheme chgLayout">
        <pc:chgData name="Robert Stewart (WW READINESS)" userId="5e4857c7-3c95-4435-bc45-4a9504427269" providerId="ADAL" clId="{1E1EB644-CF5D-4B36-97E4-44C32F031E56}" dt="2020-08-20T14:12:50.139" v="326" actId="5793"/>
        <pc:sldMkLst>
          <pc:docMk/>
          <pc:sldMk cId="1208736395" sldId="283"/>
        </pc:sldMkLst>
        <pc:spChg chg="mod ord">
          <ac:chgData name="Robert Stewart (WW READINESS)" userId="5e4857c7-3c95-4435-bc45-4a9504427269" providerId="ADAL" clId="{1E1EB644-CF5D-4B36-97E4-44C32F031E56}" dt="2020-08-20T14:09:40.124" v="245" actId="700"/>
          <ac:spMkLst>
            <pc:docMk/>
            <pc:sldMk cId="1208736395" sldId="283"/>
            <ac:spMk id="2" creationId="{FF21F12B-E6C6-4CF1-8312-1D8343AFFE69}"/>
          </ac:spMkLst>
        </pc:spChg>
        <pc:spChg chg="mod ord">
          <ac:chgData name="Robert Stewart (WW READINESS)" userId="5e4857c7-3c95-4435-bc45-4a9504427269" providerId="ADAL" clId="{1E1EB644-CF5D-4B36-97E4-44C32F031E56}" dt="2020-08-20T14:12:50.139" v="326" actId="5793"/>
          <ac:spMkLst>
            <pc:docMk/>
            <pc:sldMk cId="1208736395" sldId="283"/>
            <ac:spMk id="3" creationId="{FAF59B51-AD67-4E9A-AA25-B664271235FB}"/>
          </ac:spMkLst>
        </pc:spChg>
      </pc:sldChg>
      <pc:sldChg chg="modSp mod modClrScheme chgLayout">
        <pc:chgData name="Robert Stewart (WW READINESS)" userId="5e4857c7-3c95-4435-bc45-4a9504427269" providerId="ADAL" clId="{1E1EB644-CF5D-4B36-97E4-44C32F031E56}" dt="2020-08-20T15:23:21.983" v="1393" actId="6549"/>
        <pc:sldMkLst>
          <pc:docMk/>
          <pc:sldMk cId="474028571" sldId="284"/>
        </pc:sldMkLst>
        <pc:spChg chg="mod ord">
          <ac:chgData name="Robert Stewart (WW READINESS)" userId="5e4857c7-3c95-4435-bc45-4a9504427269" providerId="ADAL" clId="{1E1EB644-CF5D-4B36-97E4-44C32F031E56}" dt="2020-08-20T15:21:57.626" v="1362" actId="700"/>
          <ac:spMkLst>
            <pc:docMk/>
            <pc:sldMk cId="474028571" sldId="284"/>
            <ac:spMk id="2" creationId="{2C4F8039-6C38-4EF0-85F2-A923D9224100}"/>
          </ac:spMkLst>
        </pc:spChg>
        <pc:spChg chg="mod ord">
          <ac:chgData name="Robert Stewart (WW READINESS)" userId="5e4857c7-3c95-4435-bc45-4a9504427269" providerId="ADAL" clId="{1E1EB644-CF5D-4B36-97E4-44C32F031E56}" dt="2020-08-20T15:23:21.983" v="1393" actId="6549"/>
          <ac:spMkLst>
            <pc:docMk/>
            <pc:sldMk cId="474028571" sldId="284"/>
            <ac:spMk id="3" creationId="{73FCDDB7-986A-464D-8EA9-CD6818C49190}"/>
          </ac:spMkLst>
        </pc:spChg>
      </pc:sldChg>
      <pc:sldChg chg="del">
        <pc:chgData name="Robert Stewart (WW READINESS)" userId="5e4857c7-3c95-4435-bc45-4a9504427269" providerId="ADAL" clId="{1E1EB644-CF5D-4B36-97E4-44C32F031E56}" dt="2020-08-20T16:12:03.812" v="1889" actId="47"/>
        <pc:sldMkLst>
          <pc:docMk/>
          <pc:sldMk cId="1323764272" sldId="285"/>
        </pc:sldMkLst>
      </pc:sldChg>
      <pc:sldChg chg="modSp add mod">
        <pc:chgData name="Robert Stewart (WW READINESS)" userId="5e4857c7-3c95-4435-bc45-4a9504427269" providerId="ADAL" clId="{1E1EB644-CF5D-4B36-97E4-44C32F031E56}" dt="2020-08-20T14:10:59.341" v="299" actId="20577"/>
        <pc:sldMkLst>
          <pc:docMk/>
          <pc:sldMk cId="3669250034" sldId="286"/>
        </pc:sldMkLst>
        <pc:spChg chg="mod">
          <ac:chgData name="Robert Stewart (WW READINESS)" userId="5e4857c7-3c95-4435-bc45-4a9504427269" providerId="ADAL" clId="{1E1EB644-CF5D-4B36-97E4-44C32F031E56}" dt="2020-08-20T14:10:59.341" v="299" actId="20577"/>
          <ac:spMkLst>
            <pc:docMk/>
            <pc:sldMk cId="3669250034" sldId="286"/>
            <ac:spMk id="10" creationId="{36877184-9CC1-4EBD-ACA1-BA6A2150651C}"/>
          </ac:spMkLst>
        </pc:spChg>
        <pc:spChg chg="mod">
          <ac:chgData name="Robert Stewart (WW READINESS)" userId="5e4857c7-3c95-4435-bc45-4a9504427269" providerId="ADAL" clId="{1E1EB644-CF5D-4B36-97E4-44C32F031E56}" dt="2020-08-20T14:08:23.113" v="237" actId="20577"/>
          <ac:spMkLst>
            <pc:docMk/>
            <pc:sldMk cId="3669250034" sldId="286"/>
            <ac:spMk id="17" creationId="{00000000-0000-0000-0000-000000000000}"/>
          </ac:spMkLst>
        </pc:spChg>
      </pc:sldChg>
      <pc:sldChg chg="modSp add mod">
        <pc:chgData name="Robert Stewart (WW READINESS)" userId="5e4857c7-3c95-4435-bc45-4a9504427269" providerId="ADAL" clId="{1E1EB644-CF5D-4B36-97E4-44C32F031E56}" dt="2020-08-20T14:20:47.550" v="447"/>
        <pc:sldMkLst>
          <pc:docMk/>
          <pc:sldMk cId="880436157" sldId="287"/>
        </pc:sldMkLst>
        <pc:spChg chg="mod">
          <ac:chgData name="Robert Stewart (WW READINESS)" userId="5e4857c7-3c95-4435-bc45-4a9504427269" providerId="ADAL" clId="{1E1EB644-CF5D-4B36-97E4-44C32F031E56}" dt="2020-08-20T14:20:34.875" v="446"/>
          <ac:spMkLst>
            <pc:docMk/>
            <pc:sldMk cId="880436157" sldId="287"/>
            <ac:spMk id="2" creationId="{B4D0CE92-1D76-4F61-8208-4BBDE2BA1DA5}"/>
          </ac:spMkLst>
        </pc:spChg>
        <pc:spChg chg="mod">
          <ac:chgData name="Robert Stewart (WW READINESS)" userId="5e4857c7-3c95-4435-bc45-4a9504427269" providerId="ADAL" clId="{1E1EB644-CF5D-4B36-97E4-44C32F031E56}" dt="2020-08-20T14:20:47.550" v="447"/>
          <ac:spMkLst>
            <pc:docMk/>
            <pc:sldMk cId="880436157" sldId="287"/>
            <ac:spMk id="3" creationId="{D9B7E699-8A7B-44B9-87EE-C5ED24A8C217}"/>
          </ac:spMkLst>
        </pc:spChg>
      </pc:sldChg>
      <pc:sldChg chg="modSp add mod">
        <pc:chgData name="Robert Stewart (WW READINESS)" userId="5e4857c7-3c95-4435-bc45-4a9504427269" providerId="ADAL" clId="{1E1EB644-CF5D-4B36-97E4-44C32F031E56}" dt="2020-08-20T14:52:30.987" v="934"/>
        <pc:sldMkLst>
          <pc:docMk/>
          <pc:sldMk cId="3388904642" sldId="288"/>
        </pc:sldMkLst>
        <pc:spChg chg="mod">
          <ac:chgData name="Robert Stewart (WW READINESS)" userId="5e4857c7-3c95-4435-bc45-4a9504427269" providerId="ADAL" clId="{1E1EB644-CF5D-4B36-97E4-44C32F031E56}" dt="2020-08-20T14:52:20.933" v="933"/>
          <ac:spMkLst>
            <pc:docMk/>
            <pc:sldMk cId="3388904642" sldId="288"/>
            <ac:spMk id="2" creationId="{B4D0CE92-1D76-4F61-8208-4BBDE2BA1DA5}"/>
          </ac:spMkLst>
        </pc:spChg>
        <pc:spChg chg="mod">
          <ac:chgData name="Robert Stewart (WW READINESS)" userId="5e4857c7-3c95-4435-bc45-4a9504427269" providerId="ADAL" clId="{1E1EB644-CF5D-4B36-97E4-44C32F031E56}" dt="2020-08-20T14:52:30.987" v="934"/>
          <ac:spMkLst>
            <pc:docMk/>
            <pc:sldMk cId="3388904642" sldId="288"/>
            <ac:spMk id="3" creationId="{D9B7E699-8A7B-44B9-87EE-C5ED24A8C217}"/>
          </ac:spMkLst>
        </pc:spChg>
      </pc:sldChg>
      <pc:sldChg chg="modSp add mod">
        <pc:chgData name="Robert Stewart (WW READINESS)" userId="5e4857c7-3c95-4435-bc45-4a9504427269" providerId="ADAL" clId="{1E1EB644-CF5D-4B36-97E4-44C32F031E56}" dt="2020-08-20T15:33:30.147" v="1471" actId="255"/>
        <pc:sldMkLst>
          <pc:docMk/>
          <pc:sldMk cId="3627172257" sldId="289"/>
        </pc:sldMkLst>
        <pc:spChg chg="mod">
          <ac:chgData name="Robert Stewart (WW READINESS)" userId="5e4857c7-3c95-4435-bc45-4a9504427269" providerId="ADAL" clId="{1E1EB644-CF5D-4B36-97E4-44C32F031E56}" dt="2020-08-20T15:30:39.751" v="1453"/>
          <ac:spMkLst>
            <pc:docMk/>
            <pc:sldMk cId="3627172257" sldId="289"/>
            <ac:spMk id="2" creationId="{B4D0CE92-1D76-4F61-8208-4BBDE2BA1DA5}"/>
          </ac:spMkLst>
        </pc:spChg>
        <pc:spChg chg="mod">
          <ac:chgData name="Robert Stewart (WW READINESS)" userId="5e4857c7-3c95-4435-bc45-4a9504427269" providerId="ADAL" clId="{1E1EB644-CF5D-4B36-97E4-44C32F031E56}" dt="2020-08-20T15:33:30.147" v="1471" actId="255"/>
          <ac:spMkLst>
            <pc:docMk/>
            <pc:sldMk cId="3627172257" sldId="289"/>
            <ac:spMk id="3" creationId="{D9B7E699-8A7B-44B9-87EE-C5ED24A8C217}"/>
          </ac:spMkLst>
        </pc:spChg>
      </pc:sldChg>
      <pc:sldChg chg="modSp add mod">
        <pc:chgData name="Robert Stewart (WW READINESS)" userId="5e4857c7-3c95-4435-bc45-4a9504427269" providerId="ADAL" clId="{1E1EB644-CF5D-4B36-97E4-44C32F031E56}" dt="2020-08-20T15:32:28.752" v="1464" actId="255"/>
        <pc:sldMkLst>
          <pc:docMk/>
          <pc:sldMk cId="3326726220" sldId="290"/>
        </pc:sldMkLst>
        <pc:spChg chg="mod">
          <ac:chgData name="Robert Stewart (WW READINESS)" userId="5e4857c7-3c95-4435-bc45-4a9504427269" providerId="ADAL" clId="{1E1EB644-CF5D-4B36-97E4-44C32F031E56}" dt="2020-08-20T15:31:26.877" v="1460"/>
          <ac:spMkLst>
            <pc:docMk/>
            <pc:sldMk cId="3326726220" sldId="290"/>
            <ac:spMk id="2" creationId="{B4D0CE92-1D76-4F61-8208-4BBDE2BA1DA5}"/>
          </ac:spMkLst>
        </pc:spChg>
        <pc:spChg chg="mod">
          <ac:chgData name="Robert Stewart (WW READINESS)" userId="5e4857c7-3c95-4435-bc45-4a9504427269" providerId="ADAL" clId="{1E1EB644-CF5D-4B36-97E4-44C32F031E56}" dt="2020-08-20T15:32:28.752" v="1464" actId="255"/>
          <ac:spMkLst>
            <pc:docMk/>
            <pc:sldMk cId="3326726220" sldId="290"/>
            <ac:spMk id="3" creationId="{D9B7E699-8A7B-44B9-87EE-C5ED24A8C217}"/>
          </ac:spMkLst>
        </pc:spChg>
      </pc:sldChg>
      <pc:sldChg chg="modSp add mod">
        <pc:chgData name="Robert Stewart (WW READINESS)" userId="5e4857c7-3c95-4435-bc45-4a9504427269" providerId="ADAL" clId="{1E1EB644-CF5D-4B36-97E4-44C32F031E56}" dt="2020-08-20T15:33:17.713" v="1470" actId="255"/>
        <pc:sldMkLst>
          <pc:docMk/>
          <pc:sldMk cId="2694024700" sldId="291"/>
        </pc:sldMkLst>
        <pc:spChg chg="mod">
          <ac:chgData name="Robert Stewart (WW READINESS)" userId="5e4857c7-3c95-4435-bc45-4a9504427269" providerId="ADAL" clId="{1E1EB644-CF5D-4B36-97E4-44C32F031E56}" dt="2020-08-20T15:32:48.954" v="1466"/>
          <ac:spMkLst>
            <pc:docMk/>
            <pc:sldMk cId="2694024700" sldId="291"/>
            <ac:spMk id="2" creationId="{B4D0CE92-1D76-4F61-8208-4BBDE2BA1DA5}"/>
          </ac:spMkLst>
        </pc:spChg>
        <pc:spChg chg="mod">
          <ac:chgData name="Robert Stewart (WW READINESS)" userId="5e4857c7-3c95-4435-bc45-4a9504427269" providerId="ADAL" clId="{1E1EB644-CF5D-4B36-97E4-44C32F031E56}" dt="2020-08-20T15:33:17.713" v="1470" actId="255"/>
          <ac:spMkLst>
            <pc:docMk/>
            <pc:sldMk cId="2694024700" sldId="291"/>
            <ac:spMk id="3" creationId="{D9B7E699-8A7B-44B9-87EE-C5ED24A8C217}"/>
          </ac:spMkLst>
        </pc:spChg>
      </pc:sldChg>
      <pc:sldChg chg="addSp delSp modSp new mod modNotesTx">
        <pc:chgData name="Robert Stewart (WW READINESS)" userId="5e4857c7-3c95-4435-bc45-4a9504427269" providerId="ADAL" clId="{1E1EB644-CF5D-4B36-97E4-44C32F031E56}" dt="2020-08-20T16:11:19.858" v="1886" actId="1037"/>
        <pc:sldMkLst>
          <pc:docMk/>
          <pc:sldMk cId="1999154968" sldId="292"/>
        </pc:sldMkLst>
        <pc:spChg chg="mod">
          <ac:chgData name="Robert Stewart (WW READINESS)" userId="5e4857c7-3c95-4435-bc45-4a9504427269" providerId="ADAL" clId="{1E1EB644-CF5D-4B36-97E4-44C32F031E56}" dt="2020-08-20T15:55:19.609" v="1555" actId="20577"/>
          <ac:spMkLst>
            <pc:docMk/>
            <pc:sldMk cId="1999154968" sldId="292"/>
            <ac:spMk id="2" creationId="{7C09E576-F320-4CE8-97FA-ADDBD108391E}"/>
          </ac:spMkLst>
        </pc:spChg>
        <pc:spChg chg="del">
          <ac:chgData name="Robert Stewart (WW READINESS)" userId="5e4857c7-3c95-4435-bc45-4a9504427269" providerId="ADAL" clId="{1E1EB644-CF5D-4B36-97E4-44C32F031E56}" dt="2020-08-20T15:57:44.619" v="1562" actId="478"/>
          <ac:spMkLst>
            <pc:docMk/>
            <pc:sldMk cId="1999154968" sldId="292"/>
            <ac:spMk id="3" creationId="{2B9B1DC3-E742-4A6E-8090-2AD47A2C137D}"/>
          </ac:spMkLst>
        </pc:spChg>
        <pc:spChg chg="del mod">
          <ac:chgData name="Robert Stewart (WW READINESS)" userId="5e4857c7-3c95-4435-bc45-4a9504427269" providerId="ADAL" clId="{1E1EB644-CF5D-4B36-97E4-44C32F031E56}" dt="2020-08-20T16:06:33.522" v="1798" actId="478"/>
          <ac:spMkLst>
            <pc:docMk/>
            <pc:sldMk cId="1999154968" sldId="292"/>
            <ac:spMk id="4" creationId="{9C936457-0140-4C52-AEF5-E5A7232B929C}"/>
          </ac:spMkLst>
        </pc:spChg>
        <pc:spChg chg="add del mod">
          <ac:chgData name="Robert Stewart (WW READINESS)" userId="5e4857c7-3c95-4435-bc45-4a9504427269" providerId="ADAL" clId="{1E1EB644-CF5D-4B36-97E4-44C32F031E56}" dt="2020-08-20T16:10:35.821" v="1848"/>
          <ac:spMkLst>
            <pc:docMk/>
            <pc:sldMk cId="1999154968" sldId="292"/>
            <ac:spMk id="9" creationId="{4D6D6E3E-7731-4204-B8E9-B668B3BFB119}"/>
          </ac:spMkLst>
        </pc:spChg>
        <pc:spChg chg="add del mod">
          <ac:chgData name="Robert Stewart (WW READINESS)" userId="5e4857c7-3c95-4435-bc45-4a9504427269" providerId="ADAL" clId="{1E1EB644-CF5D-4B36-97E4-44C32F031E56}" dt="2020-08-20T16:08:46.292" v="1819" actId="478"/>
          <ac:spMkLst>
            <pc:docMk/>
            <pc:sldMk cId="1999154968" sldId="292"/>
            <ac:spMk id="11" creationId="{84BCB11A-9078-4A08-8ACB-A6909BC05AA9}"/>
          </ac:spMkLst>
        </pc:spChg>
        <pc:graphicFrameChg chg="add mod modGraphic">
          <ac:chgData name="Robert Stewart (WW READINESS)" userId="5e4857c7-3c95-4435-bc45-4a9504427269" providerId="ADAL" clId="{1E1EB644-CF5D-4B36-97E4-44C32F031E56}" dt="2020-08-20T16:11:12.658" v="1868" actId="242"/>
          <ac:graphicFrameMkLst>
            <pc:docMk/>
            <pc:sldMk cId="1999154968" sldId="292"/>
            <ac:graphicFrameMk id="16" creationId="{6DA235AC-A471-4732-A090-EC05BF652B7A}"/>
          </ac:graphicFrameMkLst>
        </pc:graphicFrameChg>
        <pc:picChg chg="add mod ord">
          <ac:chgData name="Robert Stewart (WW READINESS)" userId="5e4857c7-3c95-4435-bc45-4a9504427269" providerId="ADAL" clId="{1E1EB644-CF5D-4B36-97E4-44C32F031E56}" dt="2020-08-20T16:11:00.911" v="1864" actId="1035"/>
          <ac:picMkLst>
            <pc:docMk/>
            <pc:sldMk cId="1999154968" sldId="292"/>
            <ac:picMk id="6" creationId="{B50595D4-D223-47C8-ADE2-D6EB329FC109}"/>
          </ac:picMkLst>
        </pc:picChg>
        <pc:picChg chg="add mod ord">
          <ac:chgData name="Robert Stewart (WW READINESS)" userId="5e4857c7-3c95-4435-bc45-4a9504427269" providerId="ADAL" clId="{1E1EB644-CF5D-4B36-97E4-44C32F031E56}" dt="2020-08-20T16:11:05.134" v="1867" actId="1035"/>
          <ac:picMkLst>
            <pc:docMk/>
            <pc:sldMk cId="1999154968" sldId="292"/>
            <ac:picMk id="8" creationId="{706F3AE4-3A96-43D6-B2A9-C7706792981E}"/>
          </ac:picMkLst>
        </pc:picChg>
        <pc:picChg chg="add mod">
          <ac:chgData name="Robert Stewart (WW READINESS)" userId="5e4857c7-3c95-4435-bc45-4a9504427269" providerId="ADAL" clId="{1E1EB644-CF5D-4B36-97E4-44C32F031E56}" dt="2020-08-20T16:02:26.825" v="1757" actId="1076"/>
          <ac:picMkLst>
            <pc:docMk/>
            <pc:sldMk cId="1999154968" sldId="292"/>
            <ac:picMk id="13" creationId="{313CD81C-C44A-4BAD-95D5-34EC009C0127}"/>
          </ac:picMkLst>
        </pc:picChg>
        <pc:picChg chg="add mod">
          <ac:chgData name="Robert Stewart (WW READINESS)" userId="5e4857c7-3c95-4435-bc45-4a9504427269" providerId="ADAL" clId="{1E1EB644-CF5D-4B36-97E4-44C32F031E56}" dt="2020-08-20T16:11:19.858" v="1886" actId="1037"/>
          <ac:picMkLst>
            <pc:docMk/>
            <pc:sldMk cId="1999154968" sldId="292"/>
            <ac:picMk id="15" creationId="{5B530202-457D-4CCB-A3CE-FB1D07F20490}"/>
          </ac:picMkLst>
        </pc:picChg>
      </pc:sldChg>
      <pc:sldChg chg="add">
        <pc:chgData name="Robert Stewart (WW READINESS)" userId="5e4857c7-3c95-4435-bc45-4a9504427269" providerId="ADAL" clId="{1E1EB644-CF5D-4B36-97E4-44C32F031E56}" dt="2020-08-20T16:11:43.500" v="1887" actId="22"/>
        <pc:sldMkLst>
          <pc:docMk/>
          <pc:sldMk cId="1726149919" sldId="293"/>
        </pc:sldMkLst>
      </pc:sldChg>
      <pc:sldChg chg="modSp add mod">
        <pc:chgData name="Robert Stewart (WW READINESS)" userId="5e4857c7-3c95-4435-bc45-4a9504427269" providerId="ADAL" clId="{1E1EB644-CF5D-4B36-97E4-44C32F031E56}" dt="2020-08-20T16:11:56.635" v="1888" actId="20577"/>
        <pc:sldMkLst>
          <pc:docMk/>
          <pc:sldMk cId="235083059" sldId="294"/>
        </pc:sldMkLst>
        <pc:spChg chg="mod">
          <ac:chgData name="Robert Stewart (WW READINESS)" userId="5e4857c7-3c95-4435-bc45-4a9504427269" providerId="ADAL" clId="{1E1EB644-CF5D-4B36-97E4-44C32F031E56}" dt="2020-08-20T16:11:56.635" v="1888" actId="20577"/>
          <ac:spMkLst>
            <pc:docMk/>
            <pc:sldMk cId="235083059" sldId="294"/>
            <ac:spMk id="2" creationId="{4178853F-16F1-44DD-AC5D-6BB2F2A971AF}"/>
          </ac:spMkLst>
        </pc:spChg>
      </pc:sldChg>
    </pc:docChg>
  </pc:docChgLst>
  <pc:docChgLst>
    <pc:chgData name="Randall" userId="74ea0623-5566-46b8-aaec-92be6d3224e1" providerId="ADAL" clId="{3AE7E6C3-1983-49DB-A4F5-749565FC3024}"/>
    <pc:docChg chg="undo custSel modSld">
      <pc:chgData name="Randall" userId="74ea0623-5566-46b8-aaec-92be6d3224e1" providerId="ADAL" clId="{3AE7E6C3-1983-49DB-A4F5-749565FC3024}" dt="2020-08-25T00:11:51.438" v="17" actId="2711"/>
      <pc:docMkLst>
        <pc:docMk/>
      </pc:docMkLst>
      <pc:sldChg chg="delCm">
        <pc:chgData name="Randall" userId="74ea0623-5566-46b8-aaec-92be6d3224e1" providerId="ADAL" clId="{3AE7E6C3-1983-49DB-A4F5-749565FC3024}" dt="2020-08-24T23:50:18.041" v="0"/>
        <pc:sldMkLst>
          <pc:docMk/>
          <pc:sldMk cId="743860205" sldId="257"/>
        </pc:sldMkLst>
      </pc:sldChg>
      <pc:sldChg chg="modSp mod">
        <pc:chgData name="Randall" userId="74ea0623-5566-46b8-aaec-92be6d3224e1" providerId="ADAL" clId="{3AE7E6C3-1983-49DB-A4F5-749565FC3024}" dt="2020-08-25T00:11:51.438" v="17" actId="2711"/>
        <pc:sldMkLst>
          <pc:docMk/>
          <pc:sldMk cId="1208736395" sldId="283"/>
        </pc:sldMkLst>
        <pc:spChg chg="mod">
          <ac:chgData name="Randall" userId="74ea0623-5566-46b8-aaec-92be6d3224e1" providerId="ADAL" clId="{3AE7E6C3-1983-49DB-A4F5-749565FC3024}" dt="2020-08-25T00:11:51.438" v="17" actId="2711"/>
          <ac:spMkLst>
            <pc:docMk/>
            <pc:sldMk cId="1208736395" sldId="283"/>
            <ac:spMk id="3" creationId="{FAF59B51-AD67-4E9A-AA25-B664271235FB}"/>
          </ac:spMkLst>
        </pc:spChg>
      </pc:sldChg>
      <pc:sldChg chg="modSp mod">
        <pc:chgData name="Randall" userId="74ea0623-5566-46b8-aaec-92be6d3224e1" providerId="ADAL" clId="{3AE7E6C3-1983-49DB-A4F5-749565FC3024}" dt="2020-08-25T00:00:01.815" v="9" actId="20577"/>
        <pc:sldMkLst>
          <pc:docMk/>
          <pc:sldMk cId="474028571" sldId="284"/>
        </pc:sldMkLst>
        <pc:spChg chg="mod">
          <ac:chgData name="Randall" userId="74ea0623-5566-46b8-aaec-92be6d3224e1" providerId="ADAL" clId="{3AE7E6C3-1983-49DB-A4F5-749565FC3024}" dt="2020-08-25T00:00:01.815" v="9" actId="20577"/>
          <ac:spMkLst>
            <pc:docMk/>
            <pc:sldMk cId="474028571" sldId="284"/>
            <ac:spMk id="3" creationId="{73FCDDB7-986A-464D-8EA9-CD6818C49190}"/>
          </ac:spMkLst>
        </pc:spChg>
      </pc:sldChg>
      <pc:sldChg chg="modNotesTx">
        <pc:chgData name="Randall" userId="74ea0623-5566-46b8-aaec-92be6d3224e1" providerId="ADAL" clId="{3AE7E6C3-1983-49DB-A4F5-749565FC3024}" dt="2020-08-25T00:06:24.219" v="13" actId="6549"/>
        <pc:sldMkLst>
          <pc:docMk/>
          <pc:sldMk cId="3691073824" sldId="298"/>
        </pc:sldMkLst>
      </pc:sldChg>
      <pc:sldChg chg="modSp mod">
        <pc:chgData name="Randall" userId="74ea0623-5566-46b8-aaec-92be6d3224e1" providerId="ADAL" clId="{3AE7E6C3-1983-49DB-A4F5-749565FC3024}" dt="2020-08-24T23:58:31.873" v="8" actId="20577"/>
        <pc:sldMkLst>
          <pc:docMk/>
          <pc:sldMk cId="1587513377" sldId="299"/>
        </pc:sldMkLst>
        <pc:spChg chg="mod">
          <ac:chgData name="Randall" userId="74ea0623-5566-46b8-aaec-92be6d3224e1" providerId="ADAL" clId="{3AE7E6C3-1983-49DB-A4F5-749565FC3024}" dt="2020-08-24T23:58:31.873" v="8" actId="20577"/>
          <ac:spMkLst>
            <pc:docMk/>
            <pc:sldMk cId="1587513377" sldId="299"/>
            <ac:spMk id="17" creationId="{00000000-0000-0000-0000-000000000000}"/>
          </ac:spMkLst>
        </pc:spChg>
      </pc:sldChg>
      <pc:sldChg chg="modSp mod">
        <pc:chgData name="Randall" userId="74ea0623-5566-46b8-aaec-92be6d3224e1" providerId="ADAL" clId="{3AE7E6C3-1983-49DB-A4F5-749565FC3024}" dt="2020-08-25T00:06:51.628" v="16" actId="20577"/>
        <pc:sldMkLst>
          <pc:docMk/>
          <pc:sldMk cId="3044634792" sldId="302"/>
        </pc:sldMkLst>
        <pc:spChg chg="mod">
          <ac:chgData name="Randall" userId="74ea0623-5566-46b8-aaec-92be6d3224e1" providerId="ADAL" clId="{3AE7E6C3-1983-49DB-A4F5-749565FC3024}" dt="2020-08-25T00:06:51.628" v="16" actId="20577"/>
          <ac:spMkLst>
            <pc:docMk/>
            <pc:sldMk cId="3044634792" sldId="302"/>
            <ac:spMk id="9" creationId="{889B922C-71E2-4868-B986-02EC5DF08368}"/>
          </ac:spMkLst>
        </pc:spChg>
      </pc:sldChg>
      <pc:sldChg chg="addSp delSp modSp mod">
        <pc:chgData name="Randall" userId="74ea0623-5566-46b8-aaec-92be6d3224e1" providerId="ADAL" clId="{3AE7E6C3-1983-49DB-A4F5-749565FC3024}" dt="2020-08-24T23:51:08.446" v="5" actId="22"/>
        <pc:sldMkLst>
          <pc:docMk/>
          <pc:sldMk cId="2968619087" sldId="305"/>
        </pc:sldMkLst>
        <pc:spChg chg="add">
          <ac:chgData name="Randall" userId="74ea0623-5566-46b8-aaec-92be6d3224e1" providerId="ADAL" clId="{3AE7E6C3-1983-49DB-A4F5-749565FC3024}" dt="2020-08-24T23:51:08.446" v="5" actId="22"/>
          <ac:spMkLst>
            <pc:docMk/>
            <pc:sldMk cId="2968619087" sldId="305"/>
            <ac:spMk id="2" creationId="{D214BF27-303B-4C79-A29C-4298223950B4}"/>
          </ac:spMkLst>
        </pc:spChg>
        <pc:picChg chg="add del mod">
          <ac:chgData name="Randall" userId="74ea0623-5566-46b8-aaec-92be6d3224e1" providerId="ADAL" clId="{3AE7E6C3-1983-49DB-A4F5-749565FC3024}" dt="2020-08-24T23:51:08.015" v="4" actId="478"/>
          <ac:picMkLst>
            <pc:docMk/>
            <pc:sldMk cId="2968619087" sldId="305"/>
            <ac:picMk id="11" creationId="{817595AD-4F7A-4163-935E-4C54BF86DE9A}"/>
          </ac:picMkLst>
        </pc:picChg>
      </pc:sldChg>
    </pc:docChg>
  </pc:docChgLst>
  <pc:docChgLst>
    <pc:chgData name="Robert Stewart (WW READINESS)" userId="5e4857c7-3c95-4435-bc45-4a9504427269" providerId="ADAL" clId="{B6447441-A293-43C3-9875-5F51AB353FE2}"/>
    <pc:docChg chg="undo custSel addSld delSld modSld">
      <pc:chgData name="Robert Stewart (WW READINESS)" userId="5e4857c7-3c95-4435-bc45-4a9504427269" providerId="ADAL" clId="{B6447441-A293-43C3-9875-5F51AB353FE2}" dt="2020-08-24T14:10:24.475" v="471"/>
      <pc:docMkLst>
        <pc:docMk/>
      </pc:docMkLst>
      <pc:sldChg chg="modSp mod">
        <pc:chgData name="Robert Stewart (WW READINESS)" userId="5e4857c7-3c95-4435-bc45-4a9504427269" providerId="ADAL" clId="{B6447441-A293-43C3-9875-5F51AB353FE2}" dt="2020-08-24T13:32:20.336" v="42" actId="6549"/>
        <pc:sldMkLst>
          <pc:docMk/>
          <pc:sldMk cId="743860205" sldId="257"/>
        </pc:sldMkLst>
        <pc:spChg chg="mod">
          <ac:chgData name="Robert Stewart (WW READINESS)" userId="5e4857c7-3c95-4435-bc45-4a9504427269" providerId="ADAL" clId="{B6447441-A293-43C3-9875-5F51AB353FE2}" dt="2020-08-24T13:32:20.336" v="42" actId="6549"/>
          <ac:spMkLst>
            <pc:docMk/>
            <pc:sldMk cId="743860205" sldId="257"/>
            <ac:spMk id="2" creationId="{35FF388A-DA23-47B5-B1B4-5AA1C4F44269}"/>
          </ac:spMkLst>
        </pc:spChg>
      </pc:sldChg>
      <pc:sldChg chg="addSp mod">
        <pc:chgData name="Robert Stewart (WW READINESS)" userId="5e4857c7-3c95-4435-bc45-4a9504427269" providerId="ADAL" clId="{B6447441-A293-43C3-9875-5F51AB353FE2}" dt="2020-08-24T13:33:40.566" v="75" actId="11529"/>
        <pc:sldMkLst>
          <pc:docMk/>
          <pc:sldMk cId="1012441991" sldId="258"/>
        </pc:sldMkLst>
        <pc:cxnChg chg="add">
          <ac:chgData name="Robert Stewart (WW READINESS)" userId="5e4857c7-3c95-4435-bc45-4a9504427269" providerId="ADAL" clId="{B6447441-A293-43C3-9875-5F51AB353FE2}" dt="2020-08-24T13:33:40.566" v="75" actId="11529"/>
          <ac:cxnSpMkLst>
            <pc:docMk/>
            <pc:sldMk cId="1012441991" sldId="258"/>
            <ac:cxnSpMk id="4" creationId="{209B8E07-B016-4278-9325-C65709DF3CAB}"/>
          </ac:cxnSpMkLst>
        </pc:cxnChg>
      </pc:sldChg>
      <pc:sldChg chg="addSp mod">
        <pc:chgData name="Robert Stewart (WW READINESS)" userId="5e4857c7-3c95-4435-bc45-4a9504427269" providerId="ADAL" clId="{B6447441-A293-43C3-9875-5F51AB353FE2}" dt="2020-08-24T13:36:13.734" v="144" actId="11529"/>
        <pc:sldMkLst>
          <pc:docMk/>
          <pc:sldMk cId="1701787216" sldId="260"/>
        </pc:sldMkLst>
        <pc:cxnChg chg="add">
          <ac:chgData name="Robert Stewart (WW READINESS)" userId="5e4857c7-3c95-4435-bc45-4a9504427269" providerId="ADAL" clId="{B6447441-A293-43C3-9875-5F51AB353FE2}" dt="2020-08-24T13:36:13.734" v="144" actId="11529"/>
          <ac:cxnSpMkLst>
            <pc:docMk/>
            <pc:sldMk cId="1701787216" sldId="260"/>
            <ac:cxnSpMk id="5" creationId="{D75BE88F-AD5F-4D23-A71A-2EBF5DADE894}"/>
          </ac:cxnSpMkLst>
        </pc:cxnChg>
      </pc:sldChg>
      <pc:sldChg chg="addSp mod">
        <pc:chgData name="Robert Stewart (WW READINESS)" userId="5e4857c7-3c95-4435-bc45-4a9504427269" providerId="ADAL" clId="{B6447441-A293-43C3-9875-5F51AB353FE2}" dt="2020-08-24T13:36:32.142" v="145" actId="11529"/>
        <pc:sldMkLst>
          <pc:docMk/>
          <pc:sldMk cId="101971310" sldId="261"/>
        </pc:sldMkLst>
        <pc:cxnChg chg="add">
          <ac:chgData name="Robert Stewart (WW READINESS)" userId="5e4857c7-3c95-4435-bc45-4a9504427269" providerId="ADAL" clId="{B6447441-A293-43C3-9875-5F51AB353FE2}" dt="2020-08-24T13:36:32.142" v="145" actId="11529"/>
          <ac:cxnSpMkLst>
            <pc:docMk/>
            <pc:sldMk cId="101971310" sldId="261"/>
            <ac:cxnSpMk id="4" creationId="{B3C8B2AD-B2BF-4C6E-9A8F-79F48478BBDE}"/>
          </ac:cxnSpMkLst>
        </pc:cxnChg>
      </pc:sldChg>
      <pc:sldChg chg="addSp mod">
        <pc:chgData name="Robert Stewart (WW READINESS)" userId="5e4857c7-3c95-4435-bc45-4a9504427269" providerId="ADAL" clId="{B6447441-A293-43C3-9875-5F51AB353FE2}" dt="2020-08-24T13:36:56.427" v="146" actId="11529"/>
        <pc:sldMkLst>
          <pc:docMk/>
          <pc:sldMk cId="758652105" sldId="262"/>
        </pc:sldMkLst>
        <pc:cxnChg chg="add">
          <ac:chgData name="Robert Stewart (WW READINESS)" userId="5e4857c7-3c95-4435-bc45-4a9504427269" providerId="ADAL" clId="{B6447441-A293-43C3-9875-5F51AB353FE2}" dt="2020-08-24T13:36:56.427" v="146" actId="11529"/>
          <ac:cxnSpMkLst>
            <pc:docMk/>
            <pc:sldMk cId="758652105" sldId="262"/>
            <ac:cxnSpMk id="5" creationId="{D27A24A7-58DC-4049-9C9C-F04C1F4FC509}"/>
          </ac:cxnSpMkLst>
        </pc:cxnChg>
      </pc:sldChg>
      <pc:sldChg chg="addSp mod">
        <pc:chgData name="Robert Stewart (WW READINESS)" userId="5e4857c7-3c95-4435-bc45-4a9504427269" providerId="ADAL" clId="{B6447441-A293-43C3-9875-5F51AB353FE2}" dt="2020-08-24T13:38:34.190" v="240" actId="11529"/>
        <pc:sldMkLst>
          <pc:docMk/>
          <pc:sldMk cId="2093708537" sldId="264"/>
        </pc:sldMkLst>
        <pc:cxnChg chg="add">
          <ac:chgData name="Robert Stewart (WW READINESS)" userId="5e4857c7-3c95-4435-bc45-4a9504427269" providerId="ADAL" clId="{B6447441-A293-43C3-9875-5F51AB353FE2}" dt="2020-08-24T13:38:34.190" v="240" actId="11529"/>
          <ac:cxnSpMkLst>
            <pc:docMk/>
            <pc:sldMk cId="2093708537" sldId="264"/>
            <ac:cxnSpMk id="5" creationId="{65DF44F8-E853-42E0-BF0C-583D2F5FF001}"/>
          </ac:cxnSpMkLst>
        </pc:cxnChg>
      </pc:sldChg>
      <pc:sldChg chg="del">
        <pc:chgData name="Robert Stewart (WW READINESS)" userId="5e4857c7-3c95-4435-bc45-4a9504427269" providerId="ADAL" clId="{B6447441-A293-43C3-9875-5F51AB353FE2}" dt="2020-08-24T13:38:51.107" v="241" actId="47"/>
        <pc:sldMkLst>
          <pc:docMk/>
          <pc:sldMk cId="452373429" sldId="265"/>
        </pc:sldMkLst>
      </pc:sldChg>
      <pc:sldChg chg="del">
        <pc:chgData name="Robert Stewart (WW READINESS)" userId="5e4857c7-3c95-4435-bc45-4a9504427269" providerId="ADAL" clId="{B6447441-A293-43C3-9875-5F51AB353FE2}" dt="2020-08-24T13:39:13.183" v="242" actId="47"/>
        <pc:sldMkLst>
          <pc:docMk/>
          <pc:sldMk cId="827366620" sldId="266"/>
        </pc:sldMkLst>
      </pc:sldChg>
      <pc:sldChg chg="modSp mod">
        <pc:chgData name="Robert Stewart (WW READINESS)" userId="5e4857c7-3c95-4435-bc45-4a9504427269" providerId="ADAL" clId="{B6447441-A293-43C3-9875-5F51AB353FE2}" dt="2020-08-24T13:39:17.959" v="243" actId="6549"/>
        <pc:sldMkLst>
          <pc:docMk/>
          <pc:sldMk cId="2582992634" sldId="267"/>
        </pc:sldMkLst>
        <pc:spChg chg="mod">
          <ac:chgData name="Robert Stewart (WW READINESS)" userId="5e4857c7-3c95-4435-bc45-4a9504427269" providerId="ADAL" clId="{B6447441-A293-43C3-9875-5F51AB353FE2}" dt="2020-08-24T13:39:17.959" v="243" actId="6549"/>
          <ac:spMkLst>
            <pc:docMk/>
            <pc:sldMk cId="2582992634" sldId="267"/>
            <ac:spMk id="2" creationId="{35FF388A-DA23-47B5-B1B4-5AA1C4F44269}"/>
          </ac:spMkLst>
        </pc:spChg>
      </pc:sldChg>
      <pc:sldChg chg="addSp mod">
        <pc:chgData name="Robert Stewart (WW READINESS)" userId="5e4857c7-3c95-4435-bc45-4a9504427269" providerId="ADAL" clId="{B6447441-A293-43C3-9875-5F51AB353FE2}" dt="2020-08-24T13:40:10.485" v="279" actId="11529"/>
        <pc:sldMkLst>
          <pc:docMk/>
          <pc:sldMk cId="901478808" sldId="268"/>
        </pc:sldMkLst>
        <pc:cxnChg chg="add">
          <ac:chgData name="Robert Stewart (WW READINESS)" userId="5e4857c7-3c95-4435-bc45-4a9504427269" providerId="ADAL" clId="{B6447441-A293-43C3-9875-5F51AB353FE2}" dt="2020-08-24T13:40:10.485" v="279" actId="11529"/>
          <ac:cxnSpMkLst>
            <pc:docMk/>
            <pc:sldMk cId="901478808" sldId="268"/>
            <ac:cxnSpMk id="5" creationId="{2BD45107-66CF-4A8C-AD90-C9D55A832A85}"/>
          </ac:cxnSpMkLst>
        </pc:cxnChg>
      </pc:sldChg>
      <pc:sldChg chg="addSp modSp mod delCm">
        <pc:chgData name="Robert Stewart (WW READINESS)" userId="5e4857c7-3c95-4435-bc45-4a9504427269" providerId="ADAL" clId="{B6447441-A293-43C3-9875-5F51AB353FE2}" dt="2020-08-24T13:48:40.107" v="404" actId="14100"/>
        <pc:sldMkLst>
          <pc:docMk/>
          <pc:sldMk cId="338752777" sldId="269"/>
        </pc:sldMkLst>
        <pc:picChg chg="add mod">
          <ac:chgData name="Robert Stewart (WW READINESS)" userId="5e4857c7-3c95-4435-bc45-4a9504427269" providerId="ADAL" clId="{B6447441-A293-43C3-9875-5F51AB353FE2}" dt="2020-08-24T13:46:58.868" v="398" actId="14100"/>
          <ac:picMkLst>
            <pc:docMk/>
            <pc:sldMk cId="338752777" sldId="269"/>
            <ac:picMk id="5" creationId="{7211E423-DAC5-4821-8F8C-9F3427968259}"/>
          </ac:picMkLst>
        </pc:picChg>
        <pc:picChg chg="mod">
          <ac:chgData name="Robert Stewart (WW READINESS)" userId="5e4857c7-3c95-4435-bc45-4a9504427269" providerId="ADAL" clId="{B6447441-A293-43C3-9875-5F51AB353FE2}" dt="2020-08-24T13:46:39.203" v="395" actId="1076"/>
          <ac:picMkLst>
            <pc:docMk/>
            <pc:sldMk cId="338752777" sldId="269"/>
            <ac:picMk id="6" creationId="{67DA6FDB-76D1-416D-A07A-32FF47ADCAF3}"/>
          </ac:picMkLst>
        </pc:picChg>
        <pc:picChg chg="add mod">
          <ac:chgData name="Robert Stewart (WW READINESS)" userId="5e4857c7-3c95-4435-bc45-4a9504427269" providerId="ADAL" clId="{B6447441-A293-43C3-9875-5F51AB353FE2}" dt="2020-08-24T13:48:40.107" v="404" actId="14100"/>
          <ac:picMkLst>
            <pc:docMk/>
            <pc:sldMk cId="338752777" sldId="269"/>
            <ac:picMk id="9" creationId="{5C9F9CBD-1330-4DA2-A725-2C3AA0F7B16B}"/>
          </ac:picMkLst>
        </pc:picChg>
        <pc:cxnChg chg="add">
          <ac:chgData name="Robert Stewart (WW READINESS)" userId="5e4857c7-3c95-4435-bc45-4a9504427269" providerId="ADAL" clId="{B6447441-A293-43C3-9875-5F51AB353FE2}" dt="2020-08-24T13:46:53.485" v="397" actId="11529"/>
          <ac:cxnSpMkLst>
            <pc:docMk/>
            <pc:sldMk cId="338752777" sldId="269"/>
            <ac:cxnSpMk id="8" creationId="{E577132E-A64C-4033-B023-77B20EDA73E6}"/>
          </ac:cxnSpMkLst>
        </pc:cxnChg>
      </pc:sldChg>
      <pc:sldChg chg="delSp mod">
        <pc:chgData name="Robert Stewart (WW READINESS)" userId="5e4857c7-3c95-4435-bc45-4a9504427269" providerId="ADAL" clId="{B6447441-A293-43C3-9875-5F51AB353FE2}" dt="2020-08-24T13:31:01.854" v="0" actId="478"/>
        <pc:sldMkLst>
          <pc:docMk/>
          <pc:sldMk cId="3635852913" sldId="274"/>
        </pc:sldMkLst>
        <pc:spChg chg="del">
          <ac:chgData name="Robert Stewart (WW READINESS)" userId="5e4857c7-3c95-4435-bc45-4a9504427269" providerId="ADAL" clId="{B6447441-A293-43C3-9875-5F51AB353FE2}" dt="2020-08-24T13:31:01.854" v="0" actId="478"/>
          <ac:spMkLst>
            <pc:docMk/>
            <pc:sldMk cId="3635852913" sldId="274"/>
            <ac:spMk id="3" creationId="{93BC6D23-C756-4150-8E42-6B8548EF7F40}"/>
          </ac:spMkLst>
        </pc:spChg>
      </pc:sldChg>
      <pc:sldChg chg="modSp mod">
        <pc:chgData name="Robert Stewart (WW READINESS)" userId="5e4857c7-3c95-4435-bc45-4a9504427269" providerId="ADAL" clId="{B6447441-A293-43C3-9875-5F51AB353FE2}" dt="2020-08-24T13:31:10.724" v="7" actId="20577"/>
        <pc:sldMkLst>
          <pc:docMk/>
          <pc:sldMk cId="84060515" sldId="275"/>
        </pc:sldMkLst>
        <pc:spChg chg="mod">
          <ac:chgData name="Robert Stewart (WW READINESS)" userId="5e4857c7-3c95-4435-bc45-4a9504427269" providerId="ADAL" clId="{B6447441-A293-43C3-9875-5F51AB353FE2}" dt="2020-08-24T13:31:10.724" v="7" actId="20577"/>
          <ac:spMkLst>
            <pc:docMk/>
            <pc:sldMk cId="84060515" sldId="275"/>
            <ac:spMk id="2" creationId="{35FF388A-DA23-47B5-B1B4-5AA1C4F44269}"/>
          </ac:spMkLst>
        </pc:spChg>
      </pc:sldChg>
      <pc:sldChg chg="addSp delSp modSp mod">
        <pc:chgData name="Robert Stewart (WW READINESS)" userId="5e4857c7-3c95-4435-bc45-4a9504427269" providerId="ADAL" clId="{B6447441-A293-43C3-9875-5F51AB353FE2}" dt="2020-08-24T13:48:28.453" v="401" actId="21"/>
        <pc:sldMkLst>
          <pc:docMk/>
          <pc:sldMk cId="4246215234" sldId="280"/>
        </pc:sldMkLst>
        <pc:picChg chg="add del mod">
          <ac:chgData name="Robert Stewart (WW READINESS)" userId="5e4857c7-3c95-4435-bc45-4a9504427269" providerId="ADAL" clId="{B6447441-A293-43C3-9875-5F51AB353FE2}" dt="2020-08-24T13:48:28.453" v="401" actId="21"/>
          <ac:picMkLst>
            <pc:docMk/>
            <pc:sldMk cId="4246215234" sldId="280"/>
            <ac:picMk id="8" creationId="{800B92E5-C5F9-41EF-BBE3-161B60F02EB9}"/>
          </ac:picMkLst>
        </pc:picChg>
        <pc:cxnChg chg="add">
          <ac:chgData name="Robert Stewart (WW READINESS)" userId="5e4857c7-3c95-4435-bc45-4a9504427269" providerId="ADAL" clId="{B6447441-A293-43C3-9875-5F51AB353FE2}" dt="2020-08-24T13:47:51.145" v="399" actId="11529"/>
          <ac:cxnSpMkLst>
            <pc:docMk/>
            <pc:sldMk cId="4246215234" sldId="280"/>
            <ac:cxnSpMk id="6" creationId="{33D548CE-B180-4267-8617-FAF6AC8467B1}"/>
          </ac:cxnSpMkLst>
        </pc:cxnChg>
      </pc:sldChg>
      <pc:sldChg chg="addSp">
        <pc:chgData name="Robert Stewart (WW READINESS)" userId="5e4857c7-3c95-4435-bc45-4a9504427269" providerId="ADAL" clId="{B6447441-A293-43C3-9875-5F51AB353FE2}" dt="2020-08-24T13:54:53.488" v="408"/>
        <pc:sldMkLst>
          <pc:docMk/>
          <pc:sldMk cId="2370528661" sldId="281"/>
        </pc:sldMkLst>
        <pc:picChg chg="add">
          <ac:chgData name="Robert Stewart (WW READINESS)" userId="5e4857c7-3c95-4435-bc45-4a9504427269" providerId="ADAL" clId="{B6447441-A293-43C3-9875-5F51AB353FE2}" dt="2020-08-24T13:54:53.488" v="408"/>
          <ac:picMkLst>
            <pc:docMk/>
            <pc:sldMk cId="2370528661" sldId="281"/>
            <ac:picMk id="1026" creationId="{C1FD750E-1B8D-4AA2-B122-AD194BB38242}"/>
          </ac:picMkLst>
        </pc:picChg>
      </pc:sldChg>
      <pc:sldChg chg="addSp delSp modSp add del mod modCm">
        <pc:chgData name="Robert Stewart (WW READINESS)" userId="5e4857c7-3c95-4435-bc45-4a9504427269" providerId="ADAL" clId="{B6447441-A293-43C3-9875-5F51AB353FE2}" dt="2020-08-24T13:58:09.551" v="429" actId="11529"/>
        <pc:sldMkLst>
          <pc:docMk/>
          <pc:sldMk cId="3174001134" sldId="281"/>
        </pc:sldMkLst>
        <pc:picChg chg="del mod">
          <ac:chgData name="Robert Stewart (WW READINESS)" userId="5e4857c7-3c95-4435-bc45-4a9504427269" providerId="ADAL" clId="{B6447441-A293-43C3-9875-5F51AB353FE2}" dt="2020-08-24T13:55:20.658" v="413" actId="478"/>
          <ac:picMkLst>
            <pc:docMk/>
            <pc:sldMk cId="3174001134" sldId="281"/>
            <ac:picMk id="1026" creationId="{C1FD750E-1B8D-4AA2-B122-AD194BB38242}"/>
          </ac:picMkLst>
        </pc:picChg>
        <pc:cxnChg chg="add">
          <ac:chgData name="Robert Stewart (WW READINESS)" userId="5e4857c7-3c95-4435-bc45-4a9504427269" providerId="ADAL" clId="{B6447441-A293-43C3-9875-5F51AB353FE2}" dt="2020-08-24T13:58:09.551" v="429" actId="11529"/>
          <ac:cxnSpMkLst>
            <pc:docMk/>
            <pc:sldMk cId="3174001134" sldId="281"/>
            <ac:cxnSpMk id="3" creationId="{5C2E564B-D60F-4197-9BDE-29C61D187B71}"/>
          </ac:cxnSpMkLst>
        </pc:cxnChg>
      </pc:sldChg>
      <pc:sldChg chg="del">
        <pc:chgData name="Robert Stewart (WW READINESS)" userId="5e4857c7-3c95-4435-bc45-4a9504427269" providerId="ADAL" clId="{B6447441-A293-43C3-9875-5F51AB353FE2}" dt="2020-08-24T14:08:33.898" v="465" actId="47"/>
        <pc:sldMkLst>
          <pc:docMk/>
          <pc:sldMk cId="2551757300" sldId="282"/>
        </pc:sldMkLst>
      </pc:sldChg>
      <pc:sldChg chg="modSp mod">
        <pc:chgData name="Robert Stewart (WW READINESS)" userId="5e4857c7-3c95-4435-bc45-4a9504427269" providerId="ADAL" clId="{B6447441-A293-43C3-9875-5F51AB353FE2}" dt="2020-08-24T13:32:37.990" v="74" actId="20577"/>
        <pc:sldMkLst>
          <pc:docMk/>
          <pc:sldMk cId="1208736395" sldId="283"/>
        </pc:sldMkLst>
        <pc:spChg chg="mod">
          <ac:chgData name="Robert Stewart (WW READINESS)" userId="5e4857c7-3c95-4435-bc45-4a9504427269" providerId="ADAL" clId="{B6447441-A293-43C3-9875-5F51AB353FE2}" dt="2020-08-24T13:32:37.990" v="74" actId="20577"/>
          <ac:spMkLst>
            <pc:docMk/>
            <pc:sldMk cId="1208736395" sldId="283"/>
            <ac:spMk id="2" creationId="{FF21F12B-E6C6-4CF1-8312-1D8343AFFE69}"/>
          </ac:spMkLst>
        </pc:spChg>
        <pc:spChg chg="mod">
          <ac:chgData name="Robert Stewart (WW READINESS)" userId="5e4857c7-3c95-4435-bc45-4a9504427269" providerId="ADAL" clId="{B6447441-A293-43C3-9875-5F51AB353FE2}" dt="2020-08-24T13:32:27.599" v="43" actId="113"/>
          <ac:spMkLst>
            <pc:docMk/>
            <pc:sldMk cId="1208736395" sldId="283"/>
            <ac:spMk id="3" creationId="{FAF59B51-AD67-4E9A-AA25-B664271235FB}"/>
          </ac:spMkLst>
        </pc:spChg>
      </pc:sldChg>
      <pc:sldChg chg="modSp mod">
        <pc:chgData name="Robert Stewart (WW READINESS)" userId="5e4857c7-3c95-4435-bc45-4a9504427269" providerId="ADAL" clId="{B6447441-A293-43C3-9875-5F51AB353FE2}" dt="2020-08-24T13:39:31.665" v="278" actId="20577"/>
        <pc:sldMkLst>
          <pc:docMk/>
          <pc:sldMk cId="474028571" sldId="284"/>
        </pc:sldMkLst>
        <pc:spChg chg="mod">
          <ac:chgData name="Robert Stewart (WW READINESS)" userId="5e4857c7-3c95-4435-bc45-4a9504427269" providerId="ADAL" clId="{B6447441-A293-43C3-9875-5F51AB353FE2}" dt="2020-08-24T13:39:31.665" v="278" actId="20577"/>
          <ac:spMkLst>
            <pc:docMk/>
            <pc:sldMk cId="474028571" sldId="284"/>
            <ac:spMk id="2" creationId="{2C4F8039-6C38-4EF0-85F2-A923D9224100}"/>
          </ac:spMkLst>
        </pc:spChg>
      </pc:sldChg>
      <pc:sldChg chg="modSp mod">
        <pc:chgData name="Robert Stewart (WW READINESS)" userId="5e4857c7-3c95-4435-bc45-4a9504427269" providerId="ADAL" clId="{B6447441-A293-43C3-9875-5F51AB353FE2}" dt="2020-08-24T13:32:06.823" v="41" actId="1035"/>
        <pc:sldMkLst>
          <pc:docMk/>
          <pc:sldMk cId="3669250034" sldId="286"/>
        </pc:sldMkLst>
        <pc:spChg chg="mod">
          <ac:chgData name="Robert Stewart (WW READINESS)" userId="5e4857c7-3c95-4435-bc45-4a9504427269" providerId="ADAL" clId="{B6447441-A293-43C3-9875-5F51AB353FE2}" dt="2020-08-24T13:31:54.483" v="27" actId="1035"/>
          <ac:spMkLst>
            <pc:docMk/>
            <pc:sldMk cId="3669250034" sldId="286"/>
            <ac:spMk id="10" creationId="{36877184-9CC1-4EBD-ACA1-BA6A2150651C}"/>
          </ac:spMkLst>
        </pc:spChg>
        <pc:picChg chg="mod">
          <ac:chgData name="Robert Stewart (WW READINESS)" userId="5e4857c7-3c95-4435-bc45-4a9504427269" providerId="ADAL" clId="{B6447441-A293-43C3-9875-5F51AB353FE2}" dt="2020-08-24T13:32:06.823" v="41" actId="1035"/>
          <ac:picMkLst>
            <pc:docMk/>
            <pc:sldMk cId="3669250034" sldId="286"/>
            <ac:picMk id="3" creationId="{6C0EFBAD-05DC-4AD5-AF7A-D0CAE1752FCA}"/>
          </ac:picMkLst>
        </pc:picChg>
      </pc:sldChg>
      <pc:sldChg chg="modSp mod">
        <pc:chgData name="Robert Stewart (WW READINESS)" userId="5e4857c7-3c95-4435-bc45-4a9504427269" providerId="ADAL" clId="{B6447441-A293-43C3-9875-5F51AB353FE2}" dt="2020-08-24T13:35:55.526" v="143" actId="6549"/>
        <pc:sldMkLst>
          <pc:docMk/>
          <pc:sldMk cId="880436157" sldId="287"/>
        </pc:sldMkLst>
        <pc:spChg chg="mod">
          <ac:chgData name="Robert Stewart (WW READINESS)" userId="5e4857c7-3c95-4435-bc45-4a9504427269" providerId="ADAL" clId="{B6447441-A293-43C3-9875-5F51AB353FE2}" dt="2020-08-24T13:35:55.526" v="143" actId="6549"/>
          <ac:spMkLst>
            <pc:docMk/>
            <pc:sldMk cId="880436157" sldId="287"/>
            <ac:spMk id="3" creationId="{D9B7E699-8A7B-44B9-87EE-C5ED24A8C217}"/>
          </ac:spMkLst>
        </pc:spChg>
      </pc:sldChg>
      <pc:sldChg chg="modSp mod">
        <pc:chgData name="Robert Stewart (WW READINESS)" userId="5e4857c7-3c95-4435-bc45-4a9504427269" providerId="ADAL" clId="{B6447441-A293-43C3-9875-5F51AB353FE2}" dt="2020-08-24T13:42:35.790" v="372" actId="6549"/>
        <pc:sldMkLst>
          <pc:docMk/>
          <pc:sldMk cId="3627172257" sldId="289"/>
        </pc:sldMkLst>
        <pc:spChg chg="mod">
          <ac:chgData name="Robert Stewart (WW READINESS)" userId="5e4857c7-3c95-4435-bc45-4a9504427269" providerId="ADAL" clId="{B6447441-A293-43C3-9875-5F51AB353FE2}" dt="2020-08-24T13:42:35.790" v="372" actId="6549"/>
          <ac:spMkLst>
            <pc:docMk/>
            <pc:sldMk cId="3627172257" sldId="289"/>
            <ac:spMk id="3" creationId="{D9B7E699-8A7B-44B9-87EE-C5ED24A8C217}"/>
          </ac:spMkLst>
        </pc:spChg>
      </pc:sldChg>
      <pc:sldChg chg="modSp mod">
        <pc:chgData name="Robert Stewart (WW READINESS)" userId="5e4857c7-3c95-4435-bc45-4a9504427269" providerId="ADAL" clId="{B6447441-A293-43C3-9875-5F51AB353FE2}" dt="2020-08-24T13:43:04.144" v="375" actId="6549"/>
        <pc:sldMkLst>
          <pc:docMk/>
          <pc:sldMk cId="3326726220" sldId="290"/>
        </pc:sldMkLst>
        <pc:spChg chg="mod">
          <ac:chgData name="Robert Stewart (WW READINESS)" userId="5e4857c7-3c95-4435-bc45-4a9504427269" providerId="ADAL" clId="{B6447441-A293-43C3-9875-5F51AB353FE2}" dt="2020-08-24T13:43:04.144" v="375" actId="6549"/>
          <ac:spMkLst>
            <pc:docMk/>
            <pc:sldMk cId="3326726220" sldId="290"/>
            <ac:spMk id="3" creationId="{D9B7E699-8A7B-44B9-87EE-C5ED24A8C217}"/>
          </ac:spMkLst>
        </pc:spChg>
      </pc:sldChg>
      <pc:sldChg chg="addSp mod">
        <pc:chgData name="Robert Stewart (WW READINESS)" userId="5e4857c7-3c95-4435-bc45-4a9504427269" providerId="ADAL" clId="{B6447441-A293-43C3-9875-5F51AB353FE2}" dt="2020-08-24T14:08:24.975" v="464" actId="11529"/>
        <pc:sldMkLst>
          <pc:docMk/>
          <pc:sldMk cId="1999154968" sldId="292"/>
        </pc:sldMkLst>
        <pc:cxnChg chg="add">
          <ac:chgData name="Robert Stewart (WW READINESS)" userId="5e4857c7-3c95-4435-bc45-4a9504427269" providerId="ADAL" clId="{B6447441-A293-43C3-9875-5F51AB353FE2}" dt="2020-08-24T14:08:24.975" v="464" actId="11529"/>
          <ac:cxnSpMkLst>
            <pc:docMk/>
            <pc:sldMk cId="1999154968" sldId="292"/>
            <ac:cxnSpMk id="4" creationId="{F634C060-84B4-459B-982A-891E31090CFC}"/>
          </ac:cxnSpMkLst>
        </pc:cxnChg>
      </pc:sldChg>
      <pc:sldChg chg="modSp mod">
        <pc:chgData name="Robert Stewart (WW READINESS)" userId="5e4857c7-3c95-4435-bc45-4a9504427269" providerId="ADAL" clId="{B6447441-A293-43C3-9875-5F51AB353FE2}" dt="2020-08-24T13:35:25.850" v="141" actId="14100"/>
        <pc:sldMkLst>
          <pc:docMk/>
          <pc:sldMk cId="2424144487" sldId="295"/>
        </pc:sldMkLst>
        <pc:spChg chg="mod">
          <ac:chgData name="Robert Stewart (WW READINESS)" userId="5e4857c7-3c95-4435-bc45-4a9504427269" providerId="ADAL" clId="{B6447441-A293-43C3-9875-5F51AB353FE2}" dt="2020-08-24T13:34:30.451" v="79" actId="6549"/>
          <ac:spMkLst>
            <pc:docMk/>
            <pc:sldMk cId="2424144487" sldId="295"/>
            <ac:spMk id="3" creationId="{FF78A544-B5ED-49D0-A8CC-69D9EF2B64FA}"/>
          </ac:spMkLst>
        </pc:spChg>
        <pc:spChg chg="mod">
          <ac:chgData name="Robert Stewart (WW READINESS)" userId="5e4857c7-3c95-4435-bc45-4a9504427269" providerId="ADAL" clId="{B6447441-A293-43C3-9875-5F51AB353FE2}" dt="2020-08-24T13:34:39.145" v="80" actId="2711"/>
          <ac:spMkLst>
            <pc:docMk/>
            <pc:sldMk cId="2424144487" sldId="295"/>
            <ac:spMk id="12" creationId="{EB5524AF-1C9E-4D8E-93A1-5C3CBBA8E202}"/>
          </ac:spMkLst>
        </pc:spChg>
        <pc:spChg chg="mod">
          <ac:chgData name="Robert Stewart (WW READINESS)" userId="5e4857c7-3c95-4435-bc45-4a9504427269" providerId="ADAL" clId="{B6447441-A293-43C3-9875-5F51AB353FE2}" dt="2020-08-24T13:34:44.543" v="81" actId="2711"/>
          <ac:spMkLst>
            <pc:docMk/>
            <pc:sldMk cId="2424144487" sldId="295"/>
            <ac:spMk id="14" creationId="{2E152B57-46F5-4D1B-A9A7-62D076A97D86}"/>
          </ac:spMkLst>
        </pc:spChg>
        <pc:spChg chg="mod">
          <ac:chgData name="Robert Stewart (WW READINESS)" userId="5e4857c7-3c95-4435-bc45-4a9504427269" providerId="ADAL" clId="{B6447441-A293-43C3-9875-5F51AB353FE2}" dt="2020-08-24T13:34:50.035" v="82" actId="2711"/>
          <ac:spMkLst>
            <pc:docMk/>
            <pc:sldMk cId="2424144487" sldId="295"/>
            <ac:spMk id="15" creationId="{7183B690-E2CA-4645-AAE8-34051F0CF538}"/>
          </ac:spMkLst>
        </pc:spChg>
        <pc:spChg chg="mod">
          <ac:chgData name="Robert Stewart (WW READINESS)" userId="5e4857c7-3c95-4435-bc45-4a9504427269" providerId="ADAL" clId="{B6447441-A293-43C3-9875-5F51AB353FE2}" dt="2020-08-24T13:34:18.087" v="77" actId="20577"/>
          <ac:spMkLst>
            <pc:docMk/>
            <pc:sldMk cId="2424144487" sldId="295"/>
            <ac:spMk id="17" creationId="{00000000-0000-0000-0000-000000000000}"/>
          </ac:spMkLst>
        </pc:spChg>
        <pc:grpChg chg="mod">
          <ac:chgData name="Robert Stewart (WW READINESS)" userId="5e4857c7-3c95-4435-bc45-4a9504427269" providerId="ADAL" clId="{B6447441-A293-43C3-9875-5F51AB353FE2}" dt="2020-08-24T13:35:25.850" v="141" actId="14100"/>
          <ac:grpSpMkLst>
            <pc:docMk/>
            <pc:sldMk cId="2424144487" sldId="295"/>
            <ac:grpSpMk id="4" creationId="{5CC6A208-BE01-47E6-8388-83822B196C18}"/>
          </ac:grpSpMkLst>
        </pc:grpChg>
        <pc:grpChg chg="mod">
          <ac:chgData name="Robert Stewart (WW READINESS)" userId="5e4857c7-3c95-4435-bc45-4a9504427269" providerId="ADAL" clId="{B6447441-A293-43C3-9875-5F51AB353FE2}" dt="2020-08-24T13:35:22.099" v="140" actId="14100"/>
          <ac:grpSpMkLst>
            <pc:docMk/>
            <pc:sldMk cId="2424144487" sldId="295"/>
            <ac:grpSpMk id="6" creationId="{EA9EBC42-F8C4-48A9-8D5C-C4FCE2ED08EB}"/>
          </ac:grpSpMkLst>
        </pc:grpChg>
        <pc:grpChg chg="mod">
          <ac:chgData name="Robert Stewart (WW READINESS)" userId="5e4857c7-3c95-4435-bc45-4a9504427269" providerId="ADAL" clId="{B6447441-A293-43C3-9875-5F51AB353FE2}" dt="2020-08-24T13:35:17.627" v="139" actId="14100"/>
          <ac:grpSpMkLst>
            <pc:docMk/>
            <pc:sldMk cId="2424144487" sldId="295"/>
            <ac:grpSpMk id="7" creationId="{8E5C5A40-22F0-492C-AE9D-A53AEABF79DA}"/>
          </ac:grpSpMkLst>
        </pc:grpChg>
      </pc:sldChg>
      <pc:sldChg chg="modSp mod">
        <pc:chgData name="Robert Stewart (WW READINESS)" userId="5e4857c7-3c95-4435-bc45-4a9504427269" providerId="ADAL" clId="{B6447441-A293-43C3-9875-5F51AB353FE2}" dt="2020-08-24T13:38:15.792" v="239" actId="1036"/>
        <pc:sldMkLst>
          <pc:docMk/>
          <pc:sldMk cId="1587513377" sldId="299"/>
        </pc:sldMkLst>
        <pc:grpChg chg="mod">
          <ac:chgData name="Robert Stewart (WW READINESS)" userId="5e4857c7-3c95-4435-bc45-4a9504427269" providerId="ADAL" clId="{B6447441-A293-43C3-9875-5F51AB353FE2}" dt="2020-08-24T13:37:15.748" v="148" actId="14100"/>
          <ac:grpSpMkLst>
            <pc:docMk/>
            <pc:sldMk cId="1587513377" sldId="299"/>
            <ac:grpSpMk id="16" creationId="{BB5B7098-DCC9-43F2-B9E8-B772BF455BE5}"/>
          </ac:grpSpMkLst>
        </pc:grpChg>
        <pc:grpChg chg="mod">
          <ac:chgData name="Robert Stewart (WW READINESS)" userId="5e4857c7-3c95-4435-bc45-4a9504427269" providerId="ADAL" clId="{B6447441-A293-43C3-9875-5F51AB353FE2}" dt="2020-08-24T13:38:08.587" v="208" actId="1036"/>
          <ac:grpSpMkLst>
            <pc:docMk/>
            <pc:sldMk cId="1587513377" sldId="299"/>
            <ac:grpSpMk id="21" creationId="{2348C96D-B55F-4FD5-A584-16F21DD75CA7}"/>
          </ac:grpSpMkLst>
        </pc:grpChg>
        <pc:grpChg chg="mod">
          <ac:chgData name="Robert Stewart (WW READINESS)" userId="5e4857c7-3c95-4435-bc45-4a9504427269" providerId="ADAL" clId="{B6447441-A293-43C3-9875-5F51AB353FE2}" dt="2020-08-24T13:38:05.349" v="204" actId="1036"/>
          <ac:grpSpMkLst>
            <pc:docMk/>
            <pc:sldMk cId="1587513377" sldId="299"/>
            <ac:grpSpMk id="22" creationId="{D08733A0-E944-4170-A6C5-08CCB372876F}"/>
          </ac:grpSpMkLst>
        </pc:grpChg>
        <pc:grpChg chg="mod">
          <ac:chgData name="Robert Stewart (WW READINESS)" userId="5e4857c7-3c95-4435-bc45-4a9504427269" providerId="ADAL" clId="{B6447441-A293-43C3-9875-5F51AB353FE2}" dt="2020-08-24T13:38:15.792" v="239" actId="1036"/>
          <ac:grpSpMkLst>
            <pc:docMk/>
            <pc:sldMk cId="1587513377" sldId="299"/>
            <ac:grpSpMk id="23" creationId="{82D090D9-AC1B-4C70-98D1-5F92943D81C1}"/>
          </ac:grpSpMkLst>
        </pc:grpChg>
      </pc:sldChg>
      <pc:sldChg chg="addSp modSp mod">
        <pc:chgData name="Robert Stewart (WW READINESS)" userId="5e4857c7-3c95-4435-bc45-4a9504427269" providerId="ADAL" clId="{B6447441-A293-43C3-9875-5F51AB353FE2}" dt="2020-08-24T13:42:12.445" v="369" actId="1036"/>
        <pc:sldMkLst>
          <pc:docMk/>
          <pc:sldMk cId="2925395085" sldId="300"/>
        </pc:sldMkLst>
        <pc:spChg chg="mod">
          <ac:chgData name="Robert Stewart (WW READINESS)" userId="5e4857c7-3c95-4435-bc45-4a9504427269" providerId="ADAL" clId="{B6447441-A293-43C3-9875-5F51AB353FE2}" dt="2020-08-24T13:41:35.386" v="342" actId="1035"/>
          <ac:spMkLst>
            <pc:docMk/>
            <pc:sldMk cId="2925395085" sldId="300"/>
            <ac:spMk id="19" creationId="{1D3C3C88-54BE-465C-AB55-64867C5DA18F}"/>
          </ac:spMkLst>
        </pc:spChg>
        <pc:spChg chg="mod">
          <ac:chgData name="Robert Stewart (WW READINESS)" userId="5e4857c7-3c95-4435-bc45-4a9504427269" providerId="ADAL" clId="{B6447441-A293-43C3-9875-5F51AB353FE2}" dt="2020-08-24T13:41:35.386" v="342" actId="1035"/>
          <ac:spMkLst>
            <pc:docMk/>
            <pc:sldMk cId="2925395085" sldId="300"/>
            <ac:spMk id="20" creationId="{5DC6600A-6A3F-4661-9205-35DFC8C67378}"/>
          </ac:spMkLst>
        </pc:spChg>
        <pc:spChg chg="mod">
          <ac:chgData name="Robert Stewart (WW READINESS)" userId="5e4857c7-3c95-4435-bc45-4a9504427269" providerId="ADAL" clId="{B6447441-A293-43C3-9875-5F51AB353FE2}" dt="2020-08-24T13:41:26.552" v="329" actId="571"/>
          <ac:spMkLst>
            <pc:docMk/>
            <pc:sldMk cId="2925395085" sldId="300"/>
            <ac:spMk id="36" creationId="{0B63F06B-36BD-4B03-A91A-A4911ABF52F5}"/>
          </ac:spMkLst>
        </pc:spChg>
        <pc:spChg chg="mod">
          <ac:chgData name="Robert Stewart (WW READINESS)" userId="5e4857c7-3c95-4435-bc45-4a9504427269" providerId="ADAL" clId="{B6447441-A293-43C3-9875-5F51AB353FE2}" dt="2020-08-24T13:41:35.386" v="342" actId="1035"/>
          <ac:spMkLst>
            <pc:docMk/>
            <pc:sldMk cId="2925395085" sldId="300"/>
            <ac:spMk id="38" creationId="{EBEDE8DC-D815-4D2F-BE04-CBAE05A5BBAB}"/>
          </ac:spMkLst>
        </pc:spChg>
        <pc:spChg chg="mod">
          <ac:chgData name="Robert Stewart (WW READINESS)" userId="5e4857c7-3c95-4435-bc45-4a9504427269" providerId="ADAL" clId="{B6447441-A293-43C3-9875-5F51AB353FE2}" dt="2020-08-24T13:41:35.386" v="342" actId="1035"/>
          <ac:spMkLst>
            <pc:docMk/>
            <pc:sldMk cId="2925395085" sldId="300"/>
            <ac:spMk id="40" creationId="{40195766-F6A8-44BF-927B-82F54EA40D2D}"/>
          </ac:spMkLst>
        </pc:spChg>
        <pc:spChg chg="mod">
          <ac:chgData name="Robert Stewart (WW READINESS)" userId="5e4857c7-3c95-4435-bc45-4a9504427269" providerId="ADAL" clId="{B6447441-A293-43C3-9875-5F51AB353FE2}" dt="2020-08-24T13:41:35.386" v="342" actId="1035"/>
          <ac:spMkLst>
            <pc:docMk/>
            <pc:sldMk cId="2925395085" sldId="300"/>
            <ac:spMk id="42" creationId="{3939993E-305E-435B-A393-17804AFA5077}"/>
          </ac:spMkLst>
        </pc:spChg>
        <pc:spChg chg="add mod">
          <ac:chgData name="Robert Stewart (WW READINESS)" userId="5e4857c7-3c95-4435-bc45-4a9504427269" providerId="ADAL" clId="{B6447441-A293-43C3-9875-5F51AB353FE2}" dt="2020-08-24T13:41:26.552" v="329" actId="571"/>
          <ac:spMkLst>
            <pc:docMk/>
            <pc:sldMk cId="2925395085" sldId="300"/>
            <ac:spMk id="43" creationId="{585D92F4-67C7-40B8-AD00-0FCACBB4A50A}"/>
          </ac:spMkLst>
        </pc:spChg>
        <pc:spChg chg="mod">
          <ac:chgData name="Robert Stewart (WW READINESS)" userId="5e4857c7-3c95-4435-bc45-4a9504427269" providerId="ADAL" clId="{B6447441-A293-43C3-9875-5F51AB353FE2}" dt="2020-08-24T13:41:35.386" v="342" actId="1035"/>
          <ac:spMkLst>
            <pc:docMk/>
            <pc:sldMk cId="2925395085" sldId="300"/>
            <ac:spMk id="46" creationId="{E56129BC-8D83-4788-9B0F-24995714A77D}"/>
          </ac:spMkLst>
        </pc:spChg>
        <pc:spChg chg="mod">
          <ac:chgData name="Robert Stewart (WW READINESS)" userId="5e4857c7-3c95-4435-bc45-4a9504427269" providerId="ADAL" clId="{B6447441-A293-43C3-9875-5F51AB353FE2}" dt="2020-08-24T13:41:35.386" v="342" actId="1035"/>
          <ac:spMkLst>
            <pc:docMk/>
            <pc:sldMk cId="2925395085" sldId="300"/>
            <ac:spMk id="48" creationId="{98688D32-6A2E-489E-960B-7F2C31CCC512}"/>
          </ac:spMkLst>
        </pc:spChg>
        <pc:spChg chg="mod">
          <ac:chgData name="Robert Stewart (WW READINESS)" userId="5e4857c7-3c95-4435-bc45-4a9504427269" providerId="ADAL" clId="{B6447441-A293-43C3-9875-5F51AB353FE2}" dt="2020-08-24T13:41:35.386" v="342" actId="1035"/>
          <ac:spMkLst>
            <pc:docMk/>
            <pc:sldMk cId="2925395085" sldId="300"/>
            <ac:spMk id="51" creationId="{F5FA1CB2-6944-47B4-9244-083109F05CAA}"/>
          </ac:spMkLst>
        </pc:spChg>
        <pc:spChg chg="mod">
          <ac:chgData name="Robert Stewart (WW READINESS)" userId="5e4857c7-3c95-4435-bc45-4a9504427269" providerId="ADAL" clId="{B6447441-A293-43C3-9875-5F51AB353FE2}" dt="2020-08-24T13:41:35.386" v="342" actId="1035"/>
          <ac:spMkLst>
            <pc:docMk/>
            <pc:sldMk cId="2925395085" sldId="300"/>
            <ac:spMk id="53" creationId="{013F7441-F319-4E92-B9BC-485CC95ABE62}"/>
          </ac:spMkLst>
        </pc:spChg>
        <pc:spChg chg="mod">
          <ac:chgData name="Robert Stewart (WW READINESS)" userId="5e4857c7-3c95-4435-bc45-4a9504427269" providerId="ADAL" clId="{B6447441-A293-43C3-9875-5F51AB353FE2}" dt="2020-08-24T13:41:35.386" v="342" actId="1035"/>
          <ac:spMkLst>
            <pc:docMk/>
            <pc:sldMk cId="2925395085" sldId="300"/>
            <ac:spMk id="55" creationId="{7975503E-7D19-45DA-8636-46D9123A74A1}"/>
          </ac:spMkLst>
        </pc:spChg>
        <pc:spChg chg="mod">
          <ac:chgData name="Robert Stewart (WW READINESS)" userId="5e4857c7-3c95-4435-bc45-4a9504427269" providerId="ADAL" clId="{B6447441-A293-43C3-9875-5F51AB353FE2}" dt="2020-08-24T13:41:35.386" v="342" actId="1035"/>
          <ac:spMkLst>
            <pc:docMk/>
            <pc:sldMk cId="2925395085" sldId="300"/>
            <ac:spMk id="57" creationId="{560CDE64-BC6D-460D-9A2D-734D70050A89}"/>
          </ac:spMkLst>
        </pc:spChg>
        <pc:spChg chg="mod">
          <ac:chgData name="Robert Stewart (WW READINESS)" userId="5e4857c7-3c95-4435-bc45-4a9504427269" providerId="ADAL" clId="{B6447441-A293-43C3-9875-5F51AB353FE2}" dt="2020-08-24T13:41:44.309" v="343" actId="14100"/>
          <ac:spMkLst>
            <pc:docMk/>
            <pc:sldMk cId="2925395085" sldId="300"/>
            <ac:spMk id="58" creationId="{4375CE31-64D8-4B50-8050-487084DA42DA}"/>
          </ac:spMkLst>
        </pc:spChg>
        <pc:spChg chg="add mod">
          <ac:chgData name="Robert Stewart (WW READINESS)" userId="5e4857c7-3c95-4435-bc45-4a9504427269" providerId="ADAL" clId="{B6447441-A293-43C3-9875-5F51AB353FE2}" dt="2020-08-24T13:41:26.552" v="329" actId="571"/>
          <ac:spMkLst>
            <pc:docMk/>
            <pc:sldMk cId="2925395085" sldId="300"/>
            <ac:spMk id="59" creationId="{BB9621B2-072A-4DB8-83D9-724613FD0456}"/>
          </ac:spMkLst>
        </pc:spChg>
        <pc:spChg chg="add mod">
          <ac:chgData name="Robert Stewart (WW READINESS)" userId="5e4857c7-3c95-4435-bc45-4a9504427269" providerId="ADAL" clId="{B6447441-A293-43C3-9875-5F51AB353FE2}" dt="2020-08-24T13:41:26.552" v="329" actId="571"/>
          <ac:spMkLst>
            <pc:docMk/>
            <pc:sldMk cId="2925395085" sldId="300"/>
            <ac:spMk id="62" creationId="{93FC7234-F560-4994-AA1D-12DAA7C814C1}"/>
          </ac:spMkLst>
        </pc:spChg>
        <pc:spChg chg="mod">
          <ac:chgData name="Robert Stewart (WW READINESS)" userId="5e4857c7-3c95-4435-bc45-4a9504427269" providerId="ADAL" clId="{B6447441-A293-43C3-9875-5F51AB353FE2}" dt="2020-08-24T13:41:50.660" v="344" actId="1076"/>
          <ac:spMkLst>
            <pc:docMk/>
            <pc:sldMk cId="2925395085" sldId="300"/>
            <ac:spMk id="63" creationId="{8F1E8D2A-2F4E-4C1A-9D99-7588882FCEF8}"/>
          </ac:spMkLst>
        </pc:spChg>
        <pc:spChg chg="mod">
          <ac:chgData name="Robert Stewart (WW READINESS)" userId="5e4857c7-3c95-4435-bc45-4a9504427269" providerId="ADAL" clId="{B6447441-A293-43C3-9875-5F51AB353FE2}" dt="2020-08-24T13:42:02.761" v="364" actId="1036"/>
          <ac:spMkLst>
            <pc:docMk/>
            <pc:sldMk cId="2925395085" sldId="300"/>
            <ac:spMk id="64" creationId="{68F91B03-A3B1-44A4-BE32-997EC2D3FF42}"/>
          </ac:spMkLst>
        </pc:spChg>
        <pc:spChg chg="add mod">
          <ac:chgData name="Robert Stewart (WW READINESS)" userId="5e4857c7-3c95-4435-bc45-4a9504427269" providerId="ADAL" clId="{B6447441-A293-43C3-9875-5F51AB353FE2}" dt="2020-08-24T13:41:26.552" v="329" actId="571"/>
          <ac:spMkLst>
            <pc:docMk/>
            <pc:sldMk cId="2925395085" sldId="300"/>
            <ac:spMk id="65" creationId="{4DD771AC-87F9-4425-AB63-3F178F026A75}"/>
          </ac:spMkLst>
        </pc:spChg>
        <pc:spChg chg="mod">
          <ac:chgData name="Robert Stewart (WW READINESS)" userId="5e4857c7-3c95-4435-bc45-4a9504427269" providerId="ADAL" clId="{B6447441-A293-43C3-9875-5F51AB353FE2}" dt="2020-08-24T13:42:02.761" v="364" actId="1036"/>
          <ac:spMkLst>
            <pc:docMk/>
            <pc:sldMk cId="2925395085" sldId="300"/>
            <ac:spMk id="66" creationId="{896A6962-045A-4E85-BE26-437D1D580E0A}"/>
          </ac:spMkLst>
        </pc:spChg>
        <pc:spChg chg="add mod">
          <ac:chgData name="Robert Stewart (WW READINESS)" userId="5e4857c7-3c95-4435-bc45-4a9504427269" providerId="ADAL" clId="{B6447441-A293-43C3-9875-5F51AB353FE2}" dt="2020-08-24T13:41:26.552" v="329" actId="571"/>
          <ac:spMkLst>
            <pc:docMk/>
            <pc:sldMk cId="2925395085" sldId="300"/>
            <ac:spMk id="70" creationId="{424D176A-2709-460E-8BD1-EB1878032517}"/>
          </ac:spMkLst>
        </pc:spChg>
        <pc:spChg chg="add mod">
          <ac:chgData name="Robert Stewart (WW READINESS)" userId="5e4857c7-3c95-4435-bc45-4a9504427269" providerId="ADAL" clId="{B6447441-A293-43C3-9875-5F51AB353FE2}" dt="2020-08-24T13:41:26.552" v="329" actId="571"/>
          <ac:spMkLst>
            <pc:docMk/>
            <pc:sldMk cId="2925395085" sldId="300"/>
            <ac:spMk id="71" creationId="{3FF60B50-5748-4C25-B84A-2B7545EAE73A}"/>
          </ac:spMkLst>
        </pc:spChg>
        <pc:spChg chg="add mod">
          <ac:chgData name="Robert Stewart (WW READINESS)" userId="5e4857c7-3c95-4435-bc45-4a9504427269" providerId="ADAL" clId="{B6447441-A293-43C3-9875-5F51AB353FE2}" dt="2020-08-24T13:41:26.552" v="329" actId="571"/>
          <ac:spMkLst>
            <pc:docMk/>
            <pc:sldMk cId="2925395085" sldId="300"/>
            <ac:spMk id="75" creationId="{893006EA-A551-49B4-8425-63229C021643}"/>
          </ac:spMkLst>
        </pc:spChg>
        <pc:spChg chg="add mod">
          <ac:chgData name="Robert Stewart (WW READINESS)" userId="5e4857c7-3c95-4435-bc45-4a9504427269" providerId="ADAL" clId="{B6447441-A293-43C3-9875-5F51AB353FE2}" dt="2020-08-24T13:41:26.552" v="329" actId="571"/>
          <ac:spMkLst>
            <pc:docMk/>
            <pc:sldMk cId="2925395085" sldId="300"/>
            <ac:spMk id="76" creationId="{AD876B95-CD51-4725-A4D8-2F9E739FE8C0}"/>
          </ac:spMkLst>
        </pc:spChg>
        <pc:spChg chg="add mod">
          <ac:chgData name="Robert Stewart (WW READINESS)" userId="5e4857c7-3c95-4435-bc45-4a9504427269" providerId="ADAL" clId="{B6447441-A293-43C3-9875-5F51AB353FE2}" dt="2020-08-24T13:41:26.552" v="329" actId="571"/>
          <ac:spMkLst>
            <pc:docMk/>
            <pc:sldMk cId="2925395085" sldId="300"/>
            <ac:spMk id="78" creationId="{21062410-6941-4A49-B39E-70CB962EEB4A}"/>
          </ac:spMkLst>
        </pc:spChg>
        <pc:spChg chg="add mod">
          <ac:chgData name="Robert Stewart (WW READINESS)" userId="5e4857c7-3c95-4435-bc45-4a9504427269" providerId="ADAL" clId="{B6447441-A293-43C3-9875-5F51AB353FE2}" dt="2020-08-24T13:41:26.552" v="329" actId="571"/>
          <ac:spMkLst>
            <pc:docMk/>
            <pc:sldMk cId="2925395085" sldId="300"/>
            <ac:spMk id="79" creationId="{8048D4BA-B160-4953-B219-16104AC361D3}"/>
          </ac:spMkLst>
        </pc:spChg>
        <pc:spChg chg="add mod">
          <ac:chgData name="Robert Stewart (WW READINESS)" userId="5e4857c7-3c95-4435-bc45-4a9504427269" providerId="ADAL" clId="{B6447441-A293-43C3-9875-5F51AB353FE2}" dt="2020-08-24T13:41:26.552" v="329" actId="571"/>
          <ac:spMkLst>
            <pc:docMk/>
            <pc:sldMk cId="2925395085" sldId="300"/>
            <ac:spMk id="80" creationId="{777CEB41-F9B8-42EC-BDB2-B91184821E1E}"/>
          </ac:spMkLst>
        </pc:spChg>
        <pc:grpChg chg="mod">
          <ac:chgData name="Robert Stewart (WW READINESS)" userId="5e4857c7-3c95-4435-bc45-4a9504427269" providerId="ADAL" clId="{B6447441-A293-43C3-9875-5F51AB353FE2}" dt="2020-08-24T13:41:26.552" v="329" actId="571"/>
          <ac:grpSpMkLst>
            <pc:docMk/>
            <pc:sldMk cId="2925395085" sldId="300"/>
            <ac:grpSpMk id="33" creationId="{6730CDC1-F8DD-47AF-9809-B980CE41AE36}"/>
          </ac:grpSpMkLst>
        </pc:grpChg>
        <pc:grpChg chg="mod">
          <ac:chgData name="Robert Stewart (WW READINESS)" userId="5e4857c7-3c95-4435-bc45-4a9504427269" providerId="ADAL" clId="{B6447441-A293-43C3-9875-5F51AB353FE2}" dt="2020-08-24T13:41:26.552" v="329" actId="571"/>
          <ac:grpSpMkLst>
            <pc:docMk/>
            <pc:sldMk cId="2925395085" sldId="300"/>
            <ac:grpSpMk id="35" creationId="{A18D80B7-41DA-4FC3-86DE-684CB54AF0FF}"/>
          </ac:grpSpMkLst>
        </pc:grpChg>
        <pc:grpChg chg="mod">
          <ac:chgData name="Robert Stewart (WW READINESS)" userId="5e4857c7-3c95-4435-bc45-4a9504427269" providerId="ADAL" clId="{B6447441-A293-43C3-9875-5F51AB353FE2}" dt="2020-08-24T13:41:26.552" v="329" actId="571"/>
          <ac:grpSpMkLst>
            <pc:docMk/>
            <pc:sldMk cId="2925395085" sldId="300"/>
            <ac:grpSpMk id="39" creationId="{A857370F-0707-4B93-A0BC-6D7DCF7525D3}"/>
          </ac:grpSpMkLst>
        </pc:grpChg>
        <pc:grpChg chg="mod">
          <ac:chgData name="Robert Stewart (WW READINESS)" userId="5e4857c7-3c95-4435-bc45-4a9504427269" providerId="ADAL" clId="{B6447441-A293-43C3-9875-5F51AB353FE2}" dt="2020-08-24T13:41:26.552" v="329" actId="571"/>
          <ac:grpSpMkLst>
            <pc:docMk/>
            <pc:sldMk cId="2925395085" sldId="300"/>
            <ac:grpSpMk id="44" creationId="{88B05BAD-A613-4F10-A713-184BFD26A54C}"/>
          </ac:grpSpMkLst>
        </pc:grpChg>
        <pc:grpChg chg="mod">
          <ac:chgData name="Robert Stewart (WW READINESS)" userId="5e4857c7-3c95-4435-bc45-4a9504427269" providerId="ADAL" clId="{B6447441-A293-43C3-9875-5F51AB353FE2}" dt="2020-08-24T13:41:26.552" v="329" actId="571"/>
          <ac:grpSpMkLst>
            <pc:docMk/>
            <pc:sldMk cId="2925395085" sldId="300"/>
            <ac:grpSpMk id="45" creationId="{F27606A3-2E17-4A4A-A99E-632AD85A7E7A}"/>
          </ac:grpSpMkLst>
        </pc:grpChg>
        <pc:grpChg chg="mod">
          <ac:chgData name="Robert Stewart (WW READINESS)" userId="5e4857c7-3c95-4435-bc45-4a9504427269" providerId="ADAL" clId="{B6447441-A293-43C3-9875-5F51AB353FE2}" dt="2020-08-24T13:41:26.552" v="329" actId="571"/>
          <ac:grpSpMkLst>
            <pc:docMk/>
            <pc:sldMk cId="2925395085" sldId="300"/>
            <ac:grpSpMk id="50" creationId="{D0827787-DF8F-44EB-9833-993452FF1CAB}"/>
          </ac:grpSpMkLst>
        </pc:grpChg>
        <pc:grpChg chg="mod">
          <ac:chgData name="Robert Stewart (WW READINESS)" userId="5e4857c7-3c95-4435-bc45-4a9504427269" providerId="ADAL" clId="{B6447441-A293-43C3-9875-5F51AB353FE2}" dt="2020-08-24T13:41:26.552" v="329" actId="571"/>
          <ac:grpSpMkLst>
            <pc:docMk/>
            <pc:sldMk cId="2925395085" sldId="300"/>
            <ac:grpSpMk id="54" creationId="{75D837DB-F902-4558-A799-2578938F3803}"/>
          </ac:grpSpMkLst>
        </pc:grpChg>
        <pc:grpChg chg="mod">
          <ac:chgData name="Robert Stewart (WW READINESS)" userId="5e4857c7-3c95-4435-bc45-4a9504427269" providerId="ADAL" clId="{B6447441-A293-43C3-9875-5F51AB353FE2}" dt="2020-08-24T13:41:26.552" v="329" actId="571"/>
          <ac:grpSpMkLst>
            <pc:docMk/>
            <pc:sldMk cId="2925395085" sldId="300"/>
            <ac:grpSpMk id="60" creationId="{DAD365CD-FCE8-4DBC-B51F-A8E0F6BCAADB}"/>
          </ac:grpSpMkLst>
        </pc:grpChg>
        <pc:grpChg chg="mod">
          <ac:chgData name="Robert Stewart (WW READINESS)" userId="5e4857c7-3c95-4435-bc45-4a9504427269" providerId="ADAL" clId="{B6447441-A293-43C3-9875-5F51AB353FE2}" dt="2020-08-24T13:41:26.552" v="329" actId="571"/>
          <ac:grpSpMkLst>
            <pc:docMk/>
            <pc:sldMk cId="2925395085" sldId="300"/>
            <ac:grpSpMk id="69" creationId="{54FE7E7E-A594-404A-A35C-5229C8516F26}"/>
          </ac:grpSpMkLst>
        </pc:grpChg>
        <pc:grpChg chg="mod">
          <ac:chgData name="Robert Stewart (WW READINESS)" userId="5e4857c7-3c95-4435-bc45-4a9504427269" providerId="ADAL" clId="{B6447441-A293-43C3-9875-5F51AB353FE2}" dt="2020-08-24T13:41:26.552" v="329" actId="571"/>
          <ac:grpSpMkLst>
            <pc:docMk/>
            <pc:sldMk cId="2925395085" sldId="300"/>
            <ac:grpSpMk id="73" creationId="{BE46648E-5D88-4307-8F3C-20936004759D}"/>
          </ac:grpSpMkLst>
        </pc:grpChg>
        <pc:grpChg chg="mod">
          <ac:chgData name="Robert Stewart (WW READINESS)" userId="5e4857c7-3c95-4435-bc45-4a9504427269" providerId="ADAL" clId="{B6447441-A293-43C3-9875-5F51AB353FE2}" dt="2020-08-24T13:42:12.445" v="369" actId="1036"/>
          <ac:grpSpMkLst>
            <pc:docMk/>
            <pc:sldMk cId="2925395085" sldId="300"/>
            <ac:grpSpMk id="74" creationId="{324471E5-3E8A-4B46-8F20-DFFB661DDDCD}"/>
          </ac:grpSpMkLst>
        </pc:grpChg>
        <pc:picChg chg="mod">
          <ac:chgData name="Robert Stewart (WW READINESS)" userId="5e4857c7-3c95-4435-bc45-4a9504427269" providerId="ADAL" clId="{B6447441-A293-43C3-9875-5F51AB353FE2}" dt="2020-08-24T13:41:35.386" v="342" actId="1035"/>
          <ac:picMkLst>
            <pc:docMk/>
            <pc:sldMk cId="2925395085" sldId="300"/>
            <ac:picMk id="18" creationId="{A8DC1268-EB17-4E65-BDA6-F12DA9E80A80}"/>
          </ac:picMkLst>
        </pc:picChg>
        <pc:picChg chg="mod">
          <ac:chgData name="Robert Stewart (WW READINESS)" userId="5e4857c7-3c95-4435-bc45-4a9504427269" providerId="ADAL" clId="{B6447441-A293-43C3-9875-5F51AB353FE2}" dt="2020-08-24T13:41:35.386" v="342" actId="1035"/>
          <ac:picMkLst>
            <pc:docMk/>
            <pc:sldMk cId="2925395085" sldId="300"/>
            <ac:picMk id="37" creationId="{698A36FD-A495-4345-AB6E-8A203D2A94A7}"/>
          </ac:picMkLst>
        </pc:picChg>
        <pc:picChg chg="mod">
          <ac:chgData name="Robert Stewart (WW READINESS)" userId="5e4857c7-3c95-4435-bc45-4a9504427269" providerId="ADAL" clId="{B6447441-A293-43C3-9875-5F51AB353FE2}" dt="2020-08-24T13:41:35.386" v="342" actId="1035"/>
          <ac:picMkLst>
            <pc:docMk/>
            <pc:sldMk cId="2925395085" sldId="300"/>
            <ac:picMk id="41" creationId="{2EA3B29A-C381-4F12-8FBA-8DD901BA4961}"/>
          </ac:picMkLst>
        </pc:picChg>
        <pc:picChg chg="mod">
          <ac:chgData name="Robert Stewart (WW READINESS)" userId="5e4857c7-3c95-4435-bc45-4a9504427269" providerId="ADAL" clId="{B6447441-A293-43C3-9875-5F51AB353FE2}" dt="2020-08-24T13:41:35.386" v="342" actId="1035"/>
          <ac:picMkLst>
            <pc:docMk/>
            <pc:sldMk cId="2925395085" sldId="300"/>
            <ac:picMk id="47" creationId="{9F9F060C-F59F-469D-876D-65E060D54127}"/>
          </ac:picMkLst>
        </pc:picChg>
        <pc:picChg chg="add mod">
          <ac:chgData name="Robert Stewart (WW READINESS)" userId="5e4857c7-3c95-4435-bc45-4a9504427269" providerId="ADAL" clId="{B6447441-A293-43C3-9875-5F51AB353FE2}" dt="2020-08-24T13:41:26.552" v="329" actId="571"/>
          <ac:picMkLst>
            <pc:docMk/>
            <pc:sldMk cId="2925395085" sldId="300"/>
            <ac:picMk id="49" creationId="{51678ACA-01B3-49FD-A3B1-C92968A3ED91}"/>
          </ac:picMkLst>
        </pc:picChg>
        <pc:picChg chg="mod">
          <ac:chgData name="Robert Stewart (WW READINESS)" userId="5e4857c7-3c95-4435-bc45-4a9504427269" providerId="ADAL" clId="{B6447441-A293-43C3-9875-5F51AB353FE2}" dt="2020-08-24T13:41:35.386" v="342" actId="1035"/>
          <ac:picMkLst>
            <pc:docMk/>
            <pc:sldMk cId="2925395085" sldId="300"/>
            <ac:picMk id="52" creationId="{320841DF-4877-410C-852E-379E21E7AA11}"/>
          </ac:picMkLst>
        </pc:picChg>
        <pc:picChg chg="mod">
          <ac:chgData name="Robert Stewart (WW READINESS)" userId="5e4857c7-3c95-4435-bc45-4a9504427269" providerId="ADAL" clId="{B6447441-A293-43C3-9875-5F51AB353FE2}" dt="2020-08-24T13:41:35.386" v="342" actId="1035"/>
          <ac:picMkLst>
            <pc:docMk/>
            <pc:sldMk cId="2925395085" sldId="300"/>
            <ac:picMk id="56" creationId="{D731D8F5-AEBF-4D00-82FB-6C4186E460E7}"/>
          </ac:picMkLst>
        </pc:picChg>
        <pc:picChg chg="add mod">
          <ac:chgData name="Robert Stewart (WW READINESS)" userId="5e4857c7-3c95-4435-bc45-4a9504427269" providerId="ADAL" clId="{B6447441-A293-43C3-9875-5F51AB353FE2}" dt="2020-08-24T13:41:26.552" v="329" actId="571"/>
          <ac:picMkLst>
            <pc:docMk/>
            <pc:sldMk cId="2925395085" sldId="300"/>
            <ac:picMk id="61" creationId="{52257437-7F52-45AC-A161-08E0B3AB0532}"/>
          </ac:picMkLst>
        </pc:picChg>
        <pc:picChg chg="add mod">
          <ac:chgData name="Robert Stewart (WW READINESS)" userId="5e4857c7-3c95-4435-bc45-4a9504427269" providerId="ADAL" clId="{B6447441-A293-43C3-9875-5F51AB353FE2}" dt="2020-08-24T13:41:26.552" v="329" actId="571"/>
          <ac:picMkLst>
            <pc:docMk/>
            <pc:sldMk cId="2925395085" sldId="300"/>
            <ac:picMk id="67" creationId="{BAB86CF9-8CE9-4519-87A1-B25B14921D99}"/>
          </ac:picMkLst>
        </pc:picChg>
        <pc:picChg chg="mod">
          <ac:chgData name="Robert Stewart (WW READINESS)" userId="5e4857c7-3c95-4435-bc45-4a9504427269" providerId="ADAL" clId="{B6447441-A293-43C3-9875-5F51AB353FE2}" dt="2020-08-24T13:42:02.761" v="364" actId="1036"/>
          <ac:picMkLst>
            <pc:docMk/>
            <pc:sldMk cId="2925395085" sldId="300"/>
            <ac:picMk id="68" creationId="{01AC7F80-C584-44A1-B063-0BBA6FC9CED7}"/>
          </ac:picMkLst>
        </pc:picChg>
        <pc:picChg chg="add mod">
          <ac:chgData name="Robert Stewart (WW READINESS)" userId="5e4857c7-3c95-4435-bc45-4a9504427269" providerId="ADAL" clId="{B6447441-A293-43C3-9875-5F51AB353FE2}" dt="2020-08-24T13:41:26.552" v="329" actId="571"/>
          <ac:picMkLst>
            <pc:docMk/>
            <pc:sldMk cId="2925395085" sldId="300"/>
            <ac:picMk id="72" creationId="{CD22F649-1568-45EF-9AE6-77D3896E3881}"/>
          </ac:picMkLst>
        </pc:picChg>
        <pc:picChg chg="add mod">
          <ac:chgData name="Robert Stewart (WW READINESS)" userId="5e4857c7-3c95-4435-bc45-4a9504427269" providerId="ADAL" clId="{B6447441-A293-43C3-9875-5F51AB353FE2}" dt="2020-08-24T13:41:26.552" v="329" actId="571"/>
          <ac:picMkLst>
            <pc:docMk/>
            <pc:sldMk cId="2925395085" sldId="300"/>
            <ac:picMk id="77" creationId="{9FD158D2-970A-4556-8E63-953962210786}"/>
          </ac:picMkLst>
        </pc:picChg>
      </pc:sldChg>
      <pc:sldChg chg="modSp mod modCm">
        <pc:chgData name="Robert Stewart (WW READINESS)" userId="5e4857c7-3c95-4435-bc45-4a9504427269" providerId="ADAL" clId="{B6447441-A293-43C3-9875-5F51AB353FE2}" dt="2020-08-24T14:10:24.475" v="471"/>
        <pc:sldMkLst>
          <pc:docMk/>
          <pc:sldMk cId="3044634792" sldId="302"/>
        </pc:sldMkLst>
        <pc:spChg chg="mod">
          <ac:chgData name="Robert Stewart (WW READINESS)" userId="5e4857c7-3c95-4435-bc45-4a9504427269" providerId="ADAL" clId="{B6447441-A293-43C3-9875-5F51AB353FE2}" dt="2020-08-24T14:09:51.556" v="468" actId="1076"/>
          <ac:spMkLst>
            <pc:docMk/>
            <pc:sldMk cId="3044634792" sldId="302"/>
            <ac:spMk id="9" creationId="{889B922C-71E2-4868-B986-02EC5DF08368}"/>
          </ac:spMkLst>
        </pc:spChg>
        <pc:grpChg chg="mod">
          <ac:chgData name="Robert Stewart (WW READINESS)" userId="5e4857c7-3c95-4435-bc45-4a9504427269" providerId="ADAL" clId="{B6447441-A293-43C3-9875-5F51AB353FE2}" dt="2020-08-24T14:09:54.116" v="469" actId="1076"/>
          <ac:grpSpMkLst>
            <pc:docMk/>
            <pc:sldMk cId="3044634792" sldId="302"/>
            <ac:grpSpMk id="10" creationId="{08BF4695-1CC0-4FF0-9CA3-1D20C5EEE338}"/>
          </ac:grpSpMkLst>
        </pc:grpChg>
      </pc:sldChg>
      <pc:sldChg chg="modSp mod">
        <pc:chgData name="Robert Stewart (WW READINESS)" userId="5e4857c7-3c95-4435-bc45-4a9504427269" providerId="ADAL" clId="{B6447441-A293-43C3-9875-5F51AB353FE2}" dt="2020-08-24T13:44:01.227" v="391" actId="1035"/>
        <pc:sldMkLst>
          <pc:docMk/>
          <pc:sldMk cId="2214547493" sldId="303"/>
        </pc:sldMkLst>
        <pc:spChg chg="mod">
          <ac:chgData name="Robert Stewart (WW READINESS)" userId="5e4857c7-3c95-4435-bc45-4a9504427269" providerId="ADAL" clId="{B6447441-A293-43C3-9875-5F51AB353FE2}" dt="2020-08-24T13:44:01.227" v="391" actId="1035"/>
          <ac:spMkLst>
            <pc:docMk/>
            <pc:sldMk cId="2214547493" sldId="303"/>
            <ac:spMk id="3" creationId="{D9B7E699-8A7B-44B9-87EE-C5ED24A8C217}"/>
          </ac:spMkLst>
        </pc:spChg>
      </pc:sldChg>
      <pc:sldChg chg="modSp mod delCm">
        <pc:chgData name="Robert Stewart (WW READINESS)" userId="5e4857c7-3c95-4435-bc45-4a9504427269" providerId="ADAL" clId="{B6447441-A293-43C3-9875-5F51AB353FE2}" dt="2020-08-24T14:08:17.603" v="463" actId="6549"/>
        <pc:sldMkLst>
          <pc:docMk/>
          <pc:sldMk cId="3349479329" sldId="304"/>
        </pc:sldMkLst>
        <pc:spChg chg="mod">
          <ac:chgData name="Robert Stewart (WW READINESS)" userId="5e4857c7-3c95-4435-bc45-4a9504427269" providerId="ADAL" clId="{B6447441-A293-43C3-9875-5F51AB353FE2}" dt="2020-08-24T14:08:17.603" v="463" actId="6549"/>
          <ac:spMkLst>
            <pc:docMk/>
            <pc:sldMk cId="3349479329" sldId="304"/>
            <ac:spMk id="3" creationId="{326ABB9F-383D-40D6-A0F9-F2642D189D31}"/>
          </ac:spMkLst>
        </pc:spChg>
        <pc:picChg chg="mod">
          <ac:chgData name="Robert Stewart (WW READINESS)" userId="5e4857c7-3c95-4435-bc45-4a9504427269" providerId="ADAL" clId="{B6447441-A293-43C3-9875-5F51AB353FE2}" dt="2020-08-24T14:07:53.727" v="462" actId="1036"/>
          <ac:picMkLst>
            <pc:docMk/>
            <pc:sldMk cId="3349479329" sldId="304"/>
            <ac:picMk id="1026" creationId="{68AAA998-FDAD-4A33-B25E-1F1E1901564B}"/>
          </ac:picMkLst>
        </pc:picChg>
      </pc:sldChg>
      <pc:sldChg chg="addSp modSp mod">
        <pc:chgData name="Robert Stewart (WW READINESS)" userId="5e4857c7-3c95-4435-bc45-4a9504427269" providerId="ADAL" clId="{B6447441-A293-43C3-9875-5F51AB353FE2}" dt="2020-08-24T13:48:49.890" v="407" actId="14100"/>
        <pc:sldMkLst>
          <pc:docMk/>
          <pc:sldMk cId="2968619087" sldId="305"/>
        </pc:sldMkLst>
        <pc:picChg chg="add mod">
          <ac:chgData name="Robert Stewart (WW READINESS)" userId="5e4857c7-3c95-4435-bc45-4a9504427269" providerId="ADAL" clId="{B6447441-A293-43C3-9875-5F51AB353FE2}" dt="2020-08-24T13:48:49.890" v="407" actId="14100"/>
          <ac:picMkLst>
            <pc:docMk/>
            <pc:sldMk cId="2968619087" sldId="305"/>
            <ac:picMk id="2" creationId="{2B61D957-575A-4E4F-8880-22CAF6BD8342}"/>
          </ac:picMkLst>
        </pc:picChg>
      </pc:sldChg>
      <pc:sldChg chg="modSp mod">
        <pc:chgData name="Robert Stewart (WW READINESS)" userId="5e4857c7-3c95-4435-bc45-4a9504427269" providerId="ADAL" clId="{B6447441-A293-43C3-9875-5F51AB353FE2}" dt="2020-08-24T13:58:45.476" v="432" actId="1076"/>
        <pc:sldMkLst>
          <pc:docMk/>
          <pc:sldMk cId="3627317258" sldId="307"/>
        </pc:sldMkLst>
        <pc:picChg chg="mod">
          <ac:chgData name="Robert Stewart (WW READINESS)" userId="5e4857c7-3c95-4435-bc45-4a9504427269" providerId="ADAL" clId="{B6447441-A293-43C3-9875-5F51AB353FE2}" dt="2020-08-24T13:58:45.476" v="432" actId="1076"/>
          <ac:picMkLst>
            <pc:docMk/>
            <pc:sldMk cId="3627317258" sldId="307"/>
            <ac:picMk id="15" creationId="{7ADEE659-983F-482C-A86F-47D5B658221B}"/>
          </ac:picMkLst>
        </pc:picChg>
      </pc:sldChg>
      <pc:sldChg chg="del">
        <pc:chgData name="Robert Stewart (WW READINESS)" userId="5e4857c7-3c95-4435-bc45-4a9504427269" providerId="ADAL" clId="{B6447441-A293-43C3-9875-5F51AB353FE2}" dt="2020-08-24T14:10:03.006" v="470" actId="47"/>
        <pc:sldMkLst>
          <pc:docMk/>
          <pc:sldMk cId="2774608107" sldId="308"/>
        </pc:sldMkLst>
      </pc:sldChg>
      <pc:sldChg chg="delSp modSp add mod modNotesTx">
        <pc:chgData name="Robert Stewart (WW READINESS)" userId="5e4857c7-3c95-4435-bc45-4a9504427269" providerId="ADAL" clId="{B6447441-A293-43C3-9875-5F51AB353FE2}" dt="2020-08-24T13:57:07.790" v="427" actId="6549"/>
        <pc:sldMkLst>
          <pc:docMk/>
          <pc:sldMk cId="522340289" sldId="309"/>
        </pc:sldMkLst>
        <pc:spChg chg="mod">
          <ac:chgData name="Robert Stewart (WW READINESS)" userId="5e4857c7-3c95-4435-bc45-4a9504427269" providerId="ADAL" clId="{B6447441-A293-43C3-9875-5F51AB353FE2}" dt="2020-08-24T13:56:12.556" v="422" actId="1076"/>
          <ac:spMkLst>
            <pc:docMk/>
            <pc:sldMk cId="522340289" sldId="309"/>
            <ac:spMk id="6" creationId="{00000000-0000-0000-0000-000000000000}"/>
          </ac:spMkLst>
        </pc:spChg>
        <pc:picChg chg="mod">
          <ac:chgData name="Robert Stewart (WW READINESS)" userId="5e4857c7-3c95-4435-bc45-4a9504427269" providerId="ADAL" clId="{B6447441-A293-43C3-9875-5F51AB353FE2}" dt="2020-08-24T13:56:14.868" v="423" actId="1076"/>
          <ac:picMkLst>
            <pc:docMk/>
            <pc:sldMk cId="522340289" sldId="309"/>
            <ac:picMk id="4" creationId="{548EF610-4EC2-460A-85DE-77190BE1F209}"/>
          </ac:picMkLst>
        </pc:picChg>
        <pc:picChg chg="del">
          <ac:chgData name="Robert Stewart (WW READINESS)" userId="5e4857c7-3c95-4435-bc45-4a9504427269" providerId="ADAL" clId="{B6447441-A293-43C3-9875-5F51AB353FE2}" dt="2020-08-24T13:55:34.275" v="417" actId="478"/>
          <ac:picMkLst>
            <pc:docMk/>
            <pc:sldMk cId="522340289" sldId="309"/>
            <ac:picMk id="7" creationId="{A30B7F44-B693-4F14-A5E3-2E15B402A0BB}"/>
          </ac:picMkLst>
        </pc:picChg>
        <pc:picChg chg="mod">
          <ac:chgData name="Robert Stewart (WW READINESS)" userId="5e4857c7-3c95-4435-bc45-4a9504427269" providerId="ADAL" clId="{B6447441-A293-43C3-9875-5F51AB353FE2}" dt="2020-08-24T13:55:42.522" v="418" actId="1076"/>
          <ac:picMkLst>
            <pc:docMk/>
            <pc:sldMk cId="522340289" sldId="309"/>
            <ac:picMk id="1026" creationId="{C1FD750E-1B8D-4AA2-B122-AD194BB38242}"/>
          </ac:picMkLst>
        </pc:picChg>
      </pc:sldChg>
      <pc:sldMasterChg chg="delSldLayout">
        <pc:chgData name="Robert Stewart (WW READINESS)" userId="5e4857c7-3c95-4435-bc45-4a9504427269" providerId="ADAL" clId="{B6447441-A293-43C3-9875-5F51AB353FE2}" dt="2020-08-24T14:08:33.898" v="465" actId="47"/>
        <pc:sldMasterMkLst>
          <pc:docMk/>
          <pc:sldMasterMk cId="1333498174" sldId="2147484745"/>
        </pc:sldMasterMkLst>
        <pc:sldLayoutChg chg="del">
          <pc:chgData name="Robert Stewart (WW READINESS)" userId="5e4857c7-3c95-4435-bc45-4a9504427269" providerId="ADAL" clId="{B6447441-A293-43C3-9875-5F51AB353FE2}" dt="2020-08-24T14:08:33.898" v="465" actId="47"/>
          <pc:sldLayoutMkLst>
            <pc:docMk/>
            <pc:sldMasterMk cId="1333498174" sldId="2147484745"/>
            <pc:sldLayoutMk cId="67640028" sldId="2147484794"/>
          </pc:sldLayoutMkLst>
        </pc:sldLayoutChg>
        <pc:sldLayoutChg chg="del">
          <pc:chgData name="Robert Stewart (WW READINESS)" userId="5e4857c7-3c95-4435-bc45-4a9504427269" providerId="ADAL" clId="{B6447441-A293-43C3-9875-5F51AB353FE2}" dt="2020-08-24T13:39:13.183" v="242" actId="47"/>
          <pc:sldLayoutMkLst>
            <pc:docMk/>
            <pc:sldMasterMk cId="1333498174" sldId="2147484745"/>
            <pc:sldLayoutMk cId="1907146088" sldId="2147484795"/>
          </pc:sldLayoutMkLst>
        </pc:sldLayoutChg>
      </pc:sldMasterChg>
    </pc:docChg>
  </pc:docChgLst>
  <pc:docChgLst>
    <pc:chgData name="Loraine Lawrence" userId="S::lola@microsoft.com::c109b8d4-b149-45d2-a7f3-2c9c01468533" providerId="AD" clId="Web-{1501C86A-B151-E44F-738D-83B47CAEDF7E}"/>
    <pc:docChg chg="modSld">
      <pc:chgData name="Loraine Lawrence" userId="S::lola@microsoft.com::c109b8d4-b149-45d2-a7f3-2c9c01468533" providerId="AD" clId="Web-{1501C86A-B151-E44F-738D-83B47CAEDF7E}" dt="2020-08-20T22:56:56.450" v="1"/>
      <pc:docMkLst>
        <pc:docMk/>
      </pc:docMkLst>
      <pc:sldChg chg="modSp">
        <pc:chgData name="Loraine Lawrence" userId="S::lola@microsoft.com::c109b8d4-b149-45d2-a7f3-2c9c01468533" providerId="AD" clId="Web-{1501C86A-B151-E44F-738D-83B47CAEDF7E}" dt="2020-08-20T22:56:56.450" v="1"/>
        <pc:sldMkLst>
          <pc:docMk/>
          <pc:sldMk cId="2093708537" sldId="264"/>
        </pc:sldMkLst>
        <pc:graphicFrameChg chg="mod modGraphic">
          <ac:chgData name="Loraine Lawrence" userId="S::lola@microsoft.com::c109b8d4-b149-45d2-a7f3-2c9c01468533" providerId="AD" clId="Web-{1501C86A-B151-E44F-738D-83B47CAEDF7E}" dt="2020-08-20T22:56:56.450" v="1"/>
          <ac:graphicFrameMkLst>
            <pc:docMk/>
            <pc:sldMk cId="2093708537" sldId="264"/>
            <ac:graphicFrameMk id="2" creationId="{BEB13C7D-A136-4F55-99C6-7B717D5CFAA3}"/>
          </ac:graphicFrameMkLst>
        </pc:graphicFrameChg>
      </pc:sldChg>
    </pc:docChg>
  </pc:docChgLst>
  <pc:docChgLst>
    <pc:chgData name="Chelsea Lee" userId="S::chellee@microsoft.com::46fc34eb-22bd-40a0-b470-e1f05eedf781" providerId="AD" clId="Web-{DE00A1EA-AB60-A928-12DA-0B69D073DFCB}"/>
    <pc:docChg chg="mod">
      <pc:chgData name="Chelsea Lee" userId="S::chellee@microsoft.com::46fc34eb-22bd-40a0-b470-e1f05eedf781" providerId="AD" clId="Web-{DE00A1EA-AB60-A928-12DA-0B69D073DFCB}" dt="2020-08-20T19:07:44.467" v="11"/>
      <pc:docMkLst>
        <pc:docMk/>
      </pc:docMkLst>
      <pc:sldChg chg="addCm">
        <pc:chgData name="Chelsea Lee" userId="S::chellee@microsoft.com::46fc34eb-22bd-40a0-b470-e1f05eedf781" providerId="AD" clId="Web-{DE00A1EA-AB60-A928-12DA-0B69D073DFCB}" dt="2020-08-20T19:03:47.289" v="3"/>
        <pc:sldMkLst>
          <pc:docMk/>
          <pc:sldMk cId="1012441991" sldId="258"/>
        </pc:sldMkLst>
      </pc:sldChg>
      <pc:sldChg chg="addCm">
        <pc:chgData name="Chelsea Lee" userId="S::chellee@microsoft.com::46fc34eb-22bd-40a0-b470-e1f05eedf781" providerId="AD" clId="Web-{DE00A1EA-AB60-A928-12DA-0B69D073DFCB}" dt="2020-08-20T19:04:09.852" v="4"/>
        <pc:sldMkLst>
          <pc:docMk/>
          <pc:sldMk cId="1701787216" sldId="260"/>
        </pc:sldMkLst>
      </pc:sldChg>
      <pc:sldChg chg="addCm">
        <pc:chgData name="Chelsea Lee" userId="S::chellee@microsoft.com::46fc34eb-22bd-40a0-b470-e1f05eedf781" providerId="AD" clId="Web-{DE00A1EA-AB60-A928-12DA-0B69D073DFCB}" dt="2020-08-20T19:04:27.009" v="5"/>
        <pc:sldMkLst>
          <pc:docMk/>
          <pc:sldMk cId="101971310" sldId="261"/>
        </pc:sldMkLst>
      </pc:sldChg>
      <pc:sldChg chg="addCm">
        <pc:chgData name="Chelsea Lee" userId="S::chellee@microsoft.com::46fc34eb-22bd-40a0-b470-e1f05eedf781" providerId="AD" clId="Web-{DE00A1EA-AB60-A928-12DA-0B69D073DFCB}" dt="2020-08-20T19:05:34.885" v="6"/>
        <pc:sldMkLst>
          <pc:docMk/>
          <pc:sldMk cId="758652105" sldId="262"/>
        </pc:sldMkLst>
      </pc:sldChg>
      <pc:sldChg chg="addCm">
        <pc:chgData name="Chelsea Lee" userId="S::chellee@microsoft.com::46fc34eb-22bd-40a0-b470-e1f05eedf781" providerId="AD" clId="Web-{DE00A1EA-AB60-A928-12DA-0B69D073DFCB}" dt="2020-08-20T19:06:13.183" v="7"/>
        <pc:sldMkLst>
          <pc:docMk/>
          <pc:sldMk cId="2093708537" sldId="264"/>
        </pc:sldMkLst>
      </pc:sldChg>
      <pc:sldChg chg="addCm">
        <pc:chgData name="Chelsea Lee" userId="S::chellee@microsoft.com::46fc34eb-22bd-40a0-b470-e1f05eedf781" providerId="AD" clId="Web-{DE00A1EA-AB60-A928-12DA-0B69D073DFCB}" dt="2020-08-20T19:07:08.981" v="9"/>
        <pc:sldMkLst>
          <pc:docMk/>
          <pc:sldMk cId="901478808" sldId="268"/>
        </pc:sldMkLst>
      </pc:sldChg>
      <pc:sldChg chg="addCm">
        <pc:chgData name="Chelsea Lee" userId="S::chellee@microsoft.com::46fc34eb-22bd-40a0-b470-e1f05eedf781" providerId="AD" clId="Web-{DE00A1EA-AB60-A928-12DA-0B69D073DFCB}" dt="2020-08-20T19:07:22.482" v="10"/>
        <pc:sldMkLst>
          <pc:docMk/>
          <pc:sldMk cId="652313271" sldId="272"/>
        </pc:sldMkLst>
      </pc:sldChg>
      <pc:sldChg chg="addCm">
        <pc:chgData name="Chelsea Lee" userId="S::chellee@microsoft.com::46fc34eb-22bd-40a0-b470-e1f05eedf781" providerId="AD" clId="Web-{DE00A1EA-AB60-A928-12DA-0B69D073DFCB}" dt="2020-08-20T19:02:53.444" v="1"/>
        <pc:sldMkLst>
          <pc:docMk/>
          <pc:sldMk cId="3635852913" sldId="274"/>
        </pc:sldMkLst>
      </pc:sldChg>
      <pc:sldChg chg="addCm">
        <pc:chgData name="Chelsea Lee" userId="S::chellee@microsoft.com::46fc34eb-22bd-40a0-b470-e1f05eedf781" providerId="AD" clId="Web-{DE00A1EA-AB60-A928-12DA-0B69D073DFCB}" dt="2020-08-20T19:07:44.467" v="11"/>
        <pc:sldMkLst>
          <pc:docMk/>
          <pc:sldMk cId="4246215234" sldId="280"/>
        </pc:sldMkLst>
      </pc:sldChg>
      <pc:sldChg chg="addCm">
        <pc:chgData name="Chelsea Lee" userId="S::chellee@microsoft.com::46fc34eb-22bd-40a0-b470-e1f05eedf781" providerId="AD" clId="Web-{DE00A1EA-AB60-A928-12DA-0B69D073DFCB}" dt="2020-08-20T19:03:14.429" v="2"/>
        <pc:sldMkLst>
          <pc:docMk/>
          <pc:sldMk cId="1208736395" sldId="283"/>
        </pc:sldMkLst>
      </pc:sldChg>
      <pc:sldChg chg="addCm">
        <pc:chgData name="Chelsea Lee" userId="S::chellee@microsoft.com::46fc34eb-22bd-40a0-b470-e1f05eedf781" providerId="AD" clId="Web-{DE00A1EA-AB60-A928-12DA-0B69D073DFCB}" dt="2020-08-20T19:06:30.090" v="8"/>
        <pc:sldMkLst>
          <pc:docMk/>
          <pc:sldMk cId="474028571" sldId="284"/>
        </pc:sldMkLst>
      </pc:sldChg>
    </pc:docChg>
  </pc:docChgLst>
  <pc:docChgLst>
    <pc:chgData name="Chelsea Lee" userId="S::chellee@microsoft.com::46fc34eb-22bd-40a0-b470-e1f05eedf781" providerId="AD" clId="Web-{E48A4149-56E9-709A-EECF-8A3310DCB80C}"/>
    <pc:docChg chg="modSld">
      <pc:chgData name="Chelsea Lee" userId="S::chellee@microsoft.com::46fc34eb-22bd-40a0-b470-e1f05eedf781" providerId="AD" clId="Web-{E48A4149-56E9-709A-EECF-8A3310DCB80C}" dt="2020-08-23T19:47:10.757" v="0"/>
      <pc:docMkLst>
        <pc:docMk/>
      </pc:docMkLst>
      <pc:sldChg chg="modSp">
        <pc:chgData name="Chelsea Lee" userId="S::chellee@microsoft.com::46fc34eb-22bd-40a0-b470-e1f05eedf781" providerId="AD" clId="Web-{E48A4149-56E9-709A-EECF-8A3310DCB80C}" dt="2020-08-23T19:47:10.757" v="0"/>
        <pc:sldMkLst>
          <pc:docMk/>
          <pc:sldMk cId="3627317258" sldId="307"/>
        </pc:sldMkLst>
        <pc:picChg chg="mod">
          <ac:chgData name="Chelsea Lee" userId="S::chellee@microsoft.com::46fc34eb-22bd-40a0-b470-e1f05eedf781" providerId="AD" clId="Web-{E48A4149-56E9-709A-EECF-8A3310DCB80C}" dt="2020-08-23T19:47:10.757" v="0"/>
          <ac:picMkLst>
            <pc:docMk/>
            <pc:sldMk cId="3627317258" sldId="307"/>
            <ac:picMk id="15" creationId="{7ADEE659-983F-482C-A86F-47D5B658221B}"/>
          </ac:picMkLst>
        </pc:picChg>
      </pc:sldChg>
    </pc:docChg>
  </pc:docChgLst>
  <pc:docChgLst>
    <pc:chgData name="Loraine Lawrence" userId="S::lola@microsoft.com::c109b8d4-b149-45d2-a7f3-2c9c01468533" providerId="AD" clId="Web-{B5E8D852-F2C9-D10B-BCFA-2A78BAF68910}"/>
    <pc:docChg chg="modSld">
      <pc:chgData name="Loraine Lawrence" userId="S::lola@microsoft.com::c109b8d4-b149-45d2-a7f3-2c9c01468533" providerId="AD" clId="Web-{B5E8D852-F2C9-D10B-BCFA-2A78BAF68910}" dt="2020-11-06T15:13:55.612" v="1" actId="1076"/>
      <pc:docMkLst>
        <pc:docMk/>
      </pc:docMkLst>
      <pc:sldChg chg="modSp">
        <pc:chgData name="Loraine Lawrence" userId="S::lola@microsoft.com::c109b8d4-b149-45d2-a7f3-2c9c01468533" providerId="AD" clId="Web-{B5E8D852-F2C9-D10B-BCFA-2A78BAF68910}" dt="2020-11-06T15:13:55.612" v="1" actId="1076"/>
        <pc:sldMkLst>
          <pc:docMk/>
          <pc:sldMk cId="2925395085" sldId="300"/>
        </pc:sldMkLst>
        <pc:spChg chg="mod">
          <ac:chgData name="Loraine Lawrence" userId="S::lola@microsoft.com::c109b8d4-b149-45d2-a7f3-2c9c01468533" providerId="AD" clId="Web-{B5E8D852-F2C9-D10B-BCFA-2A78BAF68910}" dt="2020-11-06T15:13:55.612" v="1" actId="1076"/>
          <ac:spMkLst>
            <pc:docMk/>
            <pc:sldMk cId="2925395085" sldId="300"/>
            <ac:spMk id="17" creationId="{00000000-0000-0000-0000-000000000000}"/>
          </ac:spMkLst>
        </pc:spChg>
        <pc:grpChg chg="mod">
          <ac:chgData name="Loraine Lawrence" userId="S::lola@microsoft.com::c109b8d4-b149-45d2-a7f3-2c9c01468533" providerId="AD" clId="Web-{B5E8D852-F2C9-D10B-BCFA-2A78BAF68910}" dt="2020-11-06T15:13:49.487" v="0" actId="1076"/>
          <ac:grpSpMkLst>
            <pc:docMk/>
            <pc:sldMk cId="2925395085" sldId="300"/>
            <ac:grpSpMk id="74" creationId="{324471E5-3E8A-4B46-8F20-DFFB661DDDCD}"/>
          </ac:grpSpMkLst>
        </pc:gr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6978293-98A8-497E-8019-26B9FA4782C2}" type="datetimeFigureOut">
              <a:rPr lang="en-US" smtClean="0"/>
              <a:t>7/13/2022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60F4860-B975-4C5E-9E23-C8E24EBF595D}" type="slidenum">
              <a:rPr lang="en-US" smtClean="0"/>
              <a:t>‹#›</a:t>
            </a:fld>
            <a:endParaRPr lang="en-US"/>
          </a:p>
        </p:txBody>
      </p:sp>
    </p:spTree>
    <p:extLst>
      <p:ext uri="{BB962C8B-B14F-4D97-AF65-F5344CB8AC3E}">
        <p14:creationId xmlns:p14="http://schemas.microsoft.com/office/powerpoint/2010/main" val="11212700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3" Type="http://schemas.openxmlformats.org/officeDocument/2006/relationships/hyperlink" Target="https://docs.microsoft.com/en-us/azure/active-directory/conditional-access/overview" TargetMode="External"/><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0" dirty="0"/>
          </a:p>
        </p:txBody>
      </p:sp>
      <p:sp>
        <p:nvSpPr>
          <p:cNvPr id="4" name="Slide Number Placeholder 3"/>
          <p:cNvSpPr>
            <a:spLocks noGrp="1"/>
          </p:cNvSpPr>
          <p:nvPr>
            <p:ph type="sldNum" sz="quarter" idx="5"/>
          </p:nvPr>
        </p:nvSpPr>
        <p:spPr/>
        <p:txBody>
          <a:bodyPr/>
          <a:lstStyle/>
          <a:p>
            <a:fld id="{560F4860-B975-4C5E-9E23-C8E24EBF595D}" type="slidenum">
              <a:rPr lang="en-US" smtClean="0"/>
              <a:t>2</a:t>
            </a:fld>
            <a:endParaRPr lang="en-US"/>
          </a:p>
        </p:txBody>
      </p:sp>
    </p:spTree>
    <p:extLst>
      <p:ext uri="{BB962C8B-B14F-4D97-AF65-F5344CB8AC3E}">
        <p14:creationId xmlns:p14="http://schemas.microsoft.com/office/powerpoint/2010/main" val="72712362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72E0C910-0166-48E0-B8EF-5071277A02A8}" type="datetime8">
              <a:rPr lang="en-US" smtClean="0"/>
              <a:t>7/13/2022 11:19 PM</a:t>
            </a:fld>
            <a:endParaRPr lang="en-US"/>
          </a:p>
        </p:txBody>
      </p:sp>
      <p:sp>
        <p:nvSpPr>
          <p:cNvPr id="7" name="Slide Number Placeholder 6"/>
          <p:cNvSpPr>
            <a:spLocks noGrp="1"/>
          </p:cNvSpPr>
          <p:nvPr>
            <p:ph type="sldNum" sz="quarter" idx="13"/>
          </p:nvPr>
        </p:nvSpPr>
        <p:spPr/>
        <p:txBody>
          <a:bodyPr/>
          <a:lstStyle/>
          <a:p>
            <a:fld id="{B4008EB6-D09E-4580-8CD6-DDB14511944F}" type="slidenum">
              <a:rPr lang="en-US" smtClean="0"/>
              <a:pPr/>
              <a:t>3</a:t>
            </a:fld>
            <a:endParaRPr lang="en-US"/>
          </a:p>
        </p:txBody>
      </p:sp>
    </p:spTree>
    <p:extLst>
      <p:ext uri="{BB962C8B-B14F-4D97-AF65-F5344CB8AC3E}">
        <p14:creationId xmlns:p14="http://schemas.microsoft.com/office/powerpoint/2010/main" val="160108967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https://docs.microsoft.com/learn/modules/describe-azure-identity-access-security</a:t>
            </a:r>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fld id="{386CE63F-9E7F-4C04-9D0D-FCA25A8E9E86}" type="datetime8">
              <a:rPr lang="en-US" smtClean="0"/>
              <a:t>7/13/2022 11:19 PM</a:t>
            </a:fld>
            <a:endParaRPr lang="en-US"/>
          </a:p>
        </p:txBody>
      </p:sp>
      <p:sp>
        <p:nvSpPr>
          <p:cNvPr id="7" name="Slide Number Placeholder 6"/>
          <p:cNvSpPr>
            <a:spLocks noGrp="1"/>
          </p:cNvSpPr>
          <p:nvPr>
            <p:ph type="sldNum" sz="quarter" idx="5"/>
          </p:nvPr>
        </p:nvSpPr>
        <p:spPr/>
        <p:txBody>
          <a:bodyPr/>
          <a:lstStyle/>
          <a:p>
            <a:fld id="{B4008EB6-D09E-4580-8CD6-DDB14511944F}" type="slidenum">
              <a:rPr lang="en-US" smtClean="0"/>
              <a:pPr/>
              <a:t>4</a:t>
            </a:fld>
            <a:endParaRPr lang="en-US"/>
          </a:p>
        </p:txBody>
      </p:sp>
    </p:spTree>
    <p:extLst>
      <p:ext uri="{BB962C8B-B14F-4D97-AF65-F5344CB8AC3E}">
        <p14:creationId xmlns:p14="http://schemas.microsoft.com/office/powerpoint/2010/main" val="101502320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panose="020B0604020202020204" pitchFamily="34" charset="0"/>
              <a:buNone/>
            </a:pPr>
            <a:r>
              <a:rPr lang="en-IE" sz="900" b="0" kern="1200" dirty="0">
                <a:solidFill>
                  <a:schemeClr val="tx1"/>
                </a:solidFill>
                <a:effectLst/>
                <a:latin typeface="Segoe UI Light" pitchFamily="34" charset="0"/>
                <a:ea typeface="+mn-ea"/>
                <a:cs typeface="+mn-cs"/>
              </a:rPr>
              <a:t>https://docs.microsoft.com/learn/modules/describe-azure-identity-access-security/2-directory-services</a:t>
            </a:r>
          </a:p>
          <a:p>
            <a:pPr marL="0" indent="0">
              <a:buFont typeface="Arial" panose="020B0604020202020204" pitchFamily="34" charset="0"/>
              <a:buNone/>
            </a:pPr>
            <a:endParaRPr lang="en-IE" sz="900" b="1" kern="1200" dirty="0">
              <a:solidFill>
                <a:schemeClr val="tx1"/>
              </a:solidFill>
              <a:effectLst/>
              <a:latin typeface="Segoe UI Light" pitchFamily="34" charset="0"/>
              <a:ea typeface="+mn-ea"/>
              <a:cs typeface="+mn-cs"/>
            </a:endParaRPr>
          </a:p>
          <a:p>
            <a:pPr marL="0" indent="0">
              <a:buFont typeface="Arial" panose="020B0604020202020204" pitchFamily="34" charset="0"/>
              <a:buNone/>
            </a:pPr>
            <a:r>
              <a:rPr lang="en-IE" sz="900" b="1" kern="1200" dirty="0">
                <a:solidFill>
                  <a:schemeClr val="tx1"/>
                </a:solidFill>
                <a:effectLst/>
                <a:latin typeface="Segoe UI Light" pitchFamily="34" charset="0"/>
                <a:ea typeface="+mn-ea"/>
                <a:cs typeface="+mn-cs"/>
              </a:rPr>
              <a:t>Azure AD </a:t>
            </a:r>
            <a:r>
              <a:rPr lang="en-IE" sz="900" kern="1200" dirty="0">
                <a:solidFill>
                  <a:schemeClr val="tx1"/>
                </a:solidFill>
                <a:effectLst/>
                <a:latin typeface="Segoe UI Light" pitchFamily="34" charset="0"/>
                <a:ea typeface="+mn-ea"/>
                <a:cs typeface="+mn-cs"/>
              </a:rPr>
              <a:t>- </a:t>
            </a:r>
            <a:r>
              <a:rPr lang="en-IE" sz="900" b="0" i="0" u="none" strike="noStrike" kern="1200" dirty="0">
                <a:solidFill>
                  <a:schemeClr val="tx1"/>
                </a:solidFill>
                <a:effectLst/>
                <a:latin typeface="Segoe UI Light" pitchFamily="34" charset="0"/>
                <a:ea typeface="+mn-ea"/>
                <a:cs typeface="+mn-cs"/>
              </a:rPr>
              <a:t>https://azure.microsoft.com/en-us/services/active-directory/</a:t>
            </a:r>
          </a:p>
          <a:p>
            <a:pPr marL="0" indent="0">
              <a:buFont typeface="Arial" panose="020B0604020202020204" pitchFamily="34" charset="0"/>
              <a:buNone/>
            </a:pPr>
            <a:endParaRPr lang="en-IE" sz="900" b="0" i="0" u="none" strike="noStrike" kern="1200" dirty="0">
              <a:solidFill>
                <a:schemeClr val="tx1"/>
              </a:solidFill>
              <a:effectLst/>
              <a:latin typeface="Segoe UI Light" pitchFamily="34" charset="0"/>
              <a:ea typeface="+mn-ea"/>
              <a:cs typeface="+mn-cs"/>
            </a:endParaRPr>
          </a:p>
          <a:p>
            <a:r>
              <a:rPr lang="en-US" sz="2800" b="1" dirty="0"/>
              <a:t>Azure tenant</a:t>
            </a:r>
          </a:p>
          <a:p>
            <a:r>
              <a:rPr lang="en-US" sz="2800" dirty="0">
                <a:latin typeface="+mn-lt"/>
              </a:rPr>
              <a:t>A dedicated and trusted instance of Azure AD that's automatically created when your organization signs up for a Microsoft cloud service subscription, such as Microsoft Azure, Microsoft Intune, or Office 365. An Azure tenant represents a single organization.</a:t>
            </a:r>
          </a:p>
          <a:p>
            <a:r>
              <a:rPr lang="en-US" sz="2800" b="1" dirty="0"/>
              <a:t>Azure AD directory</a:t>
            </a:r>
          </a:p>
          <a:p>
            <a:r>
              <a:rPr lang="en-US" sz="2800" dirty="0">
                <a:latin typeface="+mn-lt"/>
              </a:rPr>
              <a:t>Each Azure tenant has a dedicated and trusted Azure AD directory. The Azure AD directory includes the tenant's users, groups, and apps and is used to perform identity and access management functions for tenant resources.</a:t>
            </a:r>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9427A7F7-BB1E-479D-AFAA-B52F4D0C99F2}" type="datetime8">
              <a:rPr lang="en-US" smtClean="0"/>
              <a:t>7/13/2022 11:19 PM</a:t>
            </a:fld>
            <a:endParaRPr lang="en-US"/>
          </a:p>
        </p:txBody>
      </p:sp>
      <p:sp>
        <p:nvSpPr>
          <p:cNvPr id="7" name="Slide Number Placeholder 6"/>
          <p:cNvSpPr>
            <a:spLocks noGrp="1"/>
          </p:cNvSpPr>
          <p:nvPr>
            <p:ph type="sldNum" sz="quarter" idx="13"/>
          </p:nvPr>
        </p:nvSpPr>
        <p:spPr/>
        <p:txBody>
          <a:bodyPr/>
          <a:lstStyle/>
          <a:p>
            <a:fld id="{B4008EB6-D09E-4580-8CD6-DDB14511944F}" type="slidenum">
              <a:rPr lang="en-US" smtClean="0"/>
              <a:pPr/>
              <a:t>5</a:t>
            </a:fld>
            <a:endParaRPr lang="en-US"/>
          </a:p>
        </p:txBody>
      </p:sp>
    </p:spTree>
    <p:extLst>
      <p:ext uri="{BB962C8B-B14F-4D97-AF65-F5344CB8AC3E}">
        <p14:creationId xmlns:p14="http://schemas.microsoft.com/office/powerpoint/2010/main" val="253815801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367" rtl="0" eaLnBrk="1" fontAlgn="auto" latinLnBrk="0" hangingPunct="1">
              <a:lnSpc>
                <a:spcPct val="90000"/>
              </a:lnSpc>
              <a:spcBef>
                <a:spcPts val="0"/>
              </a:spcBef>
              <a:spcAft>
                <a:spcPts val="333"/>
              </a:spcAft>
              <a:buClrTx/>
              <a:buSzTx/>
              <a:buFontTx/>
              <a:buNone/>
              <a:tabLst/>
              <a:defRPr/>
            </a:pPr>
            <a:r>
              <a:rPr lang="en-IE" sz="800" b="0" kern="1200" dirty="0">
                <a:solidFill>
                  <a:schemeClr val="tx1"/>
                </a:solidFill>
                <a:effectLst/>
                <a:latin typeface="Segoe UI Light" pitchFamily="34" charset="0"/>
                <a:ea typeface="+mn-ea"/>
                <a:cs typeface="+mn-cs"/>
              </a:rPr>
              <a:t>https://docs.microsoft.com/learn/modules/describe-azure-identity-access-security/3-authentication-methods</a:t>
            </a:r>
          </a:p>
          <a:p>
            <a:pPr marL="0" marR="0" lvl="0" indent="0" algn="l" defTabSz="914367" rtl="0" eaLnBrk="1" fontAlgn="auto" latinLnBrk="0" hangingPunct="1">
              <a:lnSpc>
                <a:spcPct val="90000"/>
              </a:lnSpc>
              <a:spcBef>
                <a:spcPts val="0"/>
              </a:spcBef>
              <a:spcAft>
                <a:spcPts val="333"/>
              </a:spcAft>
              <a:buClrTx/>
              <a:buSzTx/>
              <a:buFontTx/>
              <a:buNone/>
              <a:tabLst/>
              <a:defRPr/>
            </a:pPr>
            <a:endParaRPr lang="en-IE" sz="800" b="0" i="0" u="none" strike="noStrike" kern="1200" dirty="0">
              <a:solidFill>
                <a:schemeClr val="tx1"/>
              </a:solidFill>
              <a:effectLst/>
              <a:latin typeface="Segoe UI Light" pitchFamily="34" charset="0"/>
              <a:ea typeface="+mn-ea"/>
              <a:cs typeface="+mn-cs"/>
            </a:endParaRPr>
          </a:p>
          <a:p>
            <a:pPr marL="0" marR="0" lvl="0" indent="0" algn="l" defTabSz="914367" rtl="0" eaLnBrk="1" fontAlgn="auto" latinLnBrk="0" hangingPunct="1">
              <a:lnSpc>
                <a:spcPct val="90000"/>
              </a:lnSpc>
              <a:spcBef>
                <a:spcPts val="0"/>
              </a:spcBef>
              <a:spcAft>
                <a:spcPts val="333"/>
              </a:spcAft>
              <a:buClrTx/>
              <a:buSzTx/>
              <a:buFontTx/>
              <a:buNone/>
              <a:tabLst/>
              <a:defRPr/>
            </a:pPr>
            <a:endParaRPr lang="en-US" sz="882" b="0" i="0" u="none" strike="noStrike" kern="1200" dirty="0">
              <a:solidFill>
                <a:schemeClr val="tx1"/>
              </a:solidFill>
              <a:effectLst/>
              <a:latin typeface="Segoe UI Light" pitchFamily="34" charset="0"/>
              <a:ea typeface="+mn-ea"/>
              <a:cs typeface="+mn-cs"/>
            </a:endParaRPr>
          </a:p>
          <a:p>
            <a:pPr marL="0" marR="0" lvl="0" indent="0" algn="l" defTabSz="914367" rtl="0" eaLnBrk="1" fontAlgn="auto" latinLnBrk="0" hangingPunct="1">
              <a:lnSpc>
                <a:spcPct val="90000"/>
              </a:lnSpc>
              <a:spcBef>
                <a:spcPts val="0"/>
              </a:spcBef>
              <a:spcAft>
                <a:spcPts val="333"/>
              </a:spcAft>
              <a:buClrTx/>
              <a:buSzTx/>
              <a:buFontTx/>
              <a:buNone/>
              <a:tabLst/>
              <a:defRPr/>
            </a:pPr>
            <a:r>
              <a:rPr lang="en-US" sz="882" b="0" i="0" u="none" strike="noStrike" kern="1200" dirty="0">
                <a:solidFill>
                  <a:schemeClr val="tx1"/>
                </a:solidFill>
                <a:effectLst/>
                <a:latin typeface="Segoe UI Light" pitchFamily="34" charset="0"/>
                <a:ea typeface="+mn-ea"/>
                <a:cs typeface="+mn-cs"/>
              </a:rPr>
              <a:t>✔️</a:t>
            </a:r>
            <a:r>
              <a:rPr lang="en-IE" sz="900" b="0" i="0" u="none" strike="noStrike" kern="1200" dirty="0">
                <a:solidFill>
                  <a:schemeClr val="tx1"/>
                </a:solidFill>
                <a:effectLst/>
                <a:latin typeface="Segoe UI Light" pitchFamily="34" charset="0"/>
                <a:ea typeface="+mn-ea"/>
                <a:cs typeface="+mn-cs"/>
              </a:rPr>
              <a:t>Authentication is sometimes shortened to </a:t>
            </a:r>
            <a:r>
              <a:rPr lang="en-IE" sz="900" b="0" i="1" u="none" strike="noStrike" kern="1200" dirty="0" err="1">
                <a:solidFill>
                  <a:schemeClr val="tx1"/>
                </a:solidFill>
                <a:effectLst/>
                <a:latin typeface="Segoe UI Light" pitchFamily="34" charset="0"/>
                <a:ea typeface="+mn-ea"/>
                <a:cs typeface="+mn-cs"/>
              </a:rPr>
              <a:t>AuthN</a:t>
            </a:r>
            <a:r>
              <a:rPr lang="en-IE" sz="900" b="0" i="0" u="none" strike="noStrike" kern="1200" dirty="0">
                <a:solidFill>
                  <a:schemeClr val="tx1"/>
                </a:solidFill>
                <a:effectLst/>
                <a:latin typeface="Segoe UI Light" pitchFamily="34" charset="0"/>
                <a:ea typeface="+mn-ea"/>
                <a:cs typeface="+mn-cs"/>
              </a:rPr>
              <a:t>, and authorization is sometimes shortened to </a:t>
            </a:r>
            <a:r>
              <a:rPr lang="en-IE" sz="900" b="0" i="1" u="none" strike="noStrike" kern="1200" dirty="0" err="1">
                <a:solidFill>
                  <a:schemeClr val="tx1"/>
                </a:solidFill>
                <a:effectLst/>
                <a:latin typeface="Segoe UI Light" pitchFamily="34" charset="0"/>
                <a:ea typeface="+mn-ea"/>
                <a:cs typeface="+mn-cs"/>
              </a:rPr>
              <a:t>AuthZ</a:t>
            </a:r>
            <a:r>
              <a:rPr lang="en-IE" sz="900" b="0" i="0" u="none" strike="noStrike" kern="1200" dirty="0">
                <a:solidFill>
                  <a:schemeClr val="tx1"/>
                </a:solidFill>
                <a:effectLst/>
                <a:latin typeface="Segoe UI Light" pitchFamily="34" charset="0"/>
                <a:ea typeface="+mn-ea"/>
                <a:cs typeface="+mn-cs"/>
              </a:rPr>
              <a:t>.</a:t>
            </a:r>
            <a:endParaRPr lang="en-US" dirty="0"/>
          </a:p>
          <a:p>
            <a:endParaRPr lang="en-US" dirty="0"/>
          </a:p>
          <a:p>
            <a:pPr marL="0" indent="0">
              <a:buNone/>
            </a:pPr>
            <a:r>
              <a:rPr lang="en-US" b="1" dirty="0"/>
              <a:t>Authentication</a:t>
            </a:r>
          </a:p>
          <a:p>
            <a:pPr marL="171450" indent="-171450">
              <a:buFont typeface="Arial" panose="020B0604020202020204" pitchFamily="34" charset="0"/>
              <a:buChar char="•"/>
            </a:pPr>
            <a:r>
              <a:rPr lang="en-US" dirty="0"/>
              <a:t>Identifies the person or service seeking access to a resource. </a:t>
            </a:r>
          </a:p>
          <a:p>
            <a:pPr marL="171450" indent="-171450">
              <a:buFont typeface="Arial" panose="020B0604020202020204" pitchFamily="34" charset="0"/>
              <a:buChar char="•"/>
            </a:pPr>
            <a:r>
              <a:rPr lang="en-US" dirty="0"/>
              <a:t>Requests legitimate access credentials.</a:t>
            </a:r>
          </a:p>
          <a:p>
            <a:pPr marL="171450" indent="-171450">
              <a:buFont typeface="Arial" panose="020B0604020202020204" pitchFamily="34" charset="0"/>
              <a:buChar char="•"/>
            </a:pPr>
            <a:r>
              <a:rPr lang="en-US" dirty="0"/>
              <a:t>Basis for creating secure identity and access control principles.</a:t>
            </a:r>
          </a:p>
          <a:p>
            <a:pPr marL="0" indent="0">
              <a:buNone/>
            </a:pPr>
            <a:r>
              <a:rPr lang="en-US" b="1" dirty="0"/>
              <a:t>Authorization</a:t>
            </a:r>
          </a:p>
          <a:p>
            <a:pPr marL="171450" indent="-171450">
              <a:buFont typeface="Arial" panose="020B0604020202020204" pitchFamily="34" charset="0"/>
              <a:buChar char="•"/>
            </a:pPr>
            <a:r>
              <a:rPr lang="en-US" dirty="0"/>
              <a:t>Determines an authenticated person’s or service’s level of access.</a:t>
            </a:r>
          </a:p>
          <a:p>
            <a:pPr marL="171450" indent="-171450">
              <a:buFont typeface="Arial" panose="020B0604020202020204" pitchFamily="34" charset="0"/>
              <a:buChar char="•"/>
            </a:pPr>
            <a:r>
              <a:rPr lang="en-US" dirty="0"/>
              <a:t>Defines which data they can access, and what they can do with it.</a:t>
            </a:r>
          </a:p>
          <a:p>
            <a:pPr marL="0" indent="0">
              <a:buFont typeface="Arial" panose="020B0604020202020204" pitchFamily="34" charset="0"/>
              <a:buNone/>
            </a:pPr>
            <a:endParaRPr lang="en-US" dirty="0"/>
          </a:p>
          <a:p>
            <a:r>
              <a:rPr lang="en-US" b="1" dirty="0"/>
              <a:t>Learn and SkillPipe content order note:</a:t>
            </a:r>
          </a:p>
          <a:p>
            <a:r>
              <a:rPr lang="en-US" b="0" dirty="0"/>
              <a:t>https://docs.microsoft.com/en-us/learn/modules/secure-access-azure-identity-services/2-compare-authentication-authorization</a:t>
            </a:r>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9427A7F7-BB1E-479D-AFAA-B52F4D0C99F2}" type="datetime8">
              <a:rPr lang="en-US" smtClean="0"/>
              <a:t>7/13/2022 11:19 PM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6</a:t>
            </a:fld>
            <a:endParaRPr lang="en-US" dirty="0"/>
          </a:p>
        </p:txBody>
      </p:sp>
    </p:spTree>
    <p:extLst>
      <p:ext uri="{BB962C8B-B14F-4D97-AF65-F5344CB8AC3E}">
        <p14:creationId xmlns:p14="http://schemas.microsoft.com/office/powerpoint/2010/main" val="109806671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367" rtl="0" eaLnBrk="1" fontAlgn="auto" latinLnBrk="0" hangingPunct="1">
              <a:lnSpc>
                <a:spcPct val="90000"/>
              </a:lnSpc>
              <a:spcBef>
                <a:spcPts val="0"/>
              </a:spcBef>
              <a:spcAft>
                <a:spcPts val="333"/>
              </a:spcAft>
              <a:buClrTx/>
              <a:buSzTx/>
              <a:buFontTx/>
              <a:buNone/>
              <a:tabLst/>
              <a:defRPr/>
            </a:pPr>
            <a:r>
              <a:rPr lang="en-IE" sz="900" b="0" kern="1200" dirty="0">
                <a:solidFill>
                  <a:schemeClr val="tx1"/>
                </a:solidFill>
                <a:effectLst/>
                <a:latin typeface="Segoe UI Light" pitchFamily="34" charset="0"/>
                <a:ea typeface="+mn-ea"/>
                <a:cs typeface="+mn-cs"/>
              </a:rPr>
              <a:t>https://docs.microsoft.com/learn/modules/describe-azure-identity-access-security/3-authentication-methods</a:t>
            </a:r>
          </a:p>
          <a:p>
            <a:pPr marL="0" marR="0" lvl="0" indent="0" algn="l" defTabSz="914367" rtl="0" eaLnBrk="1" fontAlgn="auto" latinLnBrk="0" hangingPunct="1">
              <a:lnSpc>
                <a:spcPct val="90000"/>
              </a:lnSpc>
              <a:spcBef>
                <a:spcPts val="0"/>
              </a:spcBef>
              <a:spcAft>
                <a:spcPts val="333"/>
              </a:spcAft>
              <a:buClrTx/>
              <a:buSzTx/>
              <a:buFontTx/>
              <a:buNone/>
              <a:tabLst/>
              <a:defRPr/>
            </a:pPr>
            <a:endParaRPr lang="en-IE" sz="900" b="0" i="0" u="none" strike="noStrike" kern="1200" dirty="0">
              <a:solidFill>
                <a:schemeClr val="tx1"/>
              </a:solidFill>
              <a:effectLst/>
              <a:latin typeface="Segoe UI Light" pitchFamily="34" charset="0"/>
              <a:ea typeface="+mn-ea"/>
              <a:cs typeface="+mn-cs"/>
            </a:endParaRPr>
          </a:p>
          <a:p>
            <a:pPr marL="0" indent="0">
              <a:buFont typeface="Arial" panose="020B0604020202020204" pitchFamily="34" charset="0"/>
              <a:buNone/>
            </a:pPr>
            <a:r>
              <a:rPr lang="en-IE" sz="900" b="0" i="1" dirty="0"/>
              <a:t>Discuss what could qualify for each of the items listed</a:t>
            </a:r>
          </a:p>
          <a:p>
            <a:pPr marL="171450" indent="-171450">
              <a:buFont typeface="Arial" panose="020B0604020202020204" pitchFamily="34" charset="0"/>
              <a:buChar char="•"/>
            </a:pPr>
            <a:r>
              <a:rPr lang="en-IE" sz="900" b="1" i="1" dirty="0"/>
              <a:t>Something you know</a:t>
            </a:r>
            <a:r>
              <a:rPr lang="en-IE" sz="900" i="1" dirty="0"/>
              <a:t>:</a:t>
            </a:r>
            <a:r>
              <a:rPr lang="en-IE" sz="900" dirty="0"/>
              <a:t> This could be a password or the answer to a security question.</a:t>
            </a:r>
          </a:p>
          <a:p>
            <a:pPr marL="171450" indent="-171450">
              <a:buFont typeface="Arial" panose="020B0604020202020204" pitchFamily="34" charset="0"/>
              <a:buChar char="•"/>
            </a:pPr>
            <a:r>
              <a:rPr lang="en-IE" sz="900" b="1" i="1" dirty="0"/>
              <a:t>Something you possess</a:t>
            </a:r>
            <a:r>
              <a:rPr lang="en-IE" sz="900" i="1" dirty="0"/>
              <a:t>:</a:t>
            </a:r>
            <a:r>
              <a:rPr lang="en-IE" sz="900" dirty="0"/>
              <a:t> This might be a mobile app that receives a notification, or a token-generating device.</a:t>
            </a:r>
          </a:p>
          <a:p>
            <a:pPr marL="171450" indent="-171450">
              <a:buFont typeface="Arial" panose="020B0604020202020204" pitchFamily="34" charset="0"/>
              <a:buChar char="•"/>
            </a:pPr>
            <a:r>
              <a:rPr lang="en-IE" sz="900" b="1" i="1" dirty="0"/>
              <a:t>Something you are</a:t>
            </a:r>
            <a:r>
              <a:rPr lang="en-IE" sz="900" i="1" dirty="0"/>
              <a:t>:</a:t>
            </a:r>
            <a:r>
              <a:rPr lang="en-IE" sz="900" dirty="0"/>
              <a:t> This is typically some sort of biometric property, such as a fingerprint or face scan used on many mobile devices.</a:t>
            </a:r>
          </a:p>
          <a:p>
            <a:endParaRPr lang="en-IE" sz="900" b="0" i="0" u="none" strike="noStrike" kern="1200" dirty="0">
              <a:solidFill>
                <a:schemeClr val="tx1"/>
              </a:solidFill>
              <a:effectLst/>
              <a:latin typeface="Segoe UI Light" pitchFamily="34" charset="0"/>
              <a:ea typeface="+mn-ea"/>
              <a:cs typeface="+mn-cs"/>
            </a:endParaRPr>
          </a:p>
          <a:p>
            <a:r>
              <a:rPr lang="en-IE" sz="900" b="1" kern="1200" dirty="0">
                <a:solidFill>
                  <a:schemeClr val="tx1"/>
                </a:solidFill>
                <a:effectLst/>
                <a:latin typeface="Segoe UI Light" pitchFamily="34" charset="0"/>
                <a:ea typeface="+mn-ea"/>
                <a:cs typeface="+mn-cs"/>
              </a:rPr>
              <a:t>MFA - </a:t>
            </a:r>
            <a:r>
              <a:rPr lang="en-IE" sz="900" kern="1200" dirty="0">
                <a:solidFill>
                  <a:schemeClr val="tx1"/>
                </a:solidFill>
                <a:effectLst/>
                <a:latin typeface="Segoe UI Light" pitchFamily="34" charset="0"/>
                <a:ea typeface="+mn-ea"/>
                <a:cs typeface="+mn-cs"/>
              </a:rPr>
              <a:t> </a:t>
            </a:r>
            <a:r>
              <a:rPr lang="en-IE" sz="900" b="0" i="0" u="none" strike="noStrike" kern="1200" dirty="0">
                <a:solidFill>
                  <a:schemeClr val="tx1"/>
                </a:solidFill>
                <a:effectLst/>
                <a:latin typeface="Segoe UI Light" pitchFamily="34" charset="0"/>
                <a:ea typeface="+mn-ea"/>
                <a:cs typeface="+mn-cs"/>
              </a:rPr>
              <a:t>https://docs.microsoft.com/en-us/azure/active-directory/authentication/concept-mfa-howitworks</a:t>
            </a:r>
          </a:p>
          <a:p>
            <a:endParaRPr lang="en-IE" sz="900" b="0" i="0" u="none" strike="noStrike" kern="1200" dirty="0">
              <a:solidFill>
                <a:schemeClr val="tx1"/>
              </a:solidFill>
              <a:effectLst/>
              <a:latin typeface="Segoe UI Light" pitchFamily="34" charset="0"/>
              <a:ea typeface="+mn-ea"/>
              <a:cs typeface="+mn-cs"/>
            </a:endParaRPr>
          </a:p>
          <a:p>
            <a:r>
              <a:rPr lang="en-US" sz="900" b="1" i="0" u="none" strike="noStrike" kern="1200" dirty="0">
                <a:solidFill>
                  <a:schemeClr val="tx1"/>
                </a:solidFill>
                <a:effectLst/>
                <a:latin typeface="Segoe UI Light" pitchFamily="34" charset="0"/>
                <a:ea typeface="+mn-ea"/>
                <a:cs typeface="+mn-cs"/>
              </a:rPr>
              <a:t>Learn and SkillPipe content order note:</a:t>
            </a:r>
            <a:endParaRPr lang="en-IE" sz="900" b="1" i="0" u="none" strike="noStrike" kern="1200" dirty="0">
              <a:solidFill>
                <a:schemeClr val="tx1"/>
              </a:solidFill>
              <a:effectLst/>
              <a:latin typeface="Segoe UI Light" pitchFamily="34" charset="0"/>
              <a:ea typeface="+mn-ea"/>
              <a:cs typeface="+mn-cs"/>
            </a:endParaRPr>
          </a:p>
          <a:p>
            <a:r>
              <a:rPr lang="en-IE" sz="900" b="0" kern="1200" dirty="0">
                <a:solidFill>
                  <a:schemeClr val="tx1"/>
                </a:solidFill>
                <a:effectLst/>
                <a:latin typeface="Segoe UI Light" pitchFamily="34" charset="0"/>
                <a:ea typeface="+mn-ea"/>
                <a:cs typeface="+mn-cs"/>
              </a:rPr>
              <a:t>Slides 7 &amp; 9</a:t>
            </a:r>
          </a:p>
          <a:p>
            <a:r>
              <a:rPr lang="en-IE" sz="900" b="0" kern="1200" dirty="0">
                <a:solidFill>
                  <a:schemeClr val="tx1"/>
                </a:solidFill>
                <a:effectLst/>
                <a:latin typeface="Segoe UI Light" pitchFamily="34" charset="0"/>
                <a:ea typeface="+mn-ea"/>
                <a:cs typeface="+mn-cs"/>
              </a:rPr>
              <a:t>https://docs.microsoft.com/en-us/learn/modules/secure-access-azure-identity-services/2-compare-authentication-authorization</a:t>
            </a:r>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9427A7F7-BB1E-479D-AFAA-B52F4D0C99F2}" type="datetime8">
              <a:rPr lang="en-US" smtClean="0"/>
              <a:t>7/13/2022 11:19 PM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7</a:t>
            </a:fld>
            <a:endParaRPr lang="en-US" dirty="0"/>
          </a:p>
        </p:txBody>
      </p:sp>
    </p:spTree>
    <p:extLst>
      <p:ext uri="{BB962C8B-B14F-4D97-AF65-F5344CB8AC3E}">
        <p14:creationId xmlns:p14="http://schemas.microsoft.com/office/powerpoint/2010/main" val="396028992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https://docs.microsoft.com/learn/modules/describe-azure-identity-access-security/4-external-identities</a:t>
            </a:r>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fld id="{386CE63F-9E7F-4C04-9D0D-FCA25A8E9E86}" type="datetime8">
              <a:rPr lang="en-US" smtClean="0"/>
              <a:t>7/13/2022 11:19 PM</a:t>
            </a:fld>
            <a:endParaRPr lang="en-US"/>
          </a:p>
        </p:txBody>
      </p:sp>
      <p:sp>
        <p:nvSpPr>
          <p:cNvPr id="7" name="Slide Number Placeholder 6"/>
          <p:cNvSpPr>
            <a:spLocks noGrp="1"/>
          </p:cNvSpPr>
          <p:nvPr>
            <p:ph type="sldNum" sz="quarter" idx="5"/>
          </p:nvPr>
        </p:nvSpPr>
        <p:spPr/>
        <p:txBody>
          <a:bodyPr/>
          <a:lstStyle/>
          <a:p>
            <a:fld id="{B4008EB6-D09E-4580-8CD6-DDB14511944F}" type="slidenum">
              <a:rPr lang="en-US" smtClean="0"/>
              <a:pPr/>
              <a:t>8</a:t>
            </a:fld>
            <a:endParaRPr lang="en-US"/>
          </a:p>
        </p:txBody>
      </p:sp>
    </p:spTree>
    <p:extLst>
      <p:ext uri="{BB962C8B-B14F-4D97-AF65-F5344CB8AC3E}">
        <p14:creationId xmlns:p14="http://schemas.microsoft.com/office/powerpoint/2010/main" val="14601690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171717"/>
                </a:solidFill>
                <a:effectLst/>
                <a:latin typeface="Segoe UI" panose="020B0502040204020203" pitchFamily="34" charset="0"/>
              </a:rPr>
              <a:t>https://docs.microsoft.com/learn/modules/describe-azure-identity-access-security/5-conditional-access</a:t>
            </a:r>
            <a:endParaRPr lang="en-US" dirty="0">
              <a:hlinkClick r:id="rId3"/>
            </a:endParaRPr>
          </a:p>
          <a:p>
            <a:endParaRPr lang="en-US" dirty="0">
              <a:hlinkClick r:id="rId3"/>
            </a:endParaRPr>
          </a:p>
          <a:p>
            <a:r>
              <a:rPr lang="en-US" dirty="0">
                <a:hlinkClick r:id="rId3"/>
              </a:rPr>
              <a:t>https://docs.microsoft.com/en-us/azure/active-directory/conditional-access/overview</a:t>
            </a:r>
            <a:endParaRPr lang="en-US" dirty="0"/>
          </a:p>
          <a:p>
            <a:endParaRPr lang="en-US" dirty="0"/>
          </a:p>
          <a:p>
            <a:pPr algn="l"/>
            <a:r>
              <a:rPr lang="en-US" b="0" i="0" dirty="0">
                <a:solidFill>
                  <a:srgbClr val="171717"/>
                </a:solidFill>
                <a:effectLst/>
                <a:latin typeface="Segoe UI" panose="020B0502040204020203" pitchFamily="34" charset="0"/>
              </a:rPr>
              <a:t>The modern security perimeter now extends beyond an organization's network to include user and device identity. Organizations can utilize these identity signals as part of their access control decisions.</a:t>
            </a:r>
          </a:p>
          <a:p>
            <a:pPr algn="l"/>
            <a:r>
              <a:rPr lang="en-US" b="0" i="0" dirty="0">
                <a:solidFill>
                  <a:srgbClr val="171717"/>
                </a:solidFill>
                <a:effectLst/>
                <a:latin typeface="Segoe UI" panose="020B0502040204020203" pitchFamily="34" charset="0"/>
              </a:rPr>
              <a:t>Conditional Access is the tool used by Azure Active Directory to bring signals together, to make decisions, and enforce organizational policies. Conditional Access is at the heart of the new identity driven control plane.</a:t>
            </a:r>
          </a:p>
          <a:p>
            <a:pPr algn="l"/>
            <a:r>
              <a:rPr lang="en-US" b="0" i="0" dirty="0">
                <a:solidFill>
                  <a:srgbClr val="171717"/>
                </a:solidFill>
                <a:effectLst/>
                <a:latin typeface="Segoe UI" panose="020B0502040204020203" pitchFamily="34" charset="0"/>
              </a:rPr>
              <a:t>Conditional Access policies at their simplest are if-then statements, if a user wants to access a resource, then they must complete an action. Example: A payroll manager wants to access the payroll application and is required to perform multi-factor authentication to access it.</a:t>
            </a:r>
          </a:p>
          <a:p>
            <a:pPr algn="l"/>
            <a:r>
              <a:rPr lang="en-US" b="0" i="0" dirty="0">
                <a:solidFill>
                  <a:srgbClr val="171717"/>
                </a:solidFill>
                <a:effectLst/>
                <a:latin typeface="Segoe UI" panose="020B0502040204020203" pitchFamily="34" charset="0"/>
              </a:rPr>
              <a:t>Administrators are faced with two primary goals:</a:t>
            </a:r>
          </a:p>
          <a:p>
            <a:pPr algn="l">
              <a:buFont typeface="Arial" panose="020B0604020202020204" pitchFamily="34" charset="0"/>
              <a:buChar char="•"/>
            </a:pPr>
            <a:r>
              <a:rPr lang="en-US" b="0" i="0" dirty="0">
                <a:solidFill>
                  <a:srgbClr val="171717"/>
                </a:solidFill>
                <a:effectLst/>
                <a:latin typeface="Segoe UI" panose="020B0502040204020203" pitchFamily="34" charset="0"/>
              </a:rPr>
              <a:t>Empower users to be productive wherever and whenever</a:t>
            </a:r>
          </a:p>
          <a:p>
            <a:pPr algn="l">
              <a:buFont typeface="Arial" panose="020B0604020202020204" pitchFamily="34" charset="0"/>
              <a:buChar char="•"/>
            </a:pPr>
            <a:r>
              <a:rPr lang="en-US" b="0" i="0" dirty="0">
                <a:solidFill>
                  <a:srgbClr val="171717"/>
                </a:solidFill>
                <a:effectLst/>
                <a:latin typeface="Segoe UI" panose="020B0502040204020203" pitchFamily="34" charset="0"/>
              </a:rPr>
              <a:t>Protect the organization's assets</a:t>
            </a:r>
          </a:p>
          <a:p>
            <a:pPr algn="l"/>
            <a:r>
              <a:rPr lang="en-US" b="0" i="0" dirty="0">
                <a:solidFill>
                  <a:srgbClr val="171717"/>
                </a:solidFill>
                <a:effectLst/>
                <a:latin typeface="Segoe UI" panose="020B0502040204020203" pitchFamily="34" charset="0"/>
              </a:rPr>
              <a:t>By using Conditional Access policies, you can apply the right access controls when needed to keep your organization secure and stay out of your user's way when not needed.</a:t>
            </a:r>
          </a:p>
          <a:p>
            <a:endParaRPr lang="en-US" dirty="0"/>
          </a:p>
          <a:p>
            <a:r>
              <a:rPr lang="en-US" sz="800" b="1" i="0" u="none" strike="noStrike" kern="1200" dirty="0">
                <a:solidFill>
                  <a:schemeClr val="tx1"/>
                </a:solidFill>
                <a:effectLst/>
                <a:latin typeface="Segoe UI Light" pitchFamily="34" charset="0"/>
                <a:ea typeface="+mn-ea"/>
                <a:cs typeface="+mn-cs"/>
              </a:rPr>
              <a:t>Learn and SkillPipe content order note:</a:t>
            </a:r>
            <a:endParaRPr lang="en-IE" sz="800" b="1" i="0" u="none" strike="noStrike" kern="1200" dirty="0">
              <a:solidFill>
                <a:schemeClr val="tx1"/>
              </a:solidFill>
              <a:effectLst/>
              <a:latin typeface="Segoe UI Light" pitchFamily="34" charset="0"/>
              <a:ea typeface="+mn-ea"/>
              <a:cs typeface="+mn-cs"/>
            </a:endParaRPr>
          </a:p>
          <a:p>
            <a:r>
              <a:rPr lang="en-IE" sz="800" b="0" kern="1200" dirty="0">
                <a:solidFill>
                  <a:schemeClr val="tx1"/>
                </a:solidFill>
                <a:effectLst/>
                <a:latin typeface="Segoe UI Light" pitchFamily="34" charset="0"/>
                <a:ea typeface="+mn-ea"/>
                <a:cs typeface="+mn-cs"/>
              </a:rPr>
              <a:t>Slides 7 &amp; 9</a:t>
            </a:r>
          </a:p>
          <a:p>
            <a:r>
              <a:rPr lang="en-IE" sz="800" b="0" kern="1200" dirty="0">
                <a:solidFill>
                  <a:schemeClr val="tx1"/>
                </a:solidFill>
                <a:effectLst/>
                <a:latin typeface="Segoe UI Light" pitchFamily="34" charset="0"/>
                <a:ea typeface="+mn-ea"/>
                <a:cs typeface="+mn-cs"/>
              </a:rPr>
              <a:t>https://docs.microsoft.com/en-us/learn/modules/secure-access-azure-identity-services/2-compare-authentication-authorization</a:t>
            </a:r>
            <a:endParaRPr lang="en-US" dirty="0"/>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fld id="{386CE63F-9E7F-4C04-9D0D-FCA25A8E9E86}" type="datetime8">
              <a:rPr lang="en-US" smtClean="0"/>
              <a:t>7/13/2022 11:19 PM</a:t>
            </a:fld>
            <a:endParaRPr lang="en-US"/>
          </a:p>
        </p:txBody>
      </p:sp>
      <p:sp>
        <p:nvSpPr>
          <p:cNvPr id="7" name="Slide Number Placeholder 6"/>
          <p:cNvSpPr>
            <a:spLocks noGrp="1"/>
          </p:cNvSpPr>
          <p:nvPr>
            <p:ph type="sldNum" sz="quarter" idx="5"/>
          </p:nvPr>
        </p:nvSpPr>
        <p:spPr/>
        <p:txBody>
          <a:bodyPr/>
          <a:lstStyle/>
          <a:p>
            <a:fld id="{B4008EB6-D09E-4580-8CD6-DDB14511944F}" type="slidenum">
              <a:rPr lang="en-US" smtClean="0"/>
              <a:pPr/>
              <a:t>9</a:t>
            </a:fld>
            <a:endParaRPr lang="en-US"/>
          </a:p>
        </p:txBody>
      </p:sp>
    </p:spTree>
    <p:extLst>
      <p:ext uri="{BB962C8B-B14F-4D97-AF65-F5344CB8AC3E}">
        <p14:creationId xmlns:p14="http://schemas.microsoft.com/office/powerpoint/2010/main" val="58623737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367" rtl="0" eaLnBrk="1" fontAlgn="auto" latinLnBrk="0" hangingPunct="1">
              <a:lnSpc>
                <a:spcPct val="90000"/>
              </a:lnSpc>
              <a:spcBef>
                <a:spcPts val="0"/>
              </a:spcBef>
              <a:spcAft>
                <a:spcPts val="333"/>
              </a:spcAft>
              <a:buClrTx/>
              <a:buSzTx/>
              <a:buFontTx/>
              <a:buNone/>
              <a:tabLst/>
              <a:defRPr/>
            </a:pPr>
            <a:r>
              <a:rPr lang="en-IE" sz="900" b="0" kern="1200" dirty="0">
                <a:solidFill>
                  <a:schemeClr val="tx1"/>
                </a:solidFill>
                <a:effectLst/>
                <a:latin typeface="Segoe UI Light" pitchFamily="34" charset="0"/>
                <a:ea typeface="+mn-ea"/>
                <a:cs typeface="+mn-cs"/>
              </a:rPr>
              <a:t>https://docs.microsoft.com/learn/modules/describe-azure-identity-access-security/6-role-based-access-control</a:t>
            </a:r>
          </a:p>
          <a:p>
            <a:pPr marL="0" marR="0" lvl="0" indent="0" algn="l" defTabSz="914367" rtl="0" eaLnBrk="1" fontAlgn="auto" latinLnBrk="0" hangingPunct="1">
              <a:lnSpc>
                <a:spcPct val="90000"/>
              </a:lnSpc>
              <a:spcBef>
                <a:spcPts val="0"/>
              </a:spcBef>
              <a:spcAft>
                <a:spcPts val="333"/>
              </a:spcAft>
              <a:buClrTx/>
              <a:buSzTx/>
              <a:buFontTx/>
              <a:buNone/>
              <a:tabLst/>
              <a:defRPr/>
            </a:pPr>
            <a:endParaRPr lang="en-IE" sz="900" b="0" i="0" u="none" strike="noStrike" kern="1200" dirty="0">
              <a:solidFill>
                <a:schemeClr val="tx1"/>
              </a:solidFill>
              <a:effectLst/>
              <a:latin typeface="Segoe UI Light" pitchFamily="34" charset="0"/>
              <a:ea typeface="+mn-ea"/>
              <a:cs typeface="+mn-cs"/>
            </a:endParaRPr>
          </a:p>
          <a:p>
            <a:r>
              <a:rPr lang="en-IE" sz="900" b="1" kern="1200" dirty="0">
                <a:solidFill>
                  <a:schemeClr val="tx1"/>
                </a:solidFill>
                <a:effectLst/>
                <a:latin typeface="Segoe UI Light" pitchFamily="34" charset="0"/>
                <a:ea typeface="+mn-ea"/>
                <a:cs typeface="+mn-cs"/>
              </a:rPr>
              <a:t>Azure RBAC </a:t>
            </a:r>
            <a:r>
              <a:rPr lang="en-IE" sz="900" b="0" kern="1200" dirty="0">
                <a:solidFill>
                  <a:schemeClr val="tx1"/>
                </a:solidFill>
                <a:effectLst/>
                <a:latin typeface="Segoe UI Light" pitchFamily="34" charset="0"/>
                <a:ea typeface="+mn-ea"/>
                <a:cs typeface="+mn-cs"/>
              </a:rPr>
              <a:t>- </a:t>
            </a:r>
            <a:r>
              <a:rPr lang="en-IE" sz="900" b="0" i="0" u="none" strike="noStrike" kern="1200" dirty="0">
                <a:solidFill>
                  <a:schemeClr val="tx1"/>
                </a:solidFill>
                <a:effectLst/>
                <a:latin typeface="Segoe UI Light" pitchFamily="34" charset="0"/>
                <a:ea typeface="+mn-ea"/>
                <a:cs typeface="+mn-cs"/>
              </a:rPr>
              <a:t>https://docs.microsoft.com/en-us/azure/role-based-access-control/overview</a:t>
            </a:r>
          </a:p>
          <a:p>
            <a:endParaRPr lang="en-IE" sz="900" b="0" i="0" u="none" strike="noStrike" kern="1200" dirty="0">
              <a:solidFill>
                <a:schemeClr val="tx1"/>
              </a:solidFill>
              <a:effectLst/>
              <a:latin typeface="Segoe UI Light" pitchFamily="34" charset="0"/>
              <a:ea typeface="+mn-ea"/>
              <a:cs typeface="+mn-cs"/>
            </a:endParaRPr>
          </a:p>
          <a:p>
            <a:r>
              <a:rPr lang="en-US" sz="900" b="1" dirty="0"/>
              <a:t>Learn and SkillPipe content order note:</a:t>
            </a:r>
          </a:p>
          <a:p>
            <a:r>
              <a:rPr lang="en-US" sz="900" dirty="0"/>
              <a:t>https://docs.microsoft.com/en-us/learn/modules/build-cloud-governance-strategy-azure/4-control-access-azure-rbac</a:t>
            </a:r>
            <a:endParaRPr lang="en-IE" sz="900" b="0" kern="1200" dirty="0">
              <a:solidFill>
                <a:schemeClr val="tx1"/>
              </a:solidFill>
              <a:effectLst/>
              <a:latin typeface="Segoe UI Light" pitchFamily="34" charset="0"/>
              <a:ea typeface="+mn-ea"/>
              <a:cs typeface="+mn-cs"/>
            </a:endParaRPr>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72E0C910-0166-48E0-B8EF-5071277A02A8}" type="datetime8">
              <a:rPr lang="en-US" smtClean="0"/>
              <a:t>7/13/2022 11:19 PM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10</a:t>
            </a:fld>
            <a:endParaRPr lang="en-US" dirty="0"/>
          </a:p>
        </p:txBody>
      </p:sp>
    </p:spTree>
    <p:extLst>
      <p:ext uri="{BB962C8B-B14F-4D97-AF65-F5344CB8AC3E}">
        <p14:creationId xmlns:p14="http://schemas.microsoft.com/office/powerpoint/2010/main" val="13875714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367" rtl="0" eaLnBrk="1" fontAlgn="auto" latinLnBrk="0" hangingPunct="1">
              <a:lnSpc>
                <a:spcPct val="90000"/>
              </a:lnSpc>
              <a:spcBef>
                <a:spcPts val="0"/>
              </a:spcBef>
              <a:spcAft>
                <a:spcPts val="333"/>
              </a:spcAft>
              <a:buClrTx/>
              <a:buSzTx/>
              <a:buFontTx/>
              <a:buNone/>
              <a:tabLst/>
              <a:defRPr/>
            </a:pPr>
            <a:r>
              <a:rPr lang="en-IE" sz="2000" b="0" kern="1200" dirty="0">
                <a:solidFill>
                  <a:schemeClr val="tx1"/>
                </a:solidFill>
                <a:effectLst/>
                <a:latin typeface="Segoe UI Light" pitchFamily="34" charset="0"/>
                <a:ea typeface="+mn-ea"/>
                <a:cs typeface="+mn-cs"/>
              </a:rPr>
              <a:t>https://docs.microsoft.com/learn/modules/describe-azure-identity-access-security/9-describe-microsoft-defender-for-cloud</a:t>
            </a:r>
          </a:p>
          <a:p>
            <a:pPr marL="0" marR="0" lvl="0" indent="0" algn="l" defTabSz="914367" rtl="0" eaLnBrk="1" fontAlgn="auto" latinLnBrk="0" hangingPunct="1">
              <a:lnSpc>
                <a:spcPct val="90000"/>
              </a:lnSpc>
              <a:spcBef>
                <a:spcPts val="0"/>
              </a:spcBef>
              <a:spcAft>
                <a:spcPts val="333"/>
              </a:spcAft>
              <a:buClrTx/>
              <a:buSzTx/>
              <a:buFontTx/>
              <a:buNone/>
              <a:tabLst/>
              <a:defRPr/>
            </a:pPr>
            <a:endParaRPr lang="en-IE" sz="2000" b="0" i="0" u="none" strike="noStrike" kern="1200" dirty="0">
              <a:solidFill>
                <a:schemeClr val="tx1"/>
              </a:solidFill>
              <a:effectLst/>
              <a:latin typeface="Segoe UI Light" pitchFamily="34" charset="0"/>
              <a:ea typeface="+mn-ea"/>
              <a:cs typeface="+mn-cs"/>
            </a:endParaRPr>
          </a:p>
          <a:p>
            <a:r>
              <a:rPr lang="en-US" sz="2000" b="0" i="0" dirty="0">
                <a:solidFill>
                  <a:srgbClr val="171717"/>
                </a:solidFill>
                <a:effectLst/>
                <a:latin typeface="Segoe UI" panose="020B0502040204020203" pitchFamily="34" charset="0"/>
              </a:rPr>
              <a:t>Microsoft Defender for Cloud is a unified infrastructure security management system that strengthens the security posture of your data centers and provides advanced threat protection across your hybrid workloads in the cloud - whether they're in Azure or not - as well as on premises.</a:t>
            </a:r>
          </a:p>
          <a:p>
            <a:pPr algn="l">
              <a:buFont typeface="Arial" panose="020B0604020202020204" pitchFamily="34" charset="0"/>
              <a:buChar char="•"/>
            </a:pPr>
            <a:r>
              <a:rPr lang="en-US" sz="2000" b="1" i="0" dirty="0">
                <a:solidFill>
                  <a:srgbClr val="171717"/>
                </a:solidFill>
                <a:effectLst/>
                <a:latin typeface="Segoe UI" panose="020B0502040204020203" pitchFamily="34" charset="0"/>
              </a:rPr>
              <a:t>Strengthen security posture</a:t>
            </a:r>
            <a:r>
              <a:rPr lang="en-US" sz="2000" b="0" i="0" dirty="0">
                <a:solidFill>
                  <a:srgbClr val="171717"/>
                </a:solidFill>
                <a:effectLst/>
                <a:latin typeface="Segoe UI" panose="020B0502040204020203" pitchFamily="34" charset="0"/>
              </a:rPr>
              <a:t>: Defender for Cloud assesses your environment and enables you to understand the status of your resources, and whether they are secure.</a:t>
            </a:r>
          </a:p>
          <a:p>
            <a:pPr algn="l">
              <a:buFont typeface="Arial" panose="020B0604020202020204" pitchFamily="34" charset="0"/>
              <a:buChar char="•"/>
            </a:pPr>
            <a:r>
              <a:rPr lang="en-US" sz="2000" b="1" i="0" dirty="0">
                <a:solidFill>
                  <a:srgbClr val="171717"/>
                </a:solidFill>
                <a:effectLst/>
                <a:latin typeface="Segoe UI" panose="020B0502040204020203" pitchFamily="34" charset="0"/>
              </a:rPr>
              <a:t>Protect against threats</a:t>
            </a:r>
            <a:r>
              <a:rPr lang="en-US" sz="2000" b="0" i="0" dirty="0">
                <a:solidFill>
                  <a:srgbClr val="171717"/>
                </a:solidFill>
                <a:effectLst/>
                <a:latin typeface="Segoe UI" panose="020B0502040204020203" pitchFamily="34" charset="0"/>
              </a:rPr>
              <a:t>: Defender for Cloud assesses your workloads and raises threat prevention recommendations and security alerts.</a:t>
            </a:r>
          </a:p>
          <a:p>
            <a:pPr algn="l">
              <a:buFont typeface="Arial" panose="020B0604020202020204" pitchFamily="34" charset="0"/>
              <a:buChar char="•"/>
            </a:pPr>
            <a:r>
              <a:rPr lang="en-US" sz="2000" b="1" i="0" dirty="0">
                <a:solidFill>
                  <a:srgbClr val="171717"/>
                </a:solidFill>
                <a:effectLst/>
                <a:latin typeface="Segoe UI" panose="020B0502040204020203" pitchFamily="34" charset="0"/>
              </a:rPr>
              <a:t>Get secure faster</a:t>
            </a:r>
            <a:r>
              <a:rPr lang="en-US" sz="2000" b="0" i="0" dirty="0">
                <a:solidFill>
                  <a:srgbClr val="171717"/>
                </a:solidFill>
                <a:effectLst/>
                <a:latin typeface="Segoe UI" panose="020B0502040204020203" pitchFamily="34" charset="0"/>
              </a:rPr>
              <a:t>: In Defender for Cloud, everything is done in cloud speed. Because it is natively integrated, deployment is easy, providing you with auto-provisioning and protection with Azure services.</a:t>
            </a:r>
          </a:p>
          <a:p>
            <a:pPr marL="0" marR="0" indent="0" algn="ctr" rtl="0" eaLnBrk="1" fontAlgn="auto" latinLnBrk="0" hangingPunct="1">
              <a:spcBef>
                <a:spcPts val="0"/>
              </a:spcBef>
              <a:spcAft>
                <a:spcPts val="0"/>
              </a:spcAft>
            </a:pPr>
            <a:r>
              <a:rPr lang="en-US" sz="1800" b="1" i="0" u="none" strike="noStrike" kern="1200" dirty="0">
                <a:solidFill>
                  <a:srgbClr val="000000"/>
                </a:solidFill>
                <a:effectLst/>
                <a:latin typeface="Segoe UI" panose="020B0502040204020203" pitchFamily="34" charset="0"/>
                <a:cs typeface="Segoe UI Semilight" panose="020B0402040204020203" pitchFamily="34" charset="0"/>
              </a:rPr>
              <a:t>Policy compliance</a:t>
            </a:r>
            <a:endParaRPr lang="en-US" sz="1800" b="0" i="0" u="none" strike="noStrike" dirty="0">
              <a:effectLst/>
              <a:latin typeface="Arial" panose="020B0604020202020204" pitchFamily="34" charset="0"/>
            </a:endParaRPr>
          </a:p>
          <a:p>
            <a:pPr marL="0" marR="0" indent="0" algn="ctr" rtl="0" eaLnBrk="1" fontAlgn="auto" latinLnBrk="0" hangingPunct="1">
              <a:spcBef>
                <a:spcPts val="0"/>
              </a:spcBef>
              <a:spcAft>
                <a:spcPts val="0"/>
              </a:spcAft>
            </a:pPr>
            <a:r>
              <a:rPr lang="en-US" sz="1800" b="0" i="0" dirty="0">
                <a:solidFill>
                  <a:srgbClr val="171717"/>
                </a:solidFill>
                <a:effectLst/>
                <a:latin typeface="Segoe UI" panose="020B0502040204020203" pitchFamily="34" charset="0"/>
              </a:rPr>
              <a:t>Defender for Cloud</a:t>
            </a:r>
            <a:r>
              <a:rPr lang="en-US" sz="1800" b="0" i="0" u="none" strike="noStrike" kern="1200" dirty="0">
                <a:solidFill>
                  <a:srgbClr val="000000"/>
                </a:solidFill>
                <a:effectLst/>
                <a:latin typeface="Segoe UI" panose="020B0502040204020203" pitchFamily="34" charset="0"/>
                <a:cs typeface="Segoe UI Semilight" panose="020B0402040204020203" pitchFamily="34" charset="0"/>
              </a:rPr>
              <a:t> is built on top of Azure Policy controls so you can </a:t>
            </a:r>
            <a:r>
              <a:rPr lang="en-US" sz="1800" b="1" i="0" u="none" strike="noStrike" kern="1200" dirty="0">
                <a:solidFill>
                  <a:srgbClr val="000000"/>
                </a:solidFill>
                <a:effectLst/>
                <a:latin typeface="Segoe UI" panose="020B0502040204020203" pitchFamily="34" charset="0"/>
                <a:cs typeface="Segoe UI Semilight" panose="020B0402040204020203" pitchFamily="34" charset="0"/>
              </a:rPr>
              <a:t>set and monitor</a:t>
            </a:r>
            <a:r>
              <a:rPr lang="en-US" sz="1800" b="0" i="0" u="none" strike="noStrike" kern="1200" dirty="0">
                <a:solidFill>
                  <a:srgbClr val="000000"/>
                </a:solidFill>
                <a:effectLst/>
                <a:latin typeface="Segoe UI" panose="020B0502040204020203" pitchFamily="34" charset="0"/>
                <a:cs typeface="Segoe UI Semilight" panose="020B0402040204020203" pitchFamily="34" charset="0"/>
              </a:rPr>
              <a:t> your policies to run on management groups, across subscriptions, and even for a whole tenant.</a:t>
            </a:r>
            <a:endParaRPr lang="en-US" sz="1800" b="0" i="0" u="none" strike="noStrike" dirty="0">
              <a:effectLst/>
              <a:latin typeface="Arial" panose="020B0604020202020204" pitchFamily="34" charset="0"/>
            </a:endParaRPr>
          </a:p>
          <a:p>
            <a:pPr marL="0" marR="0" indent="0" algn="ctr" rtl="0" eaLnBrk="1" fontAlgn="auto" latinLnBrk="0" hangingPunct="1">
              <a:spcBef>
                <a:spcPts val="0"/>
              </a:spcBef>
              <a:spcAft>
                <a:spcPts val="0"/>
              </a:spcAft>
            </a:pPr>
            <a:r>
              <a:rPr lang="en-US" sz="1800" b="1" i="0" u="none" strike="noStrike" kern="1200" dirty="0">
                <a:solidFill>
                  <a:srgbClr val="000000"/>
                </a:solidFill>
                <a:effectLst/>
                <a:latin typeface="Segoe UI" panose="020B0502040204020203" pitchFamily="34" charset="0"/>
                <a:cs typeface="Segoe UI Semilight" panose="020B0402040204020203" pitchFamily="34" charset="0"/>
              </a:rPr>
              <a:t>Security alerts</a:t>
            </a:r>
            <a:endParaRPr lang="en-US" sz="1800" b="0" i="0" u="none" strike="noStrike" dirty="0">
              <a:effectLst/>
              <a:latin typeface="Arial" panose="020B0604020202020204" pitchFamily="34" charset="0"/>
            </a:endParaRPr>
          </a:p>
          <a:p>
            <a:pPr marL="0" marR="0" indent="0" algn="ctr" rtl="0" eaLnBrk="1" fontAlgn="auto" latinLnBrk="0" hangingPunct="1">
              <a:spcBef>
                <a:spcPts val="0"/>
              </a:spcBef>
              <a:spcAft>
                <a:spcPts val="0"/>
              </a:spcAft>
            </a:pPr>
            <a:r>
              <a:rPr lang="en-US" sz="1800" b="0" i="0" dirty="0">
                <a:solidFill>
                  <a:srgbClr val="171717"/>
                </a:solidFill>
                <a:effectLst/>
                <a:latin typeface="Segoe UI" panose="020B0502040204020203" pitchFamily="34" charset="0"/>
              </a:rPr>
              <a:t>Defender for Cloud</a:t>
            </a:r>
            <a:r>
              <a:rPr lang="en-US" sz="1800" b="0" i="0" u="none" strike="noStrike" kern="1200" dirty="0">
                <a:solidFill>
                  <a:srgbClr val="000000"/>
                </a:solidFill>
                <a:effectLst/>
                <a:latin typeface="Segoe UI" panose="020B0502040204020203" pitchFamily="34" charset="0"/>
                <a:cs typeface="Segoe UI Semilight" panose="020B0402040204020203" pitchFamily="34" charset="0"/>
              </a:rPr>
              <a:t> automatically collects, analyzes, and integrates log data from your Azure resources like firewall and endpoint protection to detect real threats. Then list of prioritized security alerts is shown in </a:t>
            </a:r>
            <a:r>
              <a:rPr lang="en-US" sz="1800" b="0" i="0" dirty="0">
                <a:solidFill>
                  <a:srgbClr val="171717"/>
                </a:solidFill>
                <a:effectLst/>
                <a:latin typeface="Segoe UI" panose="020B0502040204020203" pitchFamily="34" charset="0"/>
              </a:rPr>
              <a:t>Microsoft Defender for Cloud </a:t>
            </a:r>
            <a:r>
              <a:rPr lang="en-US" sz="1800" b="0" i="0" u="none" strike="noStrike" kern="1200" dirty="0">
                <a:solidFill>
                  <a:srgbClr val="000000"/>
                </a:solidFill>
                <a:effectLst/>
                <a:latin typeface="Segoe UI" panose="020B0502040204020203" pitchFamily="34" charset="0"/>
                <a:cs typeface="Segoe UI Semilight" panose="020B0402040204020203" pitchFamily="34" charset="0"/>
              </a:rPr>
              <a:t>along with the information you need to quickly investigate and remediate an attack.</a:t>
            </a:r>
            <a:endParaRPr lang="en-US" sz="1800" b="0" i="0" u="none" strike="noStrike" dirty="0">
              <a:effectLst/>
              <a:latin typeface="Arial" panose="020B0604020202020204" pitchFamily="34" charset="0"/>
            </a:endParaRPr>
          </a:p>
          <a:p>
            <a:pPr marL="0" marR="0" indent="0" algn="ctr" rtl="0" eaLnBrk="1" fontAlgn="auto" latinLnBrk="0" hangingPunct="1">
              <a:spcBef>
                <a:spcPts val="0"/>
              </a:spcBef>
              <a:spcAft>
                <a:spcPts val="0"/>
              </a:spcAft>
            </a:pPr>
            <a:r>
              <a:rPr lang="en-US" sz="1800" b="1" i="0" u="none" strike="noStrike" kern="1200" dirty="0">
                <a:solidFill>
                  <a:srgbClr val="000000"/>
                </a:solidFill>
                <a:effectLst/>
                <a:latin typeface="Segoe UI" panose="020B0502040204020203" pitchFamily="34" charset="0"/>
                <a:cs typeface="Segoe UI Semilight" panose="020B0402040204020203" pitchFamily="34" charset="0"/>
              </a:rPr>
              <a:t>Secure score</a:t>
            </a:r>
            <a:endParaRPr lang="en-US" sz="1800" b="0" i="0" u="none" strike="noStrike" dirty="0">
              <a:effectLst/>
              <a:latin typeface="Arial" panose="020B0604020202020204" pitchFamily="34" charset="0"/>
            </a:endParaRPr>
          </a:p>
          <a:p>
            <a:pPr marL="0" marR="0" indent="0" algn="ctr" rtl="0" eaLnBrk="1" fontAlgn="auto" latinLnBrk="0" hangingPunct="1">
              <a:spcBef>
                <a:spcPts val="0"/>
              </a:spcBef>
              <a:spcAft>
                <a:spcPts val="0"/>
              </a:spcAft>
            </a:pPr>
            <a:r>
              <a:rPr lang="en-US" sz="1800" b="0" i="0" dirty="0">
                <a:solidFill>
                  <a:srgbClr val="171717"/>
                </a:solidFill>
                <a:effectLst/>
                <a:latin typeface="Segoe UI" panose="020B0502040204020203" pitchFamily="34" charset="0"/>
              </a:rPr>
              <a:t>Defender for Cloud </a:t>
            </a:r>
            <a:r>
              <a:rPr lang="en-US" sz="1800" b="0" i="0" u="none" strike="noStrike" kern="1200" dirty="0">
                <a:solidFill>
                  <a:srgbClr val="000000"/>
                </a:solidFill>
                <a:effectLst/>
                <a:latin typeface="Segoe UI" panose="020B0502040204020203" pitchFamily="34" charset="0"/>
                <a:cs typeface="Segoe UI Semilight" panose="020B0402040204020203" pitchFamily="34" charset="0"/>
              </a:rPr>
              <a:t>continually assesses your resources for security issues; then aggregates all the findings into a single score so that you can tell your current security situation.</a:t>
            </a:r>
            <a:endParaRPr lang="en-US" sz="1800" b="0" i="0" u="none" strike="noStrike" dirty="0">
              <a:effectLst/>
              <a:latin typeface="Arial" panose="020B0604020202020204" pitchFamily="34" charset="0"/>
            </a:endParaRPr>
          </a:p>
          <a:p>
            <a:pPr algn="l">
              <a:buFont typeface="Arial" panose="020B0604020202020204" pitchFamily="34" charset="0"/>
              <a:buNone/>
            </a:pPr>
            <a:endParaRPr lang="en-US" sz="2000" b="0" i="0" dirty="0">
              <a:solidFill>
                <a:srgbClr val="171717"/>
              </a:solidFill>
              <a:effectLst/>
              <a:latin typeface="Segoe UI" panose="020B0502040204020203" pitchFamily="34" charset="0"/>
            </a:endParaRPr>
          </a:p>
          <a:p>
            <a:endParaRPr lang="en-IE" sz="900" b="1" i="0" u="none" strike="noStrike" kern="1200" dirty="0">
              <a:solidFill>
                <a:schemeClr val="tx1"/>
              </a:solidFill>
              <a:effectLst/>
              <a:latin typeface="Segoe UI Light" pitchFamily="34" charset="0"/>
              <a:ea typeface="+mn-ea"/>
              <a:cs typeface="+mn-cs"/>
            </a:endParaRPr>
          </a:p>
          <a:p>
            <a:r>
              <a:rPr lang="en-IE" sz="900" b="1" i="0" u="none" strike="noStrike" kern="1200" dirty="0">
                <a:solidFill>
                  <a:schemeClr val="tx1"/>
                </a:solidFill>
                <a:effectLst/>
                <a:latin typeface="Segoe UI Light" pitchFamily="34" charset="0"/>
                <a:ea typeface="+mn-ea"/>
                <a:cs typeface="+mn-cs"/>
              </a:rPr>
              <a:t>Microsoft Defender for Cloud </a:t>
            </a:r>
            <a:r>
              <a:rPr lang="en-IE" sz="900" b="0" i="0" u="none" strike="noStrike" kern="1200" dirty="0">
                <a:solidFill>
                  <a:schemeClr val="tx1"/>
                </a:solidFill>
                <a:effectLst/>
                <a:latin typeface="Segoe UI Light" pitchFamily="34" charset="0"/>
                <a:ea typeface="+mn-ea"/>
                <a:cs typeface="+mn-cs"/>
              </a:rPr>
              <a:t>- https://azure.microsoft.com/en-us/services/defender-for-cloud/</a:t>
            </a:r>
          </a:p>
          <a:p>
            <a:endParaRPr lang="en-IE" sz="900" b="0" i="0" u="none" strike="noStrike" kern="1200" dirty="0">
              <a:solidFill>
                <a:schemeClr val="tx1"/>
              </a:solidFill>
              <a:effectLst/>
              <a:latin typeface="Segoe UI Light" pitchFamily="34" charset="0"/>
              <a:ea typeface="+mn-ea"/>
              <a:cs typeface="+mn-cs"/>
            </a:endParaRPr>
          </a:p>
          <a:p>
            <a:r>
              <a:rPr lang="en-US" sz="1400" b="1" dirty="0"/>
              <a:t>Learn and SkillPipe content order note:</a:t>
            </a:r>
          </a:p>
          <a:p>
            <a:r>
              <a:rPr lang="en-US" sz="1400" b="0" dirty="0"/>
              <a:t>Slides 6 &amp; 8-9</a:t>
            </a:r>
          </a:p>
          <a:p>
            <a:r>
              <a:rPr lang="en-US" sz="1400" b="0" dirty="0"/>
              <a:t>https://docs.microsoft.com/en-us/learn/modules/protect-against-security-threats-azure/2-protect-threats-security-center</a:t>
            </a:r>
            <a:endParaRPr lang="en-US" sz="1400" dirty="0"/>
          </a:p>
          <a:p>
            <a:endParaRPr lang="en-IE" sz="900" b="0" i="0" u="none" strike="noStrike" kern="1200" dirty="0">
              <a:solidFill>
                <a:schemeClr val="tx1"/>
              </a:solidFill>
              <a:effectLst/>
              <a:latin typeface="Segoe UI Light" pitchFamily="34" charset="0"/>
              <a:ea typeface="+mn-ea"/>
              <a:cs typeface="+mn-cs"/>
            </a:endParaRPr>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9427A7F7-BB1E-479D-AFAA-B52F4D0C99F2}" type="datetime8">
              <a:rPr lang="en-US" smtClean="0"/>
              <a:t>7/13/2022 11:19 PM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11</a:t>
            </a:fld>
            <a:endParaRPr lang="en-US" dirty="0"/>
          </a:p>
        </p:txBody>
      </p:sp>
    </p:spTree>
    <p:extLst>
      <p:ext uri="{BB962C8B-B14F-4D97-AF65-F5344CB8AC3E}">
        <p14:creationId xmlns:p14="http://schemas.microsoft.com/office/powerpoint/2010/main" val="160592770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https://docs.microsoft.com/learn/modules/describe-features-tools-azure-for-governance-compliance</a:t>
            </a:r>
          </a:p>
        </p:txBody>
      </p:sp>
      <p:sp>
        <p:nvSpPr>
          <p:cNvPr id="4" name="Slide Number Placeholder 3"/>
          <p:cNvSpPr>
            <a:spLocks noGrp="1"/>
          </p:cNvSpPr>
          <p:nvPr>
            <p:ph type="sldNum" sz="quarter" idx="5"/>
          </p:nvPr>
        </p:nvSpPr>
        <p:spPr/>
        <p:txBody>
          <a:bodyPr/>
          <a:lstStyle/>
          <a:p>
            <a:fld id="{560F4860-B975-4C5E-9E23-C8E24EBF595D}" type="slidenum">
              <a:rPr lang="en-US" smtClean="0"/>
              <a:t>12</a:t>
            </a:fld>
            <a:endParaRPr lang="en-US"/>
          </a:p>
        </p:txBody>
      </p:sp>
    </p:spTree>
    <p:extLst>
      <p:ext uri="{BB962C8B-B14F-4D97-AF65-F5344CB8AC3E}">
        <p14:creationId xmlns:p14="http://schemas.microsoft.com/office/powerpoint/2010/main" val="14293246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sz="900" b="0" kern="1200" dirty="0">
                <a:solidFill>
                  <a:schemeClr val="tx1"/>
                </a:solidFill>
                <a:effectLst/>
                <a:latin typeface="Segoe UI Light" pitchFamily="34" charset="0"/>
                <a:ea typeface="+mn-ea"/>
                <a:cs typeface="+mn-cs"/>
              </a:rPr>
              <a:t>https://docs.microsoft.com/learn/modules/describe-features-tools-azure-for-governance-compliance/3-describe-purpose-of-azure-policy</a:t>
            </a:r>
          </a:p>
          <a:p>
            <a:endParaRPr lang="en-IE" sz="900" b="1" kern="1200" dirty="0">
              <a:solidFill>
                <a:schemeClr val="tx1"/>
              </a:solidFill>
              <a:effectLst/>
              <a:latin typeface="Segoe UI Light" pitchFamily="34" charset="0"/>
              <a:ea typeface="+mn-ea"/>
              <a:cs typeface="+mn-cs"/>
            </a:endParaRPr>
          </a:p>
          <a:p>
            <a:r>
              <a:rPr lang="en-IE" sz="900" b="1" kern="1200" dirty="0">
                <a:solidFill>
                  <a:schemeClr val="tx1"/>
                </a:solidFill>
                <a:effectLst/>
                <a:latin typeface="Segoe UI Light" pitchFamily="34" charset="0"/>
                <a:ea typeface="+mn-ea"/>
                <a:cs typeface="+mn-cs"/>
              </a:rPr>
              <a:t>Azure Policy </a:t>
            </a:r>
            <a:r>
              <a:rPr lang="en-IE" sz="900" kern="1200" dirty="0">
                <a:solidFill>
                  <a:schemeClr val="tx1"/>
                </a:solidFill>
                <a:effectLst/>
                <a:latin typeface="Segoe UI Light" pitchFamily="34" charset="0"/>
                <a:ea typeface="+mn-ea"/>
                <a:cs typeface="+mn-cs"/>
              </a:rPr>
              <a:t>- </a:t>
            </a:r>
            <a:r>
              <a:rPr lang="en-IE" sz="900" b="0" i="0" u="none" strike="noStrike" kern="1200" dirty="0">
                <a:solidFill>
                  <a:schemeClr val="tx1"/>
                </a:solidFill>
                <a:effectLst/>
                <a:latin typeface="Segoe UI Light" pitchFamily="34" charset="0"/>
                <a:ea typeface="+mn-ea"/>
                <a:cs typeface="+mn-cs"/>
              </a:rPr>
              <a:t>https://azure.microsoft.com/en-us/services/azure-policy</a:t>
            </a:r>
          </a:p>
          <a:p>
            <a:endParaRPr lang="en-IE" sz="900" b="0" i="0" u="none" strike="noStrike" kern="1200" dirty="0">
              <a:solidFill>
                <a:schemeClr val="tx1"/>
              </a:solidFill>
              <a:effectLst/>
              <a:latin typeface="Segoe UI Light" pitchFamily="34" charset="0"/>
              <a:ea typeface="+mn-ea"/>
              <a:cs typeface="+mn-cs"/>
            </a:endParaRPr>
          </a:p>
          <a:p>
            <a:pPr marL="0" indent="0">
              <a:buNone/>
            </a:pPr>
            <a:r>
              <a:rPr lang="en-US" noProof="0" dirty="0"/>
              <a:t>Stay compliant with your corporate standards and service level agreements (SLAs) by using policy definitions to enforce rules and effects for your Azure resources.</a:t>
            </a:r>
          </a:p>
          <a:p>
            <a:pPr lvl="1">
              <a:lnSpc>
                <a:spcPct val="114000"/>
              </a:lnSpc>
            </a:pPr>
            <a:r>
              <a:rPr lang="en-US" sz="2800" dirty="0">
                <a:latin typeface="Segoe UI Semilight" panose="020B0402040204020203" pitchFamily="34" charset="0"/>
                <a:cs typeface="Segoe UI Semilight" panose="020B0402040204020203" pitchFamily="34" charset="0"/>
              </a:rPr>
              <a:t>Evaluates and identifies Azure resources that do not comply with your policies.</a:t>
            </a:r>
          </a:p>
          <a:p>
            <a:pPr lvl="1">
              <a:lnSpc>
                <a:spcPct val="114000"/>
              </a:lnSpc>
            </a:pPr>
            <a:r>
              <a:rPr lang="en-US" sz="2800" dirty="0">
                <a:latin typeface="Segoe UI Semilight" panose="020B0402040204020203" pitchFamily="34" charset="0"/>
                <a:cs typeface="Segoe UI Semilight" panose="020B0402040204020203" pitchFamily="34" charset="0"/>
              </a:rPr>
              <a:t>Provides built-in policy and initiative definitions, under categories such as Storage, Networking, Compute, Security Center, and Monitoring.</a:t>
            </a:r>
          </a:p>
          <a:p>
            <a:pPr marL="107153" lvl="1" indent="0">
              <a:lnSpc>
                <a:spcPct val="114000"/>
              </a:lnSpc>
              <a:buNone/>
            </a:pPr>
            <a:endParaRPr lang="en-US" sz="2800" dirty="0">
              <a:latin typeface="Segoe UI Semilight" panose="020B0402040204020203" pitchFamily="34" charset="0"/>
              <a:cs typeface="Segoe UI Semilight" panose="020B0402040204020203" pitchFamily="34" charset="0"/>
            </a:endParaRPr>
          </a:p>
          <a:p>
            <a:endParaRPr lang="en-IE" sz="900" kern="1200" dirty="0">
              <a:solidFill>
                <a:schemeClr val="tx1"/>
              </a:solidFill>
              <a:effectLst/>
              <a:latin typeface="Segoe UI Light" pitchFamily="34" charset="0"/>
              <a:ea typeface="+mn-ea"/>
              <a:cs typeface="+mn-cs"/>
            </a:endParaRPr>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9427A7F7-BB1E-479D-AFAA-B52F4D0C99F2}" type="datetime8">
              <a:rPr lang="en-US" smtClean="0"/>
              <a:t>7/13/2022 11:19 PM</a:t>
            </a:fld>
            <a:endParaRPr lang="en-US"/>
          </a:p>
        </p:txBody>
      </p:sp>
      <p:sp>
        <p:nvSpPr>
          <p:cNvPr id="7" name="Slide Number Placeholder 6"/>
          <p:cNvSpPr>
            <a:spLocks noGrp="1"/>
          </p:cNvSpPr>
          <p:nvPr>
            <p:ph type="sldNum" sz="quarter" idx="13"/>
          </p:nvPr>
        </p:nvSpPr>
        <p:spPr/>
        <p:txBody>
          <a:bodyPr/>
          <a:lstStyle/>
          <a:p>
            <a:fld id="{B4008EB6-D09E-4580-8CD6-DDB14511944F}" type="slidenum">
              <a:rPr lang="en-US" smtClean="0"/>
              <a:pPr/>
              <a:t>13</a:t>
            </a:fld>
            <a:endParaRPr lang="en-US"/>
          </a:p>
        </p:txBody>
      </p:sp>
    </p:spTree>
    <p:extLst>
      <p:ext uri="{BB962C8B-B14F-4D97-AF65-F5344CB8AC3E}">
        <p14:creationId xmlns:p14="http://schemas.microsoft.com/office/powerpoint/2010/main" val="73207156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sz="900" kern="1200" dirty="0">
                <a:solidFill>
                  <a:schemeClr val="tx1"/>
                </a:solidFill>
                <a:effectLst/>
                <a:latin typeface="Segoe UI Light" pitchFamily="34" charset="0"/>
                <a:ea typeface="+mn-ea"/>
                <a:cs typeface="+mn-cs"/>
              </a:rPr>
              <a:t>https://docs.microsoft.com/learn/modules/describe-features-tools-azure-for-governance-compliance/2-describe-purpose-of-azure-blueprints</a:t>
            </a:r>
          </a:p>
          <a:p>
            <a:endParaRPr lang="en-IE" sz="900" kern="1200" dirty="0">
              <a:solidFill>
                <a:schemeClr val="tx1"/>
              </a:solidFill>
              <a:effectLst/>
              <a:latin typeface="Segoe UI Light" pitchFamily="34" charset="0"/>
              <a:ea typeface="+mn-ea"/>
              <a:cs typeface="+mn-cs"/>
            </a:endParaRPr>
          </a:p>
          <a:p>
            <a:r>
              <a:rPr lang="en-IE" sz="900" kern="1200" dirty="0">
                <a:solidFill>
                  <a:schemeClr val="tx1"/>
                </a:solidFill>
                <a:effectLst/>
                <a:latin typeface="Segoe UI Light" pitchFamily="34" charset="0"/>
                <a:ea typeface="+mn-ea"/>
                <a:cs typeface="+mn-cs"/>
              </a:rPr>
              <a:t>Azure Blueprints - </a:t>
            </a:r>
            <a:r>
              <a:rPr lang="en-IE" sz="900" b="0" i="0" u="none" strike="noStrike" kern="1200" dirty="0">
                <a:solidFill>
                  <a:schemeClr val="tx1"/>
                </a:solidFill>
                <a:effectLst/>
                <a:latin typeface="Segoe UI Light" pitchFamily="34" charset="0"/>
                <a:ea typeface="+mn-ea"/>
                <a:cs typeface="+mn-cs"/>
              </a:rPr>
              <a:t>https://azure.microsoft.com/en-us/services/blueprints/ </a:t>
            </a:r>
          </a:p>
          <a:p>
            <a:endParaRPr lang="en-IE" sz="900" b="0" i="0" u="none" strike="noStrike" kern="1200" dirty="0">
              <a:solidFill>
                <a:schemeClr val="tx1"/>
              </a:solidFill>
              <a:effectLst/>
              <a:latin typeface="Segoe UI Light" pitchFamily="34" charset="0"/>
              <a:ea typeface="+mn-ea"/>
              <a:cs typeface="+mn-cs"/>
            </a:endParaRPr>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72E0C910-0166-48E0-B8EF-5071277A02A8}" type="datetime8">
              <a:rPr lang="en-US" smtClean="0"/>
              <a:t>7/13/2022 11:19 PM</a:t>
            </a:fld>
            <a:endParaRPr lang="en-US"/>
          </a:p>
        </p:txBody>
      </p:sp>
      <p:sp>
        <p:nvSpPr>
          <p:cNvPr id="7" name="Slide Number Placeholder 6"/>
          <p:cNvSpPr>
            <a:spLocks noGrp="1"/>
          </p:cNvSpPr>
          <p:nvPr>
            <p:ph type="sldNum" sz="quarter" idx="13"/>
          </p:nvPr>
        </p:nvSpPr>
        <p:spPr/>
        <p:txBody>
          <a:bodyPr/>
          <a:lstStyle/>
          <a:p>
            <a:fld id="{B4008EB6-D09E-4580-8CD6-DDB14511944F}" type="slidenum">
              <a:rPr lang="en-US" smtClean="0"/>
              <a:pPr/>
              <a:t>14</a:t>
            </a:fld>
            <a:endParaRPr lang="en-US"/>
          </a:p>
        </p:txBody>
      </p:sp>
    </p:spTree>
    <p:extLst>
      <p:ext uri="{BB962C8B-B14F-4D97-AF65-F5344CB8AC3E}">
        <p14:creationId xmlns:p14="http://schemas.microsoft.com/office/powerpoint/2010/main" val="200699886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a:t>
            </a:r>
          </a:p>
        </p:txBody>
      </p:sp>
      <p:sp>
        <p:nvSpPr>
          <p:cNvPr id="6" name="Slide Number Placeholder 5"/>
          <p:cNvSpPr>
            <a:spLocks noGrp="1"/>
          </p:cNvSpPr>
          <p:nvPr>
            <p:ph type="sldNum" sz="quarter" idx="5"/>
          </p:nvPr>
        </p:nvSpPr>
        <p:spPr/>
        <p:txBody>
          <a:bodyPr/>
          <a:lstStyle/>
          <a:p>
            <a:fld id="{B4008EB6-D09E-4580-8CD6-DDB14511944F}" type="slidenum">
              <a:rPr lang="en-US" smtClean="0"/>
              <a:pPr/>
              <a:t>15</a:t>
            </a:fld>
            <a:endParaRPr lang="en-US" dirty="0"/>
          </a:p>
        </p:txBody>
      </p:sp>
    </p:spTree>
    <p:extLst>
      <p:ext uri="{BB962C8B-B14F-4D97-AF65-F5344CB8AC3E}">
        <p14:creationId xmlns:p14="http://schemas.microsoft.com/office/powerpoint/2010/main" val="186578724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a:t>
            </a:r>
          </a:p>
        </p:txBody>
      </p:sp>
      <p:sp>
        <p:nvSpPr>
          <p:cNvPr id="6" name="Slide Number Placeholder 5"/>
          <p:cNvSpPr>
            <a:spLocks noGrp="1"/>
          </p:cNvSpPr>
          <p:nvPr>
            <p:ph type="sldNum" sz="quarter" idx="5"/>
          </p:nvPr>
        </p:nvSpPr>
        <p:spPr/>
        <p:txBody>
          <a:bodyPr/>
          <a:lstStyle/>
          <a:p>
            <a:fld id="{B4008EB6-D09E-4580-8CD6-DDB14511944F}" type="slidenum">
              <a:rPr lang="en-US" smtClean="0"/>
              <a:pPr/>
              <a:t>16</a:t>
            </a:fld>
            <a:endParaRPr lang="en-US" dirty="0"/>
          </a:p>
        </p:txBody>
      </p:sp>
    </p:spTree>
    <p:extLst>
      <p:ext uri="{BB962C8B-B14F-4D97-AF65-F5344CB8AC3E}">
        <p14:creationId xmlns:p14="http://schemas.microsoft.com/office/powerpoint/2010/main" val="186578724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sz="900" b="0" kern="1200" dirty="0">
                <a:solidFill>
                  <a:schemeClr val="tx1"/>
                </a:solidFill>
                <a:effectLst/>
                <a:latin typeface="Segoe UI Light" pitchFamily="34" charset="0"/>
                <a:ea typeface="+mn-ea"/>
                <a:cs typeface="+mn-cs"/>
              </a:rPr>
              <a:t>https://docs.microsoft.com/learn/modules/describe-features-tools-azure-for-governance-compliance/4-describe-purpose-of-resource-locks</a:t>
            </a:r>
          </a:p>
          <a:p>
            <a:endParaRPr lang="en-IE" sz="900" b="1" kern="1200" dirty="0">
              <a:solidFill>
                <a:schemeClr val="tx1"/>
              </a:solidFill>
              <a:effectLst/>
              <a:latin typeface="Segoe UI Light" pitchFamily="34" charset="0"/>
              <a:ea typeface="+mn-ea"/>
              <a:cs typeface="+mn-cs"/>
            </a:endParaRPr>
          </a:p>
          <a:p>
            <a:r>
              <a:rPr lang="en-IE" sz="900" b="1" kern="1200" dirty="0">
                <a:solidFill>
                  <a:schemeClr val="tx1"/>
                </a:solidFill>
                <a:effectLst/>
                <a:latin typeface="Segoe UI Light" pitchFamily="34" charset="0"/>
                <a:ea typeface="+mn-ea"/>
                <a:cs typeface="+mn-cs"/>
              </a:rPr>
              <a:t>Resource Locks </a:t>
            </a:r>
            <a:r>
              <a:rPr lang="en-IE" sz="900" kern="1200" dirty="0">
                <a:solidFill>
                  <a:schemeClr val="tx1"/>
                </a:solidFill>
                <a:effectLst/>
                <a:latin typeface="Segoe UI Light" pitchFamily="34" charset="0"/>
                <a:ea typeface="+mn-ea"/>
                <a:cs typeface="+mn-cs"/>
              </a:rPr>
              <a:t>- </a:t>
            </a:r>
            <a:r>
              <a:rPr lang="en-IE" sz="900" b="0" i="0" u="none" strike="noStrike" kern="1200" dirty="0">
                <a:solidFill>
                  <a:schemeClr val="tx1"/>
                </a:solidFill>
                <a:effectLst/>
                <a:latin typeface="Segoe UI Light" pitchFamily="34" charset="0"/>
                <a:ea typeface="+mn-ea"/>
                <a:cs typeface="+mn-cs"/>
              </a:rPr>
              <a:t>https://docs.microsoft.com/en-us/azure/azure-resource-manager/resource-group-lock-resources</a:t>
            </a:r>
          </a:p>
          <a:p>
            <a:endParaRPr lang="en-IE" sz="900" b="0" i="0" u="none" strike="noStrike" kern="1200" dirty="0">
              <a:solidFill>
                <a:schemeClr val="tx1"/>
              </a:solidFill>
              <a:effectLst/>
              <a:latin typeface="Segoe UI Light" pitchFamily="34" charset="0"/>
              <a:ea typeface="+mn-ea"/>
              <a:cs typeface="+mn-cs"/>
            </a:endParaRPr>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72E0C910-0166-48E0-B8EF-5071277A02A8}" type="datetime8">
              <a:rPr lang="en-US" smtClean="0"/>
              <a:t>7/13/2022 11:19 PM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17</a:t>
            </a:fld>
            <a:endParaRPr lang="en-US" dirty="0"/>
          </a:p>
        </p:txBody>
      </p:sp>
    </p:spTree>
    <p:extLst>
      <p:ext uri="{BB962C8B-B14F-4D97-AF65-F5344CB8AC3E}">
        <p14:creationId xmlns:p14="http://schemas.microsoft.com/office/powerpoint/2010/main" val="160108967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367" rtl="0" eaLnBrk="1" fontAlgn="auto" latinLnBrk="0" hangingPunct="1">
              <a:lnSpc>
                <a:spcPct val="90000"/>
              </a:lnSpc>
              <a:spcBef>
                <a:spcPts val="0"/>
              </a:spcBef>
              <a:spcAft>
                <a:spcPts val="333"/>
              </a:spcAft>
              <a:buClrTx/>
              <a:buSzTx/>
              <a:buFontTx/>
              <a:buNone/>
              <a:tabLst/>
              <a:defRPr/>
            </a:pPr>
            <a:r>
              <a:rPr lang="en-US" sz="882" b="0" kern="1200" dirty="0">
                <a:solidFill>
                  <a:schemeClr val="tx1"/>
                </a:solidFill>
                <a:effectLst/>
                <a:latin typeface="Segoe UI Light" pitchFamily="34" charset="0"/>
                <a:ea typeface="+mn-ea"/>
                <a:cs typeface="+mn-cs"/>
              </a:rPr>
              <a:t>https://docs.microsoft.com/learn/modules/describe-cost-management-azure/7-describe-purpose-of-tags</a:t>
            </a:r>
          </a:p>
          <a:p>
            <a:pPr marL="0" marR="0" lvl="0" indent="0" algn="l" defTabSz="914367" rtl="0" eaLnBrk="1" fontAlgn="auto" latinLnBrk="0" hangingPunct="1">
              <a:lnSpc>
                <a:spcPct val="90000"/>
              </a:lnSpc>
              <a:spcBef>
                <a:spcPts val="0"/>
              </a:spcBef>
              <a:spcAft>
                <a:spcPts val="333"/>
              </a:spcAft>
              <a:buClrTx/>
              <a:buSzTx/>
              <a:buFontTx/>
              <a:buNone/>
              <a:tabLst/>
              <a:defRPr/>
            </a:pPr>
            <a:endParaRPr lang="en-US" sz="882" b="1" kern="1200" dirty="0">
              <a:solidFill>
                <a:schemeClr val="tx1"/>
              </a:solidFill>
              <a:effectLst/>
              <a:latin typeface="Segoe UI Light" pitchFamily="34" charset="0"/>
              <a:ea typeface="+mn-ea"/>
              <a:cs typeface="+mn-cs"/>
            </a:endParaRPr>
          </a:p>
          <a:p>
            <a:pPr marL="0" marR="0" lvl="0" indent="0" algn="l" defTabSz="914367" rtl="0" eaLnBrk="1" fontAlgn="auto" latinLnBrk="0" hangingPunct="1">
              <a:lnSpc>
                <a:spcPct val="90000"/>
              </a:lnSpc>
              <a:spcBef>
                <a:spcPts val="0"/>
              </a:spcBef>
              <a:spcAft>
                <a:spcPts val="333"/>
              </a:spcAft>
              <a:buClrTx/>
              <a:buSzTx/>
              <a:buFontTx/>
              <a:buNone/>
              <a:tabLst/>
              <a:defRPr/>
            </a:pPr>
            <a:r>
              <a:rPr lang="en-US" sz="882" b="1" kern="1200" dirty="0">
                <a:solidFill>
                  <a:schemeClr val="tx1"/>
                </a:solidFill>
                <a:effectLst/>
                <a:latin typeface="Segoe UI Light" pitchFamily="34" charset="0"/>
                <a:ea typeface="+mn-ea"/>
                <a:cs typeface="+mn-cs"/>
              </a:rPr>
              <a:t>Tags - </a:t>
            </a:r>
            <a:r>
              <a:rPr lang="en-US" sz="882" b="0" kern="1200" dirty="0">
                <a:solidFill>
                  <a:schemeClr val="tx1"/>
                </a:solidFill>
                <a:effectLst/>
                <a:latin typeface="Segoe UI Light" pitchFamily="34" charset="0"/>
                <a:ea typeface="+mn-ea"/>
                <a:cs typeface="+mn-cs"/>
              </a:rPr>
              <a:t>https://docs.microsoft.com/en-us/azure/azure-resource-manager/resource-group-using-tags</a:t>
            </a:r>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72E0C910-0166-48E0-B8EF-5071277A02A8}" type="datetime8">
              <a:rPr lang="en-US" smtClean="0"/>
              <a:t>7/13/2022 11:19 PM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18</a:t>
            </a:fld>
            <a:endParaRPr lang="en-US" dirty="0"/>
          </a:p>
        </p:txBody>
      </p:sp>
    </p:spTree>
    <p:extLst>
      <p:ext uri="{BB962C8B-B14F-4D97-AF65-F5344CB8AC3E}">
        <p14:creationId xmlns:p14="http://schemas.microsoft.com/office/powerpoint/2010/main" val="38657224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sz="1800" dirty="0">
                <a:solidFill>
                  <a:srgbClr val="000000"/>
                </a:solidFill>
                <a:effectLst/>
                <a:latin typeface="Segoe UI Light" panose="020B0502040204020203" pitchFamily="34" charset="0"/>
              </a:rPr>
              <a:t>https://docs.microsoft.com/learn/modules/describe-features-tools-azure-for-governance-compliance/5-exercise-configure-resource-lock</a:t>
            </a:r>
          </a:p>
          <a:p>
            <a:pPr algn="l"/>
            <a:endParaRPr lang="en-US" sz="1800" dirty="0">
              <a:solidFill>
                <a:srgbClr val="000000"/>
              </a:solidFill>
              <a:effectLst/>
              <a:latin typeface="Segoe UI Light" panose="020B0502040204020203" pitchFamily="34" charset="0"/>
            </a:endParaRPr>
          </a:p>
          <a:p>
            <a:pPr algn="l"/>
            <a:r>
              <a:rPr lang="en-US" sz="1800" b="1" dirty="0">
                <a:solidFill>
                  <a:srgbClr val="000000"/>
                </a:solidFill>
                <a:effectLst/>
                <a:latin typeface="Segoe UI Light" panose="020B0502040204020203" pitchFamily="34" charset="0"/>
              </a:rPr>
              <a:t>NOTE:</a:t>
            </a:r>
            <a:r>
              <a:rPr lang="en-US" sz="1800" dirty="0">
                <a:solidFill>
                  <a:srgbClr val="000000"/>
                </a:solidFill>
                <a:effectLst/>
                <a:latin typeface="Segoe UI Light" panose="020B0502040204020203" pitchFamily="34" charset="0"/>
              </a:rPr>
              <a:t> This is a bring your own subscription exercise. This will fully work in the Azure free trial, but the learner will need an actual Azure subscription for this exercise. May be better to do as a demo.</a:t>
            </a:r>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fld id="{386CE63F-9E7F-4C04-9D0D-FCA25A8E9E86}" type="datetime8">
              <a:rPr lang="en-US" smtClean="0"/>
              <a:t>7/13/2022 11:19 PM</a:t>
            </a:fld>
            <a:endParaRPr lang="en-US"/>
          </a:p>
        </p:txBody>
      </p:sp>
      <p:sp>
        <p:nvSpPr>
          <p:cNvPr id="7" name="Slide Number Placeholder 6"/>
          <p:cNvSpPr>
            <a:spLocks noGrp="1"/>
          </p:cNvSpPr>
          <p:nvPr>
            <p:ph type="sldNum" sz="quarter" idx="5"/>
          </p:nvPr>
        </p:nvSpPr>
        <p:spPr/>
        <p:txBody>
          <a:bodyPr/>
          <a:lstStyle/>
          <a:p>
            <a:fld id="{B4008EB6-D09E-4580-8CD6-DDB14511944F}" type="slidenum">
              <a:rPr lang="en-US" smtClean="0"/>
              <a:pPr/>
              <a:t>19</a:t>
            </a:fld>
            <a:endParaRPr lang="en-US"/>
          </a:p>
        </p:txBody>
      </p:sp>
    </p:spTree>
    <p:extLst>
      <p:ext uri="{BB962C8B-B14F-4D97-AF65-F5344CB8AC3E}">
        <p14:creationId xmlns:p14="http://schemas.microsoft.com/office/powerpoint/2010/main" val="69328690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https://docs.microsoft.com/learn/modules/describe-features-tools-for-managing-deploying-azure-resources</a:t>
            </a:r>
          </a:p>
        </p:txBody>
      </p:sp>
      <p:sp>
        <p:nvSpPr>
          <p:cNvPr id="4" name="Slide Number Placeholder 3"/>
          <p:cNvSpPr>
            <a:spLocks noGrp="1"/>
          </p:cNvSpPr>
          <p:nvPr>
            <p:ph type="sldNum" sz="quarter" idx="5"/>
          </p:nvPr>
        </p:nvSpPr>
        <p:spPr/>
        <p:txBody>
          <a:bodyPr/>
          <a:lstStyle/>
          <a:p>
            <a:fld id="{560F4860-B975-4C5E-9E23-C8E24EBF595D}" type="slidenum">
              <a:rPr lang="en-US" smtClean="0"/>
              <a:t>20</a:t>
            </a:fld>
            <a:endParaRPr lang="en-US"/>
          </a:p>
        </p:txBody>
      </p:sp>
    </p:spTree>
    <p:extLst>
      <p:ext uri="{BB962C8B-B14F-4D97-AF65-F5344CB8AC3E}">
        <p14:creationId xmlns:p14="http://schemas.microsoft.com/office/powerpoint/2010/main" val="85068997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367" rtl="0" eaLnBrk="1" fontAlgn="auto" latinLnBrk="0" hangingPunct="1">
              <a:lnSpc>
                <a:spcPct val="90000"/>
              </a:lnSpc>
              <a:spcBef>
                <a:spcPts val="0"/>
              </a:spcBef>
              <a:spcAft>
                <a:spcPts val="333"/>
              </a:spcAft>
              <a:buClrTx/>
              <a:buSzTx/>
              <a:buFontTx/>
              <a:buNone/>
              <a:tabLst/>
              <a:defRPr/>
            </a:pPr>
            <a:r>
              <a:rPr lang="en-US" sz="1000" b="0" kern="1200" dirty="0">
                <a:solidFill>
                  <a:schemeClr val="tx1"/>
                </a:solidFill>
                <a:effectLst/>
                <a:latin typeface="Segoe UI Light" pitchFamily="34" charset="0"/>
                <a:ea typeface="+mn-ea"/>
                <a:cs typeface="+mn-cs"/>
              </a:rPr>
              <a:t>https://docs.microsoft.com/learn/modules/describe-features-tools-for-managing-deploying-azure-resources/2-describe-interacting-azure</a:t>
            </a:r>
            <a:endParaRPr lang="en-IE" sz="900" b="0" u="sng" kern="1200" dirty="0">
              <a:solidFill>
                <a:schemeClr val="tx1"/>
              </a:solidFill>
              <a:effectLst/>
              <a:latin typeface="Segoe UI Light" pitchFamily="34" charset="0"/>
              <a:ea typeface="+mn-ea"/>
              <a:cs typeface="+mn-cs"/>
            </a:endParaRPr>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72E0C910-0166-48E0-B8EF-5071277A02A8}" type="datetime8">
              <a:rPr lang="en-US" smtClean="0"/>
              <a:t>7/13/2022 11:19 PM</a:t>
            </a:fld>
            <a:endParaRPr lang="en-US"/>
          </a:p>
        </p:txBody>
      </p:sp>
      <p:sp>
        <p:nvSpPr>
          <p:cNvPr id="7" name="Slide Number Placeholder 6"/>
          <p:cNvSpPr>
            <a:spLocks noGrp="1"/>
          </p:cNvSpPr>
          <p:nvPr>
            <p:ph type="sldNum" sz="quarter" idx="13"/>
          </p:nvPr>
        </p:nvSpPr>
        <p:spPr/>
        <p:txBody>
          <a:bodyPr/>
          <a:lstStyle/>
          <a:p>
            <a:fld id="{B4008EB6-D09E-4580-8CD6-DDB14511944F}" type="slidenum">
              <a:rPr lang="en-US" smtClean="0"/>
              <a:pPr/>
              <a:t>21</a:t>
            </a:fld>
            <a:endParaRPr lang="en-US"/>
          </a:p>
        </p:txBody>
      </p:sp>
    </p:spTree>
    <p:extLst>
      <p:ext uri="{BB962C8B-B14F-4D97-AF65-F5344CB8AC3E}">
        <p14:creationId xmlns:p14="http://schemas.microsoft.com/office/powerpoint/2010/main" val="277518345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panose="020B0604020202020204" pitchFamily="34" charset="0"/>
              <a:buNone/>
            </a:pPr>
            <a:r>
              <a:rPr lang="en-US" dirty="0"/>
              <a:t>https://docs.microsoft.com/learn/modules/describe-features-tools-for-managing-deploying-azure-resources/4-describe-azure-resource-manager-azure-arm-templates</a:t>
            </a:r>
          </a:p>
          <a:p>
            <a:pPr marL="0" indent="0">
              <a:buFont typeface="Arial" panose="020B0604020202020204" pitchFamily="34" charset="0"/>
              <a:buNone/>
            </a:pPr>
            <a:endParaRPr lang="en-US" dirty="0"/>
          </a:p>
          <a:p>
            <a:pPr marL="457200" indent="-457200">
              <a:buFont typeface="Arial" panose="020B0604020202020204" pitchFamily="34" charset="0"/>
              <a:buChar char="•"/>
            </a:pPr>
            <a:r>
              <a:rPr lang="en-US" dirty="0"/>
              <a:t>Provides a management layer that enables you to create, update, and delete resources in your Azure subscription.</a:t>
            </a:r>
          </a:p>
          <a:p>
            <a:pPr marL="457200" indent="-457200">
              <a:buFont typeface="Arial" panose="020B0604020202020204" pitchFamily="34" charset="0"/>
              <a:buChar char="•"/>
            </a:pPr>
            <a:r>
              <a:rPr lang="en-US" dirty="0"/>
              <a:t>Create, configure, manage and delete resources and resource groups.</a:t>
            </a:r>
          </a:p>
          <a:p>
            <a:pPr marL="457200" indent="-457200">
              <a:buFont typeface="Arial" panose="020B0604020202020204" pitchFamily="34" charset="0"/>
              <a:buChar char="•"/>
            </a:pPr>
            <a:r>
              <a:rPr lang="en-US" dirty="0"/>
              <a:t>Organizes resources.</a:t>
            </a:r>
          </a:p>
          <a:p>
            <a:pPr marL="457200" indent="-457200">
              <a:buFont typeface="Arial" panose="020B0604020202020204" pitchFamily="34" charset="0"/>
              <a:buChar char="•"/>
            </a:pPr>
            <a:r>
              <a:rPr lang="en-US" dirty="0"/>
              <a:t>Controls access and resources.</a:t>
            </a:r>
          </a:p>
          <a:p>
            <a:pPr marL="457200" indent="-457200">
              <a:buFont typeface="Arial" panose="020B0604020202020204" pitchFamily="34" charset="0"/>
              <a:buChar char="•"/>
            </a:pPr>
            <a:r>
              <a:rPr lang="en-US" dirty="0"/>
              <a:t>Automates using different tools and SDKs.</a:t>
            </a:r>
          </a:p>
          <a:p>
            <a:pPr marL="457200" indent="-457200">
              <a:buFont typeface="Arial" panose="020B0604020202020204" pitchFamily="34" charset="0"/>
              <a:buChar char="•"/>
            </a:pPr>
            <a:r>
              <a:rPr lang="en-US" sz="1000" dirty="0"/>
              <a:t>Stores layouts in JSON files.</a:t>
            </a:r>
          </a:p>
          <a:p>
            <a:endParaRPr lang="en-IE" dirty="0"/>
          </a:p>
          <a:p>
            <a:r>
              <a:rPr lang="en-IE" dirty="0"/>
              <a:t>You can view more details about Azure Resource Manager at </a:t>
            </a:r>
            <a:r>
              <a:rPr lang="en-IE" u="sng" dirty="0"/>
              <a:t>https://docs.microsoft.com/en-us/azure/azure-resource-manager</a:t>
            </a:r>
          </a:p>
          <a:p>
            <a:endParaRPr lang="en-IE" u="sng" dirty="0"/>
          </a:p>
          <a:p>
            <a:endParaRPr lang="en-US" dirty="0"/>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72E0C910-0166-48E0-B8EF-5071277A02A8}" type="datetime8">
              <a:rPr lang="en-US" smtClean="0"/>
              <a:t>7/13/2022 11:19 PM</a:t>
            </a:fld>
            <a:endParaRPr lang="en-US"/>
          </a:p>
        </p:txBody>
      </p:sp>
      <p:sp>
        <p:nvSpPr>
          <p:cNvPr id="7" name="Slide Number Placeholder 6"/>
          <p:cNvSpPr>
            <a:spLocks noGrp="1"/>
          </p:cNvSpPr>
          <p:nvPr>
            <p:ph type="sldNum" sz="quarter" idx="13"/>
          </p:nvPr>
        </p:nvSpPr>
        <p:spPr/>
        <p:txBody>
          <a:bodyPr/>
          <a:lstStyle/>
          <a:p>
            <a:fld id="{B4008EB6-D09E-4580-8CD6-DDB14511944F}" type="slidenum">
              <a:rPr lang="en-US" smtClean="0"/>
              <a:pPr/>
              <a:t>22</a:t>
            </a:fld>
            <a:endParaRPr lang="en-US"/>
          </a:p>
        </p:txBody>
      </p:sp>
    </p:spTree>
    <p:extLst>
      <p:ext uri="{BB962C8B-B14F-4D97-AF65-F5344CB8AC3E}">
        <p14:creationId xmlns:p14="http://schemas.microsoft.com/office/powerpoint/2010/main" val="160108967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https://docs.microsoft.com/learn/modules/describe-features-tools-for-managing-deploying-azure-resources/4-describe-azure-resource-manager-azure-arm-templates</a:t>
            </a:r>
          </a:p>
          <a:p>
            <a:endParaRPr lang="en-US" dirty="0"/>
          </a:p>
          <a:p>
            <a:endParaRPr lang="en-US" dirty="0"/>
          </a:p>
          <a:p>
            <a:r>
              <a:rPr lang="en-US" dirty="0"/>
              <a:t>https://azure.microsoft.com/en-us/features/resource-manager/</a:t>
            </a:r>
          </a:p>
          <a:p>
            <a:r>
              <a:rPr lang="en-US" dirty="0"/>
              <a:t>https://docs.microsoft.com/en-us/azure/azure-resource-manager/management/overview</a:t>
            </a:r>
          </a:p>
          <a:p>
            <a:r>
              <a:rPr lang="en-US" dirty="0"/>
              <a:t>https://docs.microsoft.com/en-us/azure/azure-resource-manager/templates/overview</a:t>
            </a:r>
          </a:p>
          <a:p>
            <a:pPr algn="l"/>
            <a:br>
              <a:rPr lang="en-US" b="1" i="0" dirty="0">
                <a:solidFill>
                  <a:srgbClr val="1A1A1F"/>
                </a:solidFill>
                <a:effectLst/>
                <a:latin typeface="Segoe UI" panose="020B0502040204020203" pitchFamily="34" charset="0"/>
              </a:rPr>
            </a:br>
            <a:r>
              <a:rPr lang="en-US" b="1" i="0" dirty="0">
                <a:solidFill>
                  <a:srgbClr val="1A1A1F"/>
                </a:solidFill>
                <a:effectLst/>
                <a:latin typeface="Segoe UI" panose="020B0502040204020203" pitchFamily="34" charset="0"/>
              </a:rPr>
              <a:t>Deploy app resources </a:t>
            </a:r>
            <a:r>
              <a:rPr lang="en-US" b="0" i="0" dirty="0">
                <a:solidFill>
                  <a:srgbClr val="4C4C51"/>
                </a:solidFill>
                <a:effectLst/>
                <a:latin typeface="Segoe UI" panose="020B0502040204020203" pitchFamily="34" charset="0"/>
              </a:rPr>
              <a:t>Azure Resource Manager enables you to repeatedly deploy your app and have confidence your resources are deployed in a consistent state. You define the infrastructure and dependencies for your app in a single declarative template. This template is flexible enough to use for all of your environments such as test, staging or production. If you create a solution from the Azure Marketplace, the solution will automatically include a template that you can use for your app.</a:t>
            </a:r>
          </a:p>
          <a:p>
            <a:pPr algn="l"/>
            <a:r>
              <a:rPr lang="en-US" b="1" i="0" dirty="0">
                <a:solidFill>
                  <a:srgbClr val="1A1A1F"/>
                </a:solidFill>
                <a:effectLst/>
                <a:latin typeface="Segoe UI" panose="020B0502040204020203" pitchFamily="34" charset="0"/>
              </a:rPr>
              <a:t>Organize resources</a:t>
            </a:r>
          </a:p>
          <a:p>
            <a:pPr algn="l"/>
            <a:r>
              <a:rPr lang="en-US" b="0" i="0" dirty="0">
                <a:solidFill>
                  <a:srgbClr val="4C4C51"/>
                </a:solidFill>
                <a:effectLst/>
                <a:latin typeface="Segoe UI" panose="020B0502040204020203" pitchFamily="34" charset="0"/>
              </a:rPr>
              <a:t>Azure Resource Manager makes it easy for you to manage and visualize resources in your app. You no longer have to deploy parts of your app separately and then manually stitch them together. You put resources with a common lifecycle into a resource group that can be deployed or deleted in a single action. You can see which resources are linked by a dependency. You can apply tags to resources to categorize them for management tasks, such as billing.</a:t>
            </a:r>
          </a:p>
          <a:p>
            <a:pPr algn="l"/>
            <a:r>
              <a:rPr lang="en-US" b="1" i="0" dirty="0">
                <a:solidFill>
                  <a:srgbClr val="1A1A1F"/>
                </a:solidFill>
                <a:effectLst/>
                <a:latin typeface="Segoe UI" panose="020B0502040204020203" pitchFamily="34" charset="0"/>
              </a:rPr>
              <a:t>Control access to resources</a:t>
            </a:r>
          </a:p>
          <a:p>
            <a:pPr algn="l"/>
            <a:r>
              <a:rPr lang="en-US" b="0" i="0" dirty="0">
                <a:solidFill>
                  <a:srgbClr val="4C4C51"/>
                </a:solidFill>
                <a:effectLst/>
                <a:latin typeface="Segoe UI" panose="020B0502040204020203" pitchFamily="34" charset="0"/>
              </a:rPr>
              <a:t>With Azure Resource Manager, you can control who in your organization can perform actions on the resources. You manage permissions by defining roles and adding users or groups to the roles. For critical resources, you can apply an explicit lock that prevents users from deleting or modifying the resource. Azure Resource Manager logs all user actions so you can audit those actions. For each action, the audit log contains information about the user, time, events, and status.</a:t>
            </a:r>
          </a:p>
          <a:p>
            <a:pPr algn="l"/>
            <a:endParaRPr lang="en-US" b="0" i="0" dirty="0">
              <a:solidFill>
                <a:srgbClr val="4C4C51"/>
              </a:solidFill>
              <a:effectLst/>
              <a:latin typeface="Segoe UI" panose="020B0502040204020203" pitchFamily="34" charset="0"/>
            </a:endParaRPr>
          </a:p>
        </p:txBody>
      </p:sp>
      <p:sp>
        <p:nvSpPr>
          <p:cNvPr id="4" name="Slide Number Placeholder 3"/>
          <p:cNvSpPr>
            <a:spLocks noGrp="1"/>
          </p:cNvSpPr>
          <p:nvPr>
            <p:ph type="sldNum" sz="quarter" idx="5"/>
          </p:nvPr>
        </p:nvSpPr>
        <p:spPr/>
        <p:txBody>
          <a:bodyPr/>
          <a:lstStyle/>
          <a:p>
            <a:fld id="{560F4860-B975-4C5E-9E23-C8E24EBF595D}" type="slidenum">
              <a:rPr lang="en-US" smtClean="0"/>
              <a:t>23</a:t>
            </a:fld>
            <a:endParaRPr lang="en-US"/>
          </a:p>
        </p:txBody>
      </p:sp>
    </p:spTree>
    <p:extLst>
      <p:ext uri="{BB962C8B-B14F-4D97-AF65-F5344CB8AC3E}">
        <p14:creationId xmlns:p14="http://schemas.microsoft.com/office/powerpoint/2010/main" val="269363591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900"/>
              </a:spcBef>
              <a:spcAft>
                <a:spcPts val="900"/>
              </a:spcAft>
              <a:buClrTx/>
              <a:buSzTx/>
              <a:buFontTx/>
              <a:buNone/>
              <a:tabLst/>
              <a:defRPr/>
            </a:pPr>
            <a:r>
              <a:rPr lang="en-US" sz="1100" b="0" dirty="0">
                <a:solidFill>
                  <a:srgbClr val="000000"/>
                </a:solidFill>
                <a:effectLst/>
                <a:latin typeface="Consolas" panose="020B0609020204030204" pitchFamily="49" charset="0"/>
              </a:rPr>
              <a:t>Student content does not cover all the options shown on the slide.</a:t>
            </a:r>
          </a:p>
          <a:p>
            <a:pPr marL="0" marR="0" lvl="0" indent="0" algn="l" defTabSz="914400" rtl="0" eaLnBrk="1" fontAlgn="auto" latinLnBrk="0" hangingPunct="1">
              <a:lnSpc>
                <a:spcPct val="100000"/>
              </a:lnSpc>
              <a:spcBef>
                <a:spcPts val="900"/>
              </a:spcBef>
              <a:spcAft>
                <a:spcPts val="900"/>
              </a:spcAft>
              <a:buClrTx/>
              <a:buSzTx/>
              <a:buFontTx/>
              <a:buNone/>
              <a:tabLst/>
              <a:defRPr/>
            </a:pPr>
            <a:endParaRPr lang="en-US" sz="1100" b="0" dirty="0">
              <a:solidFill>
                <a:srgbClr val="000000"/>
              </a:solidFill>
              <a:effectLst/>
              <a:latin typeface="Consolas" panose="020B0609020204030204" pitchFamily="49" charset="0"/>
            </a:endParaRPr>
          </a:p>
          <a:p>
            <a:pPr marL="0" marR="0" lvl="0" indent="0" algn="l" defTabSz="914400" rtl="0" eaLnBrk="1" fontAlgn="auto" latinLnBrk="0" hangingPunct="1">
              <a:lnSpc>
                <a:spcPct val="100000"/>
              </a:lnSpc>
              <a:spcBef>
                <a:spcPts val="900"/>
              </a:spcBef>
              <a:spcAft>
                <a:spcPts val="900"/>
              </a:spcAft>
              <a:buClrTx/>
              <a:buSzTx/>
              <a:buFontTx/>
              <a:buNone/>
              <a:tabLst/>
              <a:defRPr/>
            </a:pPr>
            <a:r>
              <a:rPr lang="en-US" sz="1100" b="0" dirty="0">
                <a:solidFill>
                  <a:srgbClr val="000000"/>
                </a:solidFill>
                <a:effectLst/>
                <a:latin typeface="Consolas" panose="020B0609020204030204" pitchFamily="49" charset="0"/>
              </a:rPr>
              <a:t>Azure Resource Manager (ARM) templates</a:t>
            </a:r>
            <a:r>
              <a:rPr lang="en-US" sz="1100" b="0" dirty="0">
                <a:solidFill>
                  <a:srgbClr val="A31515"/>
                </a:solidFill>
                <a:effectLst/>
                <a:latin typeface="Consolas" panose="020B0609020204030204" pitchFamily="49" charset="0"/>
              </a:rPr>
              <a:t> - https://docs.microsoft.com/azure/azure-resource-manager/templates/overview</a:t>
            </a:r>
            <a:endParaRPr lang="en-US" sz="1100" b="0" dirty="0">
              <a:solidFill>
                <a:srgbClr val="000000"/>
              </a:solidFill>
              <a:effectLst/>
              <a:latin typeface="Consolas" panose="020B0609020204030204" pitchFamily="49" charset="0"/>
            </a:endParaRPr>
          </a:p>
          <a:p>
            <a:pPr marL="0" marR="0" lvl="0" indent="0" algn="l" defTabSz="914400" rtl="0" eaLnBrk="1" fontAlgn="auto" latinLnBrk="0" hangingPunct="1">
              <a:lnSpc>
                <a:spcPct val="100000"/>
              </a:lnSpc>
              <a:spcBef>
                <a:spcPts val="900"/>
              </a:spcBef>
              <a:spcAft>
                <a:spcPts val="900"/>
              </a:spcAft>
              <a:buClrTx/>
              <a:buSzTx/>
              <a:buFontTx/>
              <a:buNone/>
              <a:tabLst/>
              <a:defRPr/>
            </a:pPr>
            <a:r>
              <a:rPr lang="en-US" sz="1100" b="0" dirty="0">
                <a:solidFill>
                  <a:srgbClr val="000000"/>
                </a:solidFill>
                <a:effectLst/>
                <a:latin typeface="Consolas" panose="020B0609020204030204" pitchFamily="49" charset="0"/>
              </a:rPr>
              <a:t>Bicep</a:t>
            </a:r>
            <a:r>
              <a:rPr lang="en-US" sz="1100" b="0" dirty="0">
                <a:solidFill>
                  <a:srgbClr val="A31515"/>
                </a:solidFill>
                <a:effectLst/>
                <a:latin typeface="Consolas" panose="020B0609020204030204" pitchFamily="49" charset="0"/>
              </a:rPr>
              <a:t> - https://docs.microsoft.com/azure/azure-resource-manager/bicep/overview</a:t>
            </a:r>
          </a:p>
          <a:p>
            <a:pPr marL="0" marR="0" lvl="0" indent="0" algn="l" defTabSz="914400" rtl="0" eaLnBrk="1" fontAlgn="auto" latinLnBrk="0" hangingPunct="1">
              <a:lnSpc>
                <a:spcPct val="100000"/>
              </a:lnSpc>
              <a:spcBef>
                <a:spcPts val="900"/>
              </a:spcBef>
              <a:spcAft>
                <a:spcPts val="900"/>
              </a:spcAft>
              <a:buClrTx/>
              <a:buSzTx/>
              <a:buFontTx/>
              <a:buNone/>
              <a:tabLst/>
              <a:defRPr/>
            </a:pPr>
            <a:r>
              <a:rPr lang="en-US" sz="1100" b="0" dirty="0">
                <a:solidFill>
                  <a:srgbClr val="A31515"/>
                </a:solidFill>
                <a:effectLst/>
                <a:latin typeface="Consolas" panose="020B0609020204030204" pitchFamily="49" charset="0"/>
              </a:rPr>
              <a:t>Automation deployment - https://docs.microsoft.com/azure/virtual-machines/infrastructure-automation</a:t>
            </a:r>
            <a:endParaRPr lang="en-US" sz="1100" b="0" dirty="0">
              <a:solidFill>
                <a:srgbClr val="000000"/>
              </a:solidFill>
              <a:effectLst/>
              <a:latin typeface="Consolas" panose="020B0609020204030204" pitchFamily="49" charset="0"/>
            </a:endParaRPr>
          </a:p>
          <a:p>
            <a:pPr marL="0" marR="0">
              <a:spcBef>
                <a:spcPts val="900"/>
              </a:spcBef>
              <a:spcAft>
                <a:spcPts val="900"/>
              </a:spcAft>
            </a:pPr>
            <a:r>
              <a:rPr lang="en-US" sz="880" dirty="0">
                <a:effectLst/>
                <a:latin typeface="Segoe UI Light" panose="020B0502040204020203" pitchFamily="34" charset="0"/>
                <a:ea typeface="Calibri" panose="020F0502020204030204" pitchFamily="34" charset="0"/>
                <a:cs typeface="Segoe UI Light" panose="020B0502040204020203" pitchFamily="34" charset="0"/>
              </a:rPr>
              <a:t>Azure DevOps documentation - https://docs.microsoft.com/azure/devops</a:t>
            </a:r>
          </a:p>
          <a:p>
            <a:pPr marL="0" marR="0">
              <a:spcBef>
                <a:spcPts val="900"/>
              </a:spcBef>
              <a:spcAft>
                <a:spcPts val="900"/>
              </a:spcAft>
            </a:pPr>
            <a:r>
              <a:rPr lang="en-US" sz="880" dirty="0">
                <a:effectLst/>
                <a:latin typeface="Segoe UI Light" panose="020B0502040204020203" pitchFamily="34" charset="0"/>
                <a:ea typeface="Calibri" panose="020F0502020204030204" pitchFamily="34" charset="0"/>
                <a:cs typeface="Segoe UI Light" panose="020B0502040204020203" pitchFamily="34" charset="0"/>
              </a:rPr>
              <a:t>GitHub Actions - https://docs.github.com/actions</a:t>
            </a:r>
          </a:p>
          <a:p>
            <a:pPr marL="0" marR="0">
              <a:spcBef>
                <a:spcPts val="900"/>
              </a:spcBef>
              <a:spcAft>
                <a:spcPts val="900"/>
              </a:spcAft>
            </a:pPr>
            <a:r>
              <a:rPr lang="en-US" sz="880" dirty="0">
                <a:effectLst/>
                <a:latin typeface="Segoe UI Light" panose="020B0502040204020203" pitchFamily="34" charset="0"/>
                <a:ea typeface="Calibri" panose="020F0502020204030204" pitchFamily="34" charset="0"/>
                <a:cs typeface="Segoe UI Light" panose="020B0502040204020203" pitchFamily="34" charset="0"/>
              </a:rPr>
              <a:t>Terraform by </a:t>
            </a:r>
            <a:r>
              <a:rPr lang="en-US" sz="880" dirty="0" err="1">
                <a:effectLst/>
                <a:latin typeface="Segoe UI Light" panose="020B0502040204020203" pitchFamily="34" charset="0"/>
                <a:ea typeface="Calibri" panose="020F0502020204030204" pitchFamily="34" charset="0"/>
                <a:cs typeface="Segoe UI Light" panose="020B0502040204020203" pitchFamily="34" charset="0"/>
              </a:rPr>
              <a:t>Hashicorp</a:t>
            </a:r>
            <a:r>
              <a:rPr lang="en-US" sz="880" dirty="0">
                <a:effectLst/>
                <a:latin typeface="Segoe UI Light" panose="020B0502040204020203" pitchFamily="34" charset="0"/>
                <a:ea typeface="Calibri" panose="020F0502020204030204" pitchFamily="34" charset="0"/>
                <a:cs typeface="Segoe UI Light" panose="020B0502040204020203" pitchFamily="34" charset="0"/>
              </a:rPr>
              <a:t> - https://www.terraform.io/</a:t>
            </a:r>
          </a:p>
          <a:p>
            <a:pPr marL="0" marR="0">
              <a:spcBef>
                <a:spcPts val="900"/>
              </a:spcBef>
              <a:spcAft>
                <a:spcPts val="900"/>
              </a:spcAft>
            </a:pPr>
            <a:r>
              <a:rPr lang="en-US" sz="880" dirty="0">
                <a:effectLst/>
                <a:latin typeface="Segoe UI Light" panose="020B0502040204020203" pitchFamily="34" charset="0"/>
                <a:ea typeface="Calibri" panose="020F0502020204030204" pitchFamily="34" charset="0"/>
                <a:cs typeface="Segoe UI Light" panose="020B0502040204020203" pitchFamily="34" charset="0"/>
              </a:rPr>
              <a:t>Jenkins - https://www.jenkins.io/</a:t>
            </a:r>
          </a:p>
          <a:p>
            <a:pPr marL="0" marR="0">
              <a:spcBef>
                <a:spcPts val="900"/>
              </a:spcBef>
              <a:spcAft>
                <a:spcPts val="900"/>
              </a:spcAft>
            </a:pPr>
            <a:endParaRPr lang="en-US" sz="880" dirty="0">
              <a:effectLst/>
              <a:latin typeface="Segoe UI Light" panose="020B0502040204020203" pitchFamily="34" charset="0"/>
              <a:ea typeface="Calibri" panose="020F0502020204030204" pitchFamily="34" charset="0"/>
              <a:cs typeface="Segoe UI Light" panose="020B0502040204020203" pitchFamily="34" charset="0"/>
            </a:endParaRPr>
          </a:p>
          <a:p>
            <a:pPr marL="0" marR="0">
              <a:spcBef>
                <a:spcPts val="900"/>
              </a:spcBef>
              <a:spcAft>
                <a:spcPts val="900"/>
              </a:spcAft>
            </a:pPr>
            <a:r>
              <a:rPr lang="en-US" sz="880" dirty="0">
                <a:effectLst/>
                <a:latin typeface="Segoe UI Light" panose="020B0502040204020203" pitchFamily="34" charset="0"/>
                <a:ea typeface="Calibri" panose="020F0502020204030204" pitchFamily="34" charset="0"/>
                <a:cs typeface="Segoe UI Light" panose="020B0502040204020203" pitchFamily="34" charset="0"/>
              </a:rPr>
              <a:t>Could also mention:</a:t>
            </a:r>
          </a:p>
          <a:p>
            <a:pPr marL="0" marR="0">
              <a:spcBef>
                <a:spcPts val="900"/>
              </a:spcBef>
              <a:spcAft>
                <a:spcPts val="900"/>
              </a:spcAft>
            </a:pPr>
            <a:r>
              <a:rPr lang="en-US" sz="880" dirty="0">
                <a:effectLst/>
                <a:latin typeface="Segoe UI Light" panose="020B0502040204020203" pitchFamily="34" charset="0"/>
                <a:ea typeface="Calibri" panose="020F0502020204030204" pitchFamily="34" charset="0"/>
                <a:cs typeface="Segoe UI Light" panose="020B0502040204020203" pitchFamily="34" charset="0"/>
              </a:rPr>
              <a:t>Python with </a:t>
            </a:r>
            <a:r>
              <a:rPr lang="en-US" sz="880" dirty="0" err="1">
                <a:effectLst/>
                <a:latin typeface="Segoe UI Light" panose="020B0502040204020203" pitchFamily="34" charset="0"/>
                <a:ea typeface="Calibri" panose="020F0502020204030204" pitchFamily="34" charset="0"/>
                <a:cs typeface="Segoe UI Light" panose="020B0502040204020203" pitchFamily="34" charset="0"/>
              </a:rPr>
              <a:t>Pulumi</a:t>
            </a:r>
            <a:r>
              <a:rPr lang="en-US" sz="880" dirty="0">
                <a:effectLst/>
                <a:latin typeface="Segoe UI Light" panose="020B0502040204020203" pitchFamily="34" charset="0"/>
                <a:ea typeface="Calibri" panose="020F0502020204030204" pitchFamily="34" charset="0"/>
                <a:cs typeface="Segoe UI Light" panose="020B0502040204020203" pitchFamily="34" charset="0"/>
              </a:rPr>
              <a:t> - https://devblogs.microsoft.com/devops/infrastructure-as-code-azure-python-wpulumi/</a:t>
            </a:r>
          </a:p>
          <a:p>
            <a:pPr marL="0" marR="0">
              <a:spcBef>
                <a:spcPts val="900"/>
              </a:spcBef>
              <a:spcAft>
                <a:spcPts val="900"/>
              </a:spcAft>
            </a:pPr>
            <a:r>
              <a:rPr lang="en-US" sz="880" dirty="0">
                <a:effectLst/>
                <a:latin typeface="Segoe UI Light" panose="020B0502040204020203" pitchFamily="34" charset="0"/>
                <a:ea typeface="Calibri" panose="020F0502020204030204" pitchFamily="34" charset="0"/>
                <a:cs typeface="Segoe UI Light" panose="020B0502040204020203" pitchFamily="34" charset="0"/>
              </a:rPr>
              <a:t>Chef Automate - https://docs.chef.io/azure_marketplace/</a:t>
            </a:r>
          </a:p>
          <a:p>
            <a:pPr marL="0" marR="0">
              <a:spcBef>
                <a:spcPts val="900"/>
              </a:spcBef>
              <a:spcAft>
                <a:spcPts val="900"/>
              </a:spcAft>
            </a:pPr>
            <a:r>
              <a:rPr lang="en-US" sz="880" dirty="0">
                <a:effectLst/>
                <a:latin typeface="Segoe UI Light" panose="020B0502040204020203" pitchFamily="34" charset="0"/>
                <a:ea typeface="Calibri" panose="020F0502020204030204" pitchFamily="34" charset="0"/>
                <a:cs typeface="Segoe UI Light" panose="020B0502040204020203" pitchFamily="34" charset="0"/>
              </a:rPr>
              <a:t>Ansible - https://docs.microsoft.com/azure/developer/ansible/overview</a:t>
            </a:r>
          </a:p>
          <a:p>
            <a:pPr marL="0" marR="0">
              <a:spcBef>
                <a:spcPts val="900"/>
              </a:spcBef>
              <a:spcAft>
                <a:spcPts val="900"/>
              </a:spcAft>
            </a:pPr>
            <a:endParaRPr lang="en-US" sz="880" dirty="0">
              <a:effectLst/>
              <a:latin typeface="Segoe UI Light" panose="020B0502040204020203" pitchFamily="34" charset="0"/>
              <a:ea typeface="Calibri" panose="020F0502020204030204" pitchFamily="34" charset="0"/>
              <a:cs typeface="Segoe UI Light" panose="020B0502040204020203" pitchFamily="34" charset="0"/>
            </a:endParaRPr>
          </a:p>
          <a:p>
            <a:pPr marL="0" marR="0">
              <a:spcBef>
                <a:spcPts val="900"/>
              </a:spcBef>
              <a:spcAft>
                <a:spcPts val="900"/>
              </a:spcAft>
            </a:pPr>
            <a:r>
              <a:rPr lang="en-US" sz="880" dirty="0">
                <a:effectLst/>
                <a:latin typeface="Segoe UI Light" panose="020B0502040204020203" pitchFamily="34" charset="0"/>
                <a:ea typeface="Calibri" panose="020F0502020204030204" pitchFamily="34" charset="0"/>
                <a:cs typeface="Segoe UI Light" panose="020B0502040204020203" pitchFamily="34" charset="0"/>
              </a:rPr>
              <a:t>And:</a:t>
            </a:r>
          </a:p>
          <a:p>
            <a:pPr marL="0" marR="0">
              <a:spcBef>
                <a:spcPts val="900"/>
              </a:spcBef>
              <a:spcAft>
                <a:spcPts val="900"/>
              </a:spcAft>
            </a:pPr>
            <a:r>
              <a:rPr lang="en-US" sz="880" dirty="0">
                <a:effectLst/>
                <a:latin typeface="Segoe UI Light" panose="020B0502040204020203" pitchFamily="34" charset="0"/>
                <a:ea typeface="Calibri" panose="020F0502020204030204" pitchFamily="34" charset="0"/>
                <a:cs typeface="Segoe UI Light" panose="020B0502040204020203" pitchFamily="34" charset="0"/>
              </a:rPr>
              <a:t>Azure Chaos Studio - https://azure.microsoft.com/services/chaos-studio/</a:t>
            </a:r>
          </a:p>
          <a:p>
            <a:pPr marL="0" marR="0">
              <a:spcBef>
                <a:spcPts val="900"/>
              </a:spcBef>
              <a:spcAft>
                <a:spcPts val="900"/>
              </a:spcAft>
            </a:pPr>
            <a:endParaRPr lang="en-US" sz="880" dirty="0">
              <a:effectLst/>
              <a:latin typeface="Segoe UI Light" panose="020B0502040204020203" pitchFamily="34" charset="0"/>
              <a:ea typeface="Calibri" panose="020F0502020204030204" pitchFamily="34" charset="0"/>
              <a:cs typeface="Segoe UI Light" panose="020B0502040204020203" pitchFamily="34" charset="0"/>
            </a:endParaRPr>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a:t>
            </a:r>
          </a:p>
        </p:txBody>
      </p:sp>
      <p:sp>
        <p:nvSpPr>
          <p:cNvPr id="6" name="Slide Number Placeholder 5"/>
          <p:cNvSpPr>
            <a:spLocks noGrp="1"/>
          </p:cNvSpPr>
          <p:nvPr>
            <p:ph type="sldNum" sz="quarter" idx="5"/>
          </p:nvPr>
        </p:nvSpPr>
        <p:spPr/>
        <p:txBody>
          <a:bodyPr/>
          <a:lstStyle/>
          <a:p>
            <a:fld id="{B4008EB6-D09E-4580-8CD6-DDB14511944F}" type="slidenum">
              <a:rPr lang="en-US" smtClean="0"/>
              <a:pPr/>
              <a:t>24</a:t>
            </a:fld>
            <a:endParaRPr lang="en-US"/>
          </a:p>
        </p:txBody>
      </p:sp>
    </p:spTree>
    <p:extLst>
      <p:ext uri="{BB962C8B-B14F-4D97-AF65-F5344CB8AC3E}">
        <p14:creationId xmlns:p14="http://schemas.microsoft.com/office/powerpoint/2010/main" val="330667800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https://docs.microsoft.com/learn/modules/describe-monitoring-tools-azure</a:t>
            </a:r>
          </a:p>
        </p:txBody>
      </p:sp>
      <p:sp>
        <p:nvSpPr>
          <p:cNvPr id="4" name="Slide Number Placeholder 3"/>
          <p:cNvSpPr>
            <a:spLocks noGrp="1"/>
          </p:cNvSpPr>
          <p:nvPr>
            <p:ph type="sldNum" sz="quarter" idx="5"/>
          </p:nvPr>
        </p:nvSpPr>
        <p:spPr/>
        <p:txBody>
          <a:bodyPr/>
          <a:lstStyle/>
          <a:p>
            <a:fld id="{560F4860-B975-4C5E-9E23-C8E24EBF595D}" type="slidenum">
              <a:rPr lang="en-US" smtClean="0"/>
              <a:t>26</a:t>
            </a:fld>
            <a:endParaRPr lang="en-US"/>
          </a:p>
        </p:txBody>
      </p:sp>
    </p:spTree>
    <p:extLst>
      <p:ext uri="{BB962C8B-B14F-4D97-AF65-F5344CB8AC3E}">
        <p14:creationId xmlns:p14="http://schemas.microsoft.com/office/powerpoint/2010/main" val="389611469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60F4860-B975-4C5E-9E23-C8E24EBF595D}" type="slidenum">
              <a:rPr lang="en-US" smtClean="0"/>
              <a:t>27</a:t>
            </a:fld>
            <a:endParaRPr lang="en-US"/>
          </a:p>
        </p:txBody>
      </p:sp>
    </p:spTree>
    <p:extLst>
      <p:ext uri="{BB962C8B-B14F-4D97-AF65-F5344CB8AC3E}">
        <p14:creationId xmlns:p14="http://schemas.microsoft.com/office/powerpoint/2010/main" val="315552440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588" indent="0">
              <a:lnSpc>
                <a:spcPct val="115000"/>
              </a:lnSpc>
              <a:spcBef>
                <a:spcPts val="567"/>
              </a:spcBef>
              <a:buClr>
                <a:srgbClr val="1A1A1A"/>
              </a:buClr>
              <a:buFont typeface="Arial"/>
              <a:buNone/>
            </a:pPr>
            <a:r>
              <a:rPr lang="en-IE" sz="1400" spc="-1" dirty="0">
                <a:solidFill>
                  <a:srgbClr val="1A1A1A"/>
                </a:solidFill>
                <a:latin typeface="Segoe UI Semilight"/>
              </a:rPr>
              <a:t>https://docs.microsoft.com/learn/modules/describe-monitoring-tools-azure/2-describe-purpose-of-azure-advisor</a:t>
            </a:r>
          </a:p>
          <a:p>
            <a:pPr marL="1588" indent="0">
              <a:lnSpc>
                <a:spcPct val="115000"/>
              </a:lnSpc>
              <a:spcBef>
                <a:spcPts val="567"/>
              </a:spcBef>
              <a:buClr>
                <a:srgbClr val="1A1A1A"/>
              </a:buClr>
              <a:buFont typeface="Arial"/>
              <a:buNone/>
            </a:pPr>
            <a:endParaRPr lang="en-IE" sz="1400" spc="-1" dirty="0">
              <a:solidFill>
                <a:srgbClr val="1A1A1A"/>
              </a:solidFill>
              <a:latin typeface="Segoe UI Semilight"/>
            </a:endParaRPr>
          </a:p>
          <a:p>
            <a:pPr marL="1588" indent="0">
              <a:lnSpc>
                <a:spcPct val="115000"/>
              </a:lnSpc>
              <a:spcBef>
                <a:spcPts val="567"/>
              </a:spcBef>
              <a:buClr>
                <a:srgbClr val="1A1A1A"/>
              </a:buClr>
              <a:buFont typeface="Arial"/>
              <a:buNone/>
            </a:pPr>
            <a:endParaRPr lang="en-IE" sz="1400" spc="-1" dirty="0">
              <a:solidFill>
                <a:srgbClr val="1A1A1A"/>
              </a:solidFill>
              <a:latin typeface="Segoe UI Semilight"/>
            </a:endParaRPr>
          </a:p>
          <a:p>
            <a:pPr marL="290513" indent="-288925">
              <a:lnSpc>
                <a:spcPct val="115000"/>
              </a:lnSpc>
              <a:spcBef>
                <a:spcPts val="567"/>
              </a:spcBef>
              <a:buClr>
                <a:srgbClr val="1A1A1A"/>
              </a:buClr>
              <a:buFont typeface="Arial"/>
              <a:buChar char="•"/>
            </a:pPr>
            <a:r>
              <a:rPr lang="en-IE" sz="1400" spc="-1" dirty="0">
                <a:solidFill>
                  <a:srgbClr val="1A1A1A"/>
                </a:solidFill>
                <a:latin typeface="Segoe UI Semilight"/>
              </a:rPr>
              <a:t>Get proactive, actionable, and personalized best practice recommendations.</a:t>
            </a:r>
            <a:endParaRPr lang="en-IE" sz="1400" spc="-1" dirty="0">
              <a:latin typeface="Arial"/>
            </a:endParaRPr>
          </a:p>
          <a:p>
            <a:pPr marL="290513" indent="-288925">
              <a:lnSpc>
                <a:spcPct val="115000"/>
              </a:lnSpc>
              <a:spcBef>
                <a:spcPts val="567"/>
              </a:spcBef>
              <a:buClr>
                <a:srgbClr val="1A1A1A"/>
              </a:buClr>
              <a:buFont typeface="Arial"/>
              <a:buChar char="•"/>
            </a:pPr>
            <a:r>
              <a:rPr lang="en-IE" sz="1400" spc="-1" dirty="0">
                <a:solidFill>
                  <a:srgbClr val="1A1A1A"/>
                </a:solidFill>
                <a:latin typeface="Segoe UI Semilight"/>
              </a:rPr>
              <a:t>Improve the performance, security, and availability of your resources.</a:t>
            </a:r>
            <a:endParaRPr lang="en-IE" sz="1400" spc="-1" dirty="0">
              <a:latin typeface="Arial"/>
            </a:endParaRPr>
          </a:p>
          <a:p>
            <a:pPr marL="290513" indent="-288925">
              <a:lnSpc>
                <a:spcPct val="115000"/>
              </a:lnSpc>
              <a:spcBef>
                <a:spcPts val="567"/>
              </a:spcBef>
              <a:buClr>
                <a:srgbClr val="1A1A1A"/>
              </a:buClr>
              <a:buFont typeface="Arial"/>
              <a:buChar char="•"/>
            </a:pPr>
            <a:r>
              <a:rPr lang="en-IE" sz="1400" spc="-1" dirty="0">
                <a:solidFill>
                  <a:srgbClr val="1A1A1A"/>
                </a:solidFill>
                <a:latin typeface="Segoe UI Semilight"/>
              </a:rPr>
              <a:t>Identify opportunities to reduce your Azure costs.</a:t>
            </a:r>
            <a:endParaRPr lang="en-US" sz="1400" dirty="0"/>
          </a:p>
          <a:p>
            <a:endParaRPr lang="en-IE" sz="900" b="0" i="0" u="none" strike="noStrike" kern="1200" dirty="0">
              <a:solidFill>
                <a:schemeClr val="tx1"/>
              </a:solidFill>
              <a:effectLst/>
              <a:latin typeface="Segoe UI Light" pitchFamily="34" charset="0"/>
              <a:ea typeface="+mn-ea"/>
              <a:cs typeface="+mn-cs"/>
            </a:endParaRPr>
          </a:p>
          <a:p>
            <a:r>
              <a:rPr lang="en-IE" sz="900" b="0" i="0" u="none" strike="noStrike" kern="1200" dirty="0">
                <a:solidFill>
                  <a:schemeClr val="tx1"/>
                </a:solidFill>
                <a:effectLst/>
                <a:latin typeface="Segoe UI Light" pitchFamily="34" charset="0"/>
                <a:ea typeface="+mn-ea"/>
                <a:cs typeface="+mn-cs"/>
              </a:rPr>
              <a:t>Azure Advisor - </a:t>
            </a:r>
            <a:r>
              <a:rPr lang="en-IE" u="none" dirty="0"/>
              <a:t>https://docs.microsoft.com/en-us/azure/advisor/</a:t>
            </a:r>
          </a:p>
          <a:p>
            <a:endParaRPr lang="en-IE" sz="900" b="0" i="0" u="none" strike="noStrike" kern="1200" dirty="0">
              <a:solidFill>
                <a:schemeClr val="tx1"/>
              </a:solidFill>
              <a:effectLst/>
              <a:latin typeface="Segoe UI Light" pitchFamily="34" charset="0"/>
              <a:ea typeface="+mn-ea"/>
              <a:cs typeface="+mn-cs"/>
            </a:endParaRPr>
          </a:p>
          <a:p>
            <a:endParaRPr lang="en-IE" sz="900" b="0" i="0" u="none" strike="noStrike" kern="1200" dirty="0">
              <a:solidFill>
                <a:schemeClr val="tx1"/>
              </a:solidFill>
              <a:effectLst/>
              <a:latin typeface="Segoe UI Light" pitchFamily="34" charset="0"/>
              <a:ea typeface="+mn-ea"/>
              <a:cs typeface="+mn-cs"/>
            </a:endParaRPr>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72E0C910-0166-48E0-B8EF-5071277A02A8}" type="datetime8">
              <a:rPr lang="en-US" smtClean="0"/>
              <a:t>7/13/2022 11:19 PM</a:t>
            </a:fld>
            <a:endParaRPr lang="en-US"/>
          </a:p>
        </p:txBody>
      </p:sp>
      <p:sp>
        <p:nvSpPr>
          <p:cNvPr id="7" name="Slide Number Placeholder 6"/>
          <p:cNvSpPr>
            <a:spLocks noGrp="1"/>
          </p:cNvSpPr>
          <p:nvPr>
            <p:ph type="sldNum" sz="quarter" idx="13"/>
          </p:nvPr>
        </p:nvSpPr>
        <p:spPr/>
        <p:txBody>
          <a:bodyPr/>
          <a:lstStyle/>
          <a:p>
            <a:fld id="{B4008EB6-D09E-4580-8CD6-DDB14511944F}" type="slidenum">
              <a:rPr lang="en-US" smtClean="0"/>
              <a:pPr/>
              <a:t>28</a:t>
            </a:fld>
            <a:endParaRPr lang="en-US"/>
          </a:p>
        </p:txBody>
      </p:sp>
    </p:spTree>
    <p:extLst>
      <p:ext uri="{BB962C8B-B14F-4D97-AF65-F5344CB8AC3E}">
        <p14:creationId xmlns:p14="http://schemas.microsoft.com/office/powerpoint/2010/main" val="371151148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sz="1100" dirty="0"/>
              <a:t>https://docs.microsoft.com/learn/modules/describe-monitoring-tools-azure/3-describe-azure-service-health</a:t>
            </a:r>
          </a:p>
          <a:p>
            <a:endParaRPr lang="en-IE" sz="1100" dirty="0"/>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72E0C910-0166-48E0-B8EF-5071277A02A8}" type="datetime8">
              <a:rPr lang="en-US" smtClean="0"/>
              <a:t>7/13/2022 11:19 PM</a:t>
            </a:fld>
            <a:endParaRPr lang="en-US"/>
          </a:p>
        </p:txBody>
      </p:sp>
      <p:sp>
        <p:nvSpPr>
          <p:cNvPr id="7" name="Slide Number Placeholder 6"/>
          <p:cNvSpPr>
            <a:spLocks noGrp="1"/>
          </p:cNvSpPr>
          <p:nvPr>
            <p:ph type="sldNum" sz="quarter" idx="13"/>
          </p:nvPr>
        </p:nvSpPr>
        <p:spPr/>
        <p:txBody>
          <a:bodyPr/>
          <a:lstStyle/>
          <a:p>
            <a:fld id="{B4008EB6-D09E-4580-8CD6-DDB14511944F}" type="slidenum">
              <a:rPr lang="en-US" smtClean="0"/>
              <a:pPr/>
              <a:t>29</a:t>
            </a:fld>
            <a:endParaRPr lang="en-US"/>
          </a:p>
        </p:txBody>
      </p:sp>
    </p:spTree>
    <p:extLst>
      <p:ext uri="{BB962C8B-B14F-4D97-AF65-F5344CB8AC3E}">
        <p14:creationId xmlns:p14="http://schemas.microsoft.com/office/powerpoint/2010/main" val="312191930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E" sz="1100" dirty="0"/>
              <a:t>https://docs.microsoft.com/learn/modules/describe-monitoring-tools-azure/3-describe-azure-service-health</a:t>
            </a:r>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72E0C910-0166-48E0-B8EF-5071277A02A8}" type="datetime8">
              <a:rPr lang="en-US" smtClean="0"/>
              <a:t>7/13/2022 11:19 PM</a:t>
            </a:fld>
            <a:endParaRPr lang="en-US"/>
          </a:p>
        </p:txBody>
      </p:sp>
      <p:sp>
        <p:nvSpPr>
          <p:cNvPr id="7" name="Slide Number Placeholder 6"/>
          <p:cNvSpPr>
            <a:spLocks noGrp="1"/>
          </p:cNvSpPr>
          <p:nvPr>
            <p:ph type="sldNum" sz="quarter" idx="13"/>
          </p:nvPr>
        </p:nvSpPr>
        <p:spPr/>
        <p:txBody>
          <a:bodyPr/>
          <a:lstStyle/>
          <a:p>
            <a:fld id="{B4008EB6-D09E-4580-8CD6-DDB14511944F}" type="slidenum">
              <a:rPr lang="en-US" smtClean="0"/>
              <a:pPr/>
              <a:t>30</a:t>
            </a:fld>
            <a:endParaRPr lang="en-US"/>
          </a:p>
        </p:txBody>
      </p:sp>
    </p:spTree>
    <p:extLst>
      <p:ext uri="{BB962C8B-B14F-4D97-AF65-F5344CB8AC3E}">
        <p14:creationId xmlns:p14="http://schemas.microsoft.com/office/powerpoint/2010/main" val="353666290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sz="1100" dirty="0"/>
          </a:p>
          <a:p>
            <a:r>
              <a:rPr lang="en-IE" sz="1100" dirty="0"/>
              <a:t>https://docs.microsoft.com/learn/modules/describe-monitoring-tools-azure/4-describe-azure-monitor</a:t>
            </a:r>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72E0C910-0166-48E0-B8EF-5071277A02A8}" type="datetime8">
              <a:rPr lang="en-US" smtClean="0"/>
              <a:t>7/13/2022 11:19 PM</a:t>
            </a:fld>
            <a:endParaRPr lang="en-US"/>
          </a:p>
        </p:txBody>
      </p:sp>
      <p:sp>
        <p:nvSpPr>
          <p:cNvPr id="7" name="Slide Number Placeholder 6"/>
          <p:cNvSpPr>
            <a:spLocks noGrp="1"/>
          </p:cNvSpPr>
          <p:nvPr>
            <p:ph type="sldNum" sz="quarter" idx="13"/>
          </p:nvPr>
        </p:nvSpPr>
        <p:spPr/>
        <p:txBody>
          <a:bodyPr/>
          <a:lstStyle/>
          <a:p>
            <a:fld id="{B4008EB6-D09E-4580-8CD6-DDB14511944F}" type="slidenum">
              <a:rPr lang="en-US" smtClean="0"/>
              <a:pPr/>
              <a:t>31</a:t>
            </a:fld>
            <a:endParaRPr lang="en-US"/>
          </a:p>
        </p:txBody>
      </p:sp>
    </p:spTree>
    <p:extLst>
      <p:ext uri="{BB962C8B-B14F-4D97-AF65-F5344CB8AC3E}">
        <p14:creationId xmlns:p14="http://schemas.microsoft.com/office/powerpoint/2010/main" val="347543672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emf"/><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2" Type="http://schemas.openxmlformats.org/officeDocument/2006/relationships/image" Target="../media/image13.emf"/><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pic>
        <p:nvPicPr>
          <p:cNvPr id="6" name="MS logo gray - EMF" descr="Microsoft logo, gray text version">
            <a:extLst>
              <a:ext uri="{FF2B5EF4-FFF2-40B4-BE49-F238E27FC236}">
                <a16:creationId xmlns:a16="http://schemas.microsoft.com/office/drawing/2014/main" id="{D3453B0B-33DE-4ED0-A610-D76D0E610F6F}"/>
              </a:ext>
            </a:extLst>
          </p:cNvPr>
          <p:cNvPicPr>
            <a:picLocks noChangeAspect="1"/>
          </p:cNvPicPr>
          <p:nvPr userDrawn="1"/>
        </p:nvPicPr>
        <p:blipFill>
          <a:blip r:embed="rId2"/>
          <a:stretch>
            <a:fillRect/>
          </a:stretch>
        </p:blipFill>
        <p:spPr bwMode="black">
          <a:xfrm>
            <a:off x="584200" y="585788"/>
            <a:ext cx="1366440" cy="292608"/>
          </a:xfrm>
          <a:prstGeom prst="rect">
            <a:avLst/>
          </a:prstGeom>
        </p:spPr>
      </p:pic>
      <p:sp>
        <p:nvSpPr>
          <p:cNvPr id="9" name="Title 1"/>
          <p:cNvSpPr>
            <a:spLocks noGrp="1"/>
          </p:cNvSpPr>
          <p:nvPr>
            <p:ph type="title" hasCustomPrompt="1"/>
          </p:nvPr>
        </p:nvSpPr>
        <p:spPr>
          <a:xfrm>
            <a:off x="584200" y="2979778"/>
            <a:ext cx="4572000" cy="553998"/>
          </a:xfrm>
          <a:noFill/>
        </p:spPr>
        <p:txBody>
          <a:bodyPr lIns="0" tIns="0" rIns="0" bIns="0" anchor="b" anchorCtr="0">
            <a:spAutoFit/>
          </a:bodyPr>
          <a:lstStyle>
            <a:lvl1pPr>
              <a:defRPr sz="3600" spc="-50" baseline="0">
                <a:gradFill>
                  <a:gsLst>
                    <a:gs pos="62564">
                      <a:schemeClr val="tx1"/>
                    </a:gs>
                    <a:gs pos="55000">
                      <a:schemeClr val="tx1"/>
                    </a:gs>
                  </a:gsLst>
                  <a:lin ang="5400000" scaled="0"/>
                </a:gradFill>
                <a:latin typeface="+mj-lt"/>
                <a:cs typeface="Segoe UI" panose="020B0502040204020203" pitchFamily="34"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4572000" cy="307777"/>
          </a:xfrm>
          <a:noFill/>
        </p:spPr>
        <p:txBody>
          <a:bodyPr wrap="square" lIns="0" tIns="0" rIns="0" bIns="0">
            <a:spAutoFit/>
          </a:bodyPr>
          <a:lstStyle>
            <a:lvl1pPr marL="0" indent="0">
              <a:spcBef>
                <a:spcPts val="0"/>
              </a:spcBef>
              <a:buNone/>
              <a:defRPr sz="2000" spc="0" baseline="0">
                <a:gradFill>
                  <a:gsLst>
                    <a:gs pos="91000">
                      <a:schemeClr val="tx1"/>
                    </a:gs>
                    <a:gs pos="0">
                      <a:schemeClr val="tx1"/>
                    </a:gs>
                  </a:gsLst>
                  <a:lin ang="5400000" scaled="0"/>
                </a:gradFill>
                <a:latin typeface="+mn-lt"/>
                <a:cs typeface="Segoe UI" panose="020B0502040204020203" pitchFamily="34" charset="0"/>
              </a:defRPr>
            </a:lvl1pPr>
          </a:lstStyle>
          <a:p>
            <a:pPr lvl="0"/>
            <a:r>
              <a:rPr lang="en-US"/>
              <a:t>Speaker name or subtitle text</a:t>
            </a:r>
          </a:p>
        </p:txBody>
      </p:sp>
      <p:pic>
        <p:nvPicPr>
          <p:cNvPr id="12" name="Picture 11">
            <a:extLst>
              <a:ext uri="{FF2B5EF4-FFF2-40B4-BE49-F238E27FC236}">
                <a16:creationId xmlns:a16="http://schemas.microsoft.com/office/drawing/2014/main" id="{99F328AE-26F0-42B9-988D-535B1145C96D}"/>
              </a:ext>
            </a:extLst>
          </p:cNvPr>
          <p:cNvPicPr>
            <a:picLocks noChangeAspect="1"/>
          </p:cNvPicPr>
          <p:nvPr userDrawn="1"/>
        </p:nvPicPr>
        <p:blipFill>
          <a:blip r:embed="rId3"/>
          <a:stretch>
            <a:fillRect/>
          </a:stretch>
        </p:blipFill>
        <p:spPr>
          <a:xfrm>
            <a:off x="6250758" y="800100"/>
            <a:ext cx="5024485" cy="5257800"/>
          </a:xfrm>
          <a:prstGeom prst="rect">
            <a:avLst/>
          </a:prstGeom>
        </p:spPr>
      </p:pic>
    </p:spTree>
    <p:extLst>
      <p:ext uri="{BB962C8B-B14F-4D97-AF65-F5344CB8AC3E}">
        <p14:creationId xmlns:p14="http://schemas.microsoft.com/office/powerpoint/2010/main" val="184959812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square photo">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52270E26-89BA-4369-9EF4-1B9EBAA3D00B}"/>
              </a:ext>
            </a:extLst>
          </p:cNvPr>
          <p:cNvSpPr/>
          <p:nvPr userDrawn="1"/>
        </p:nvSpPr>
        <p:spPr bwMode="auto">
          <a:xfrm>
            <a:off x="5334000" y="0"/>
            <a:ext cx="6858000" cy="6858000"/>
          </a:xfrm>
          <a:prstGeom prst="rect">
            <a:avLst/>
          </a:prstGeom>
          <a:solidFill>
            <a:srgbClr val="D2D2D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gradFill>
                <a:gsLst>
                  <a:gs pos="0">
                    <a:srgbClr val="FFFFFF"/>
                  </a:gs>
                  <a:gs pos="100000">
                    <a:srgbClr val="FFFFFF"/>
                  </a:gs>
                </a:gsLst>
                <a:lin ang="5400000" scaled="0"/>
              </a:gradFill>
              <a:ea typeface="Segoe UI" pitchFamily="34" charset="0"/>
              <a:cs typeface="Segoe UI" pitchFamily="34" charset="0"/>
            </a:endParaRPr>
          </a:p>
        </p:txBody>
      </p:sp>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588263" y="2425541"/>
            <a:ext cx="4167887" cy="1107996"/>
          </a:xfrm>
        </p:spPr>
        <p:txBody>
          <a:bodyPr anchor="b" anchorCtr="0">
            <a:spAutoFit/>
          </a:bodyPr>
          <a:lstStyle>
            <a:lvl1pPr>
              <a:defRPr/>
            </a:lvl1pPr>
          </a:lstStyle>
          <a:p>
            <a:r>
              <a:rPr lang="en-US"/>
              <a:t>Event name or presentation title </a:t>
            </a:r>
          </a:p>
        </p:txBody>
      </p:sp>
      <p:sp>
        <p:nvSpPr>
          <p:cNvPr id="5" name="Text Placeholder 4"/>
          <p:cNvSpPr>
            <a:spLocks noGrp="1"/>
          </p:cNvSpPr>
          <p:nvPr>
            <p:ph type="body" sz="quarter" idx="12" hasCustomPrompt="1"/>
          </p:nvPr>
        </p:nvSpPr>
        <p:spPr>
          <a:xfrm>
            <a:off x="582042" y="3962400"/>
            <a:ext cx="4164583" cy="307777"/>
          </a:xfrm>
          <a:noFill/>
        </p:spPr>
        <p:txBody>
          <a:bodyPr wrap="square" lIns="0" tIns="0" rIns="0" bIns="0">
            <a:spAutoFit/>
          </a:bodyPr>
          <a:lstStyle>
            <a:lvl1pPr marL="0" indent="0">
              <a:spcBef>
                <a:spcPts val="0"/>
              </a:spcBef>
              <a:buNone/>
              <a:defRPr sz="2000" spc="0" baseline="0">
                <a:gradFill>
                  <a:gsLst>
                    <a:gs pos="91000">
                      <a:schemeClr val="tx1"/>
                    </a:gs>
                    <a:gs pos="0">
                      <a:schemeClr val="tx1"/>
                    </a:gs>
                  </a:gsLst>
                  <a:lin ang="5400000" scaled="0"/>
                </a:gradFill>
                <a:latin typeface="+mn-lt"/>
                <a:cs typeface="Segoe UI" panose="020B0502040204020203" pitchFamily="34" charset="0"/>
              </a:defRPr>
            </a:lvl1pPr>
          </a:lstStyle>
          <a:p>
            <a:pPr lvl="0"/>
            <a:r>
              <a:rPr lang="en-US"/>
              <a:t>Speaker name or subtitle</a:t>
            </a:r>
          </a:p>
        </p:txBody>
      </p:sp>
      <p:pic>
        <p:nvPicPr>
          <p:cNvPr id="9" name="MS logo gray - EMF" descr="Microsoft logo, gray text version">
            <a:extLst>
              <a:ext uri="{FF2B5EF4-FFF2-40B4-BE49-F238E27FC236}">
                <a16:creationId xmlns:a16="http://schemas.microsoft.com/office/drawing/2014/main" id="{D03FE64B-525F-4B73-8C45-B4BC3BAD6A2D}"/>
              </a:ext>
            </a:extLst>
          </p:cNvPr>
          <p:cNvPicPr>
            <a:picLocks noChangeAspect="1"/>
          </p:cNvPicPr>
          <p:nvPr userDrawn="1"/>
        </p:nvPicPr>
        <p:blipFill>
          <a:blip r:embed="rId2"/>
          <a:stretch>
            <a:fillRect/>
          </a:stretch>
        </p:blipFill>
        <p:spPr bwMode="black">
          <a:xfrm>
            <a:off x="584200" y="585788"/>
            <a:ext cx="1366440" cy="292608"/>
          </a:xfrm>
          <a:prstGeom prst="rect">
            <a:avLst/>
          </a:prstGeom>
        </p:spPr>
      </p:pic>
      <p:pic>
        <p:nvPicPr>
          <p:cNvPr id="10" name="Picture 9">
            <a:extLst>
              <a:ext uri="{FF2B5EF4-FFF2-40B4-BE49-F238E27FC236}">
                <a16:creationId xmlns:a16="http://schemas.microsoft.com/office/drawing/2014/main" id="{95964678-FE6C-4226-A11B-8D452DA7808C}"/>
              </a:ext>
            </a:extLst>
          </p:cNvPr>
          <p:cNvPicPr>
            <a:picLocks noChangeAspect="1"/>
          </p:cNvPicPr>
          <p:nvPr userDrawn="1"/>
        </p:nvPicPr>
        <p:blipFill>
          <a:blip r:embed="rId3"/>
          <a:stretch>
            <a:fillRect/>
          </a:stretch>
        </p:blipFill>
        <p:spPr>
          <a:xfrm>
            <a:off x="6250758" y="800100"/>
            <a:ext cx="5024485" cy="5257800"/>
          </a:xfrm>
          <a:prstGeom prst="rect">
            <a:avLst/>
          </a:prstGeom>
        </p:spPr>
      </p:pic>
    </p:spTree>
    <p:extLst>
      <p:ext uri="{BB962C8B-B14F-4D97-AF65-F5344CB8AC3E}">
        <p14:creationId xmlns:p14="http://schemas.microsoft.com/office/powerpoint/2010/main" val="301743094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userDrawn="1">
          <p15:clr>
            <a:srgbClr val="5ACBF0"/>
          </p15:clr>
        </p15:guide>
        <p15:guide id="3" pos="3355" userDrawn="1">
          <p15:clr>
            <a:srgbClr val="FBAE40"/>
          </p15:clr>
        </p15:guide>
        <p15:guide id="5" orient="horz" pos="2160" userDrawn="1">
          <p15:clr>
            <a:srgbClr val="FBAE40"/>
          </p15:clr>
        </p15:guide>
        <p15:guide id="6" orient="horz" pos="2229" userDrawn="1">
          <p15:clr>
            <a:srgbClr val="5ACBF0"/>
          </p15:clr>
        </p15:guide>
        <p15:guide id="7" pos="2996" userDrawn="1">
          <p15:clr>
            <a:srgbClr val="5ACBF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square photo 2">
    <p:spTree>
      <p:nvGrpSpPr>
        <p:cNvPr id="1" name=""/>
        <p:cNvGrpSpPr/>
        <p:nvPr/>
      </p:nvGrpSpPr>
      <p:grpSpPr>
        <a:xfrm>
          <a:off x="0" y="0"/>
          <a:ext cx="0" cy="0"/>
          <a:chOff x="0" y="0"/>
          <a:chExt cx="0" cy="0"/>
        </a:xfrm>
      </p:grpSpPr>
      <p:pic>
        <p:nvPicPr>
          <p:cNvPr id="7" name="MS logo gray - EMF" descr="Microsoft logo, gray text version">
            <a:extLst>
              <a:ext uri="{FF2B5EF4-FFF2-40B4-BE49-F238E27FC236}">
                <a16:creationId xmlns:a16="http://schemas.microsoft.com/office/drawing/2014/main" id="{DDC08157-A48C-4ACA-A5BB-EE2A866E103C}"/>
              </a:ext>
            </a:extLst>
          </p:cNvPr>
          <p:cNvPicPr>
            <a:picLocks noChangeAspect="1"/>
          </p:cNvPicPr>
          <p:nvPr userDrawn="1"/>
        </p:nvPicPr>
        <p:blipFill>
          <a:blip r:embed="rId2"/>
          <a:stretch>
            <a:fillRect/>
          </a:stretch>
        </p:blipFill>
        <p:spPr bwMode="black">
          <a:xfrm>
            <a:off x="584200" y="585788"/>
            <a:ext cx="1366440" cy="292608"/>
          </a:xfrm>
          <a:prstGeom prst="rect">
            <a:avLst/>
          </a:prstGeom>
        </p:spPr>
      </p:pic>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588263" y="2425541"/>
            <a:ext cx="4167887" cy="1107996"/>
          </a:xfrm>
        </p:spPr>
        <p:txBody>
          <a:bodyPr anchor="b" anchorCtr="0">
            <a:spAutoFit/>
          </a:bodyPr>
          <a:lstStyle>
            <a:lvl1pPr>
              <a:defRPr/>
            </a:lvl1pPr>
          </a:lstStyle>
          <a:p>
            <a:r>
              <a:rPr lang="en-US"/>
              <a:t>Event name or presentation title </a:t>
            </a:r>
          </a:p>
        </p:txBody>
      </p:sp>
      <p:sp>
        <p:nvSpPr>
          <p:cNvPr id="5" name="Text Placeholder 4"/>
          <p:cNvSpPr>
            <a:spLocks noGrp="1"/>
          </p:cNvSpPr>
          <p:nvPr>
            <p:ph type="body" sz="quarter" idx="12" hasCustomPrompt="1"/>
          </p:nvPr>
        </p:nvSpPr>
        <p:spPr>
          <a:xfrm>
            <a:off x="582042" y="3962400"/>
            <a:ext cx="4164583" cy="307777"/>
          </a:xfrm>
          <a:noFill/>
        </p:spPr>
        <p:txBody>
          <a:bodyPr wrap="square" lIns="0" tIns="0" rIns="0" bIns="0">
            <a:spAutoFit/>
          </a:bodyPr>
          <a:lstStyle>
            <a:lvl1pPr marL="0" indent="0">
              <a:spcBef>
                <a:spcPts val="0"/>
              </a:spcBef>
              <a:buNone/>
              <a:defRPr sz="2000" spc="0" baseline="0">
                <a:gradFill>
                  <a:gsLst>
                    <a:gs pos="91000">
                      <a:schemeClr val="tx1"/>
                    </a:gs>
                    <a:gs pos="0">
                      <a:schemeClr val="tx1"/>
                    </a:gs>
                  </a:gsLst>
                  <a:lin ang="5400000" scaled="0"/>
                </a:gradFill>
                <a:latin typeface="+mn-lt"/>
                <a:cs typeface="Segoe UI" panose="020B0502040204020203" pitchFamily="34" charset="0"/>
              </a:defRPr>
            </a:lvl1pPr>
          </a:lstStyle>
          <a:p>
            <a:pPr lvl="0"/>
            <a:r>
              <a:rPr lang="en-US"/>
              <a:t>Speaker name or subtitle</a:t>
            </a:r>
          </a:p>
        </p:txBody>
      </p:sp>
      <p:sp>
        <p:nvSpPr>
          <p:cNvPr id="8" name="Rectangle 7">
            <a:extLst>
              <a:ext uri="{FF2B5EF4-FFF2-40B4-BE49-F238E27FC236}">
                <a16:creationId xmlns:a16="http://schemas.microsoft.com/office/drawing/2014/main" id="{9D026004-6E63-4034-A1B0-34BE8CEF3D76}"/>
              </a:ext>
            </a:extLst>
          </p:cNvPr>
          <p:cNvSpPr/>
          <p:nvPr userDrawn="1"/>
        </p:nvSpPr>
        <p:spPr bwMode="auto">
          <a:xfrm>
            <a:off x="5334000" y="0"/>
            <a:ext cx="6858000" cy="6858000"/>
          </a:xfrm>
          <a:prstGeom prst="rect">
            <a:avLst/>
          </a:prstGeom>
          <a:solidFill>
            <a:srgbClr val="00BCF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00240D"/>
              </a:solidFill>
              <a:ea typeface="Segoe UI" pitchFamily="34" charset="0"/>
              <a:cs typeface="Segoe UI" pitchFamily="34" charset="0"/>
            </a:endParaRPr>
          </a:p>
        </p:txBody>
      </p:sp>
      <p:pic>
        <p:nvPicPr>
          <p:cNvPr id="12" name="Picture 11">
            <a:extLst>
              <a:ext uri="{FF2B5EF4-FFF2-40B4-BE49-F238E27FC236}">
                <a16:creationId xmlns:a16="http://schemas.microsoft.com/office/drawing/2014/main" id="{5FC1A9B4-AD16-4E53-919C-38204BAF9E3C}"/>
              </a:ext>
            </a:extLst>
          </p:cNvPr>
          <p:cNvPicPr>
            <a:picLocks noChangeAspect="1"/>
          </p:cNvPicPr>
          <p:nvPr userDrawn="1"/>
        </p:nvPicPr>
        <p:blipFill>
          <a:blip r:embed="rId3"/>
          <a:stretch>
            <a:fillRect/>
          </a:stretch>
        </p:blipFill>
        <p:spPr>
          <a:xfrm>
            <a:off x="6250758" y="800100"/>
            <a:ext cx="5024485" cy="5257800"/>
          </a:xfrm>
          <a:prstGeom prst="rect">
            <a:avLst/>
          </a:prstGeom>
        </p:spPr>
      </p:pic>
    </p:spTree>
    <p:extLst>
      <p:ext uri="{BB962C8B-B14F-4D97-AF65-F5344CB8AC3E}">
        <p14:creationId xmlns:p14="http://schemas.microsoft.com/office/powerpoint/2010/main" val="16054354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3360" userDrawn="1">
          <p15:clr>
            <a:srgbClr val="FBAE40"/>
          </p15:clr>
        </p15:guide>
        <p15:guide id="5" orient="horz" pos="2160">
          <p15:clr>
            <a:srgbClr val="FBAE40"/>
          </p15:clr>
        </p15:guide>
        <p15:guide id="6" orient="horz" pos="2229">
          <p15:clr>
            <a:srgbClr val="5ACBF0"/>
          </p15:clr>
        </p15:guide>
        <p15:guide id="7" pos="2996">
          <p15:clr>
            <a:srgbClr val="5ACBF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Slide 2">
    <p:spTree>
      <p:nvGrpSpPr>
        <p:cNvPr id="1" name=""/>
        <p:cNvGrpSpPr/>
        <p:nvPr/>
      </p:nvGrpSpPr>
      <p:grpSpPr>
        <a:xfrm>
          <a:off x="0" y="0"/>
          <a:ext cx="0" cy="0"/>
          <a:chOff x="0" y="0"/>
          <a:chExt cx="0" cy="0"/>
        </a:xfrm>
      </p:grpSpPr>
      <p:pic>
        <p:nvPicPr>
          <p:cNvPr id="6" name="MS logo gray - EMF" descr="Microsoft logo, gray text version">
            <a:extLst>
              <a:ext uri="{FF2B5EF4-FFF2-40B4-BE49-F238E27FC236}">
                <a16:creationId xmlns:a16="http://schemas.microsoft.com/office/drawing/2014/main" id="{D3453B0B-33DE-4ED0-A610-D76D0E610F6F}"/>
              </a:ext>
            </a:extLst>
          </p:cNvPr>
          <p:cNvPicPr>
            <a:picLocks noChangeAspect="1"/>
          </p:cNvPicPr>
          <p:nvPr userDrawn="1"/>
        </p:nvPicPr>
        <p:blipFill>
          <a:blip r:embed="rId2"/>
          <a:stretch>
            <a:fillRect/>
          </a:stretch>
        </p:blipFill>
        <p:spPr bwMode="black">
          <a:xfrm>
            <a:off x="584200" y="585788"/>
            <a:ext cx="1366440" cy="292608"/>
          </a:xfrm>
          <a:prstGeom prst="rect">
            <a:avLst/>
          </a:prstGeom>
        </p:spPr>
      </p:pic>
      <p:sp>
        <p:nvSpPr>
          <p:cNvPr id="9" name="Title 1"/>
          <p:cNvSpPr>
            <a:spLocks noGrp="1"/>
          </p:cNvSpPr>
          <p:nvPr>
            <p:ph type="title" hasCustomPrompt="1"/>
          </p:nvPr>
        </p:nvSpPr>
        <p:spPr>
          <a:xfrm>
            <a:off x="584200" y="2979778"/>
            <a:ext cx="9144000" cy="553998"/>
          </a:xfrm>
          <a:noFill/>
        </p:spPr>
        <p:txBody>
          <a:bodyPr lIns="0" tIns="0" rIns="0" bIns="0" anchor="b" anchorCtr="0">
            <a:spAutoFit/>
          </a:bodyPr>
          <a:lstStyle>
            <a:lvl1pPr>
              <a:defRPr sz="3600" spc="-50" baseline="0">
                <a:gradFill>
                  <a:gsLst>
                    <a:gs pos="62564">
                      <a:schemeClr val="tx1"/>
                    </a:gs>
                    <a:gs pos="55000">
                      <a:schemeClr val="tx1"/>
                    </a:gs>
                  </a:gsLst>
                  <a:lin ang="5400000" scaled="0"/>
                </a:gradFill>
                <a:latin typeface="+mj-lt"/>
                <a:cs typeface="Segoe UI" panose="020B0502040204020203" pitchFamily="34"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9144000" cy="307777"/>
          </a:xfrm>
          <a:noFill/>
        </p:spPr>
        <p:txBody>
          <a:bodyPr wrap="square" lIns="0" tIns="0" rIns="0" bIns="0">
            <a:spAutoFit/>
          </a:bodyPr>
          <a:lstStyle>
            <a:lvl1pPr marL="0" indent="0">
              <a:spcBef>
                <a:spcPts val="0"/>
              </a:spcBef>
              <a:buNone/>
              <a:defRPr sz="2000" spc="0" baseline="0">
                <a:gradFill>
                  <a:gsLst>
                    <a:gs pos="91000">
                      <a:schemeClr val="tx1"/>
                    </a:gs>
                    <a:gs pos="0">
                      <a:schemeClr val="tx1"/>
                    </a:gs>
                  </a:gsLst>
                  <a:lin ang="5400000" scaled="0"/>
                </a:gradFill>
                <a:latin typeface="+mn-lt"/>
                <a:cs typeface="Segoe UI" panose="020B0502040204020203" pitchFamily="34" charset="0"/>
              </a:defRPr>
            </a:lvl1pPr>
          </a:lstStyle>
          <a:p>
            <a:pPr lvl="0"/>
            <a:r>
              <a:rPr lang="en-US"/>
              <a:t>Speaker name or subtitle text</a:t>
            </a:r>
          </a:p>
        </p:txBody>
      </p:sp>
    </p:spTree>
    <p:extLst>
      <p:ext uri="{BB962C8B-B14F-4D97-AF65-F5344CB8AC3E}">
        <p14:creationId xmlns:p14="http://schemas.microsoft.com/office/powerpoint/2010/main" val="428127511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Section Title">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5808"/>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gradFill>
                  <a:gsLst>
                    <a:gs pos="62564">
                      <a:schemeClr val="tx1"/>
                    </a:gs>
                    <a:gs pos="55000">
                      <a:schemeClr val="tx1"/>
                    </a:gs>
                  </a:gsLst>
                  <a:lin ang="5400000" scaled="0"/>
                </a:gradFill>
                <a:effectLst/>
                <a:latin typeface="+mj-lt"/>
                <a:ea typeface="+mn-ea"/>
                <a:cs typeface="Segoe UI" pitchFamily="34" charset="0"/>
              </a:defRPr>
            </a:lvl1pPr>
          </a:lstStyle>
          <a:p>
            <a:r>
              <a:rPr lang="en-US"/>
              <a:t>Section title</a:t>
            </a:r>
          </a:p>
        </p:txBody>
      </p:sp>
      <p:pic>
        <p:nvPicPr>
          <p:cNvPr id="6" name="Picture 5">
            <a:extLst>
              <a:ext uri="{FF2B5EF4-FFF2-40B4-BE49-F238E27FC236}">
                <a16:creationId xmlns:a16="http://schemas.microsoft.com/office/drawing/2014/main" id="{869F059F-BD0F-4211-86F6-E960C3EC183D}"/>
              </a:ext>
            </a:extLst>
          </p:cNvPr>
          <p:cNvPicPr>
            <a:picLocks noChangeAspect="1"/>
          </p:cNvPicPr>
          <p:nvPr userDrawn="1"/>
        </p:nvPicPr>
        <p:blipFill>
          <a:blip r:embed="rId2"/>
          <a:stretch>
            <a:fillRect/>
          </a:stretch>
        </p:blipFill>
        <p:spPr>
          <a:xfrm>
            <a:off x="9344025" y="3898483"/>
            <a:ext cx="2265363" cy="2370555"/>
          </a:xfrm>
          <a:prstGeom prst="rect">
            <a:avLst/>
          </a:prstGeom>
        </p:spPr>
      </p:pic>
    </p:spTree>
    <p:extLst>
      <p:ext uri="{BB962C8B-B14F-4D97-AF65-F5344CB8AC3E}">
        <p14:creationId xmlns:p14="http://schemas.microsoft.com/office/powerpoint/2010/main" val="226226392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27">
          <p15:clr>
            <a:srgbClr val="5ACBF0"/>
          </p15:clr>
        </p15:guide>
        <p15:guide id="3" orient="horz" pos="1911">
          <p15:clr>
            <a:srgbClr val="5ACBF0"/>
          </p15:clr>
        </p15:guide>
        <p15:guide id="4" orient="horz" pos="2505">
          <p15:clr>
            <a:srgbClr val="5ACBF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_Section Title">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5808"/>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gradFill>
                  <a:gsLst>
                    <a:gs pos="62564">
                      <a:schemeClr val="tx1"/>
                    </a:gs>
                    <a:gs pos="55000">
                      <a:schemeClr val="tx1"/>
                    </a:gs>
                  </a:gsLst>
                  <a:lin ang="5400000" scaled="0"/>
                </a:gradFill>
                <a:effectLst/>
                <a:latin typeface="+mj-lt"/>
                <a:ea typeface="+mn-ea"/>
                <a:cs typeface="Segoe UI" pitchFamily="34" charset="0"/>
              </a:defRPr>
            </a:lvl1pPr>
          </a:lstStyle>
          <a:p>
            <a:r>
              <a:rPr lang="en-US"/>
              <a:t>Section title</a:t>
            </a:r>
          </a:p>
        </p:txBody>
      </p:sp>
      <p:pic>
        <p:nvPicPr>
          <p:cNvPr id="6" name="Picture 5">
            <a:extLst>
              <a:ext uri="{FF2B5EF4-FFF2-40B4-BE49-F238E27FC236}">
                <a16:creationId xmlns:a16="http://schemas.microsoft.com/office/drawing/2014/main" id="{869F059F-BD0F-4211-86F6-E960C3EC183D}"/>
              </a:ext>
            </a:extLst>
          </p:cNvPr>
          <p:cNvPicPr>
            <a:picLocks noChangeAspect="1"/>
          </p:cNvPicPr>
          <p:nvPr userDrawn="1"/>
        </p:nvPicPr>
        <p:blipFill>
          <a:blip r:embed="rId2"/>
          <a:stretch>
            <a:fillRect/>
          </a:stretch>
        </p:blipFill>
        <p:spPr>
          <a:xfrm>
            <a:off x="9344025" y="3898483"/>
            <a:ext cx="2265363" cy="2370555"/>
          </a:xfrm>
          <a:prstGeom prst="rect">
            <a:avLst/>
          </a:prstGeom>
        </p:spPr>
      </p:pic>
    </p:spTree>
    <p:extLst>
      <p:ext uri="{BB962C8B-B14F-4D97-AF65-F5344CB8AC3E}">
        <p14:creationId xmlns:p14="http://schemas.microsoft.com/office/powerpoint/2010/main" val="35391456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27">
          <p15:clr>
            <a:srgbClr val="5ACBF0"/>
          </p15:clr>
        </p15:guide>
        <p15:guide id="3" orient="horz" pos="1911">
          <p15:clr>
            <a:srgbClr val="5ACBF0"/>
          </p15:clr>
        </p15:guide>
        <p15:guide id="4" orient="horz" pos="2505">
          <p15:clr>
            <a:srgbClr val="5ACBF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Title &amp; Non-bulleted tex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4B655BA-10A4-4A57-89DB-CFFBE1CA1E33}"/>
              </a:ext>
            </a:extLst>
          </p:cNvPr>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586390" y="1434370"/>
            <a:ext cx="11018520" cy="2308324"/>
          </a:xfrm>
        </p:spPr>
        <p:txBody>
          <a:bodyPr wrap="square">
            <a:spAutoFit/>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31337368"/>
      </p:ext>
    </p:extLst>
  </p:cSld>
  <p:clrMapOvr>
    <a:masterClrMapping/>
  </p:clrMapOvr>
  <p:transition>
    <p:fade/>
  </p:transition>
  <p:extLst>
    <p:ext uri="{DCECCB84-F9BA-43D5-87BE-67443E8EF086}">
      <p15:sldGuideLst xmlns:p15="http://schemas.microsoft.com/office/powerpoint/2012/main">
        <p15:guide id="1" orient="horz" pos="288" userDrawn="1">
          <p15:clr>
            <a:srgbClr val="5ACBF0"/>
          </p15:clr>
        </p15:guide>
        <p15:guide id="2" orient="horz" pos="905" userDrawn="1">
          <p15:clr>
            <a:srgbClr val="5ACBF0"/>
          </p15:clr>
        </p15:guide>
        <p15:guide id="4" orient="horz" pos="1272" userDrawn="1">
          <p15:clr>
            <a:srgbClr val="5ACBF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lstStyle/>
          <a:p>
            <a:r>
              <a:rPr lang="en-US"/>
              <a:t>Click to edit Master title style</a:t>
            </a:r>
          </a:p>
        </p:txBody>
      </p:sp>
      <p:sp>
        <p:nvSpPr>
          <p:cNvPr id="3" name="Text Placeholder 2"/>
          <p:cNvSpPr>
            <a:spLocks noGrp="1"/>
          </p:cNvSpPr>
          <p:nvPr>
            <p:ph type="body" sz="quarter" idx="10"/>
          </p:nvPr>
        </p:nvSpPr>
        <p:spPr>
          <a:xfrm>
            <a:off x="584200" y="1435497"/>
            <a:ext cx="11018520" cy="230832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703268474"/>
      </p:ext>
    </p:extLst>
  </p:cSld>
  <p:clrMapOvr>
    <a:masterClrMapping/>
  </p:clrMapOvr>
  <p:transition>
    <p:fade/>
  </p:transition>
  <p:extLst>
    <p:ext uri="{DCECCB84-F9BA-43D5-87BE-67443E8EF086}">
      <p15:sldGuideLst xmlns:p15="http://schemas.microsoft.com/office/powerpoint/2012/main">
        <p15:guide id="2" orient="horz" pos="1272" userDrawn="1">
          <p15:clr>
            <a:srgbClr val="5ACBF0"/>
          </p15:clr>
        </p15:guide>
        <p15:guide id="3" orient="horz" pos="288" userDrawn="1">
          <p15:clr>
            <a:srgbClr val="5ACBF0"/>
          </p15:clr>
        </p15:guide>
        <p15:guide id="5" orient="horz" pos="904" userDrawn="1">
          <p15:clr>
            <a:srgbClr val="5ACBF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Two Column Non-bullete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584200" y="1435100"/>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Segoe UI Semilight" panose="020B0402040204020203" pitchFamily="34" charset="0"/>
                <a:cs typeface="Segoe UI Semilight" panose="020B0402040204020203" pitchFamily="34" charset="0"/>
              </a:defRPr>
            </a:lvl1pPr>
            <a:lvl2pPr marL="255588" indent="0">
              <a:buFont typeface="Wingdings" panose="05000000000000000000" pitchFamily="2" charset="2"/>
              <a:buNone/>
              <a:defRPr sz="2000" b="0"/>
            </a:lvl2pPr>
            <a:lvl3pPr marL="450850" indent="0">
              <a:buFont typeface="Wingdings" panose="05000000000000000000" pitchFamily="2" charset="2"/>
              <a:buNone/>
              <a:tabLst/>
              <a:defRPr sz="1600" b="0"/>
            </a:lvl3pPr>
            <a:lvl4pPr marL="652462" indent="0">
              <a:buFont typeface="Wingdings" panose="05000000000000000000" pitchFamily="2" charset="2"/>
              <a:buNone/>
              <a:defRPr sz="1400" b="0"/>
            </a:lvl4pPr>
            <a:lvl5pPr marL="854075" indent="0">
              <a:buFont typeface="Wingdings" panose="05000000000000000000" pitchFamily="2" charset="2"/>
              <a:buNone/>
              <a:tabLst/>
              <a:defRPr sz="1400" b="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3">
            <a:extLst>
              <a:ext uri="{FF2B5EF4-FFF2-40B4-BE49-F238E27FC236}">
                <a16:creationId xmlns:a16="http://schemas.microsoft.com/office/drawing/2014/main" id="{8E9CDCB4-03E1-4763-B83E-A1334BCDB0C0}"/>
              </a:ext>
            </a:extLst>
          </p:cNvPr>
          <p:cNvSpPr>
            <a:spLocks noGrp="1"/>
          </p:cNvSpPr>
          <p:nvPr>
            <p:ph type="body" sz="quarter" idx="12"/>
          </p:nvPr>
        </p:nvSpPr>
        <p:spPr>
          <a:xfrm>
            <a:off x="6397171" y="1435100"/>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Segoe UI Semilight" panose="020B0402040204020203" pitchFamily="34" charset="0"/>
                <a:cs typeface="Segoe UI Semilight" panose="020B0402040204020203" pitchFamily="34" charset="0"/>
              </a:defRPr>
            </a:lvl1pPr>
            <a:lvl2pPr marL="255588" indent="0">
              <a:buFont typeface="Wingdings" panose="05000000000000000000" pitchFamily="2" charset="2"/>
              <a:buNone/>
              <a:defRPr sz="2000" b="0"/>
            </a:lvl2pPr>
            <a:lvl3pPr marL="450850" indent="0">
              <a:buFont typeface="Wingdings" panose="05000000000000000000" pitchFamily="2" charset="2"/>
              <a:buNone/>
              <a:tabLst/>
              <a:defRPr sz="1600" b="0"/>
            </a:lvl3pPr>
            <a:lvl4pPr marL="652462" indent="0">
              <a:buFont typeface="Wingdings" panose="05000000000000000000" pitchFamily="2" charset="2"/>
              <a:buNone/>
              <a:defRPr sz="1400" b="0"/>
            </a:lvl4pPr>
            <a:lvl5pPr marL="854075" indent="0">
              <a:buFont typeface="Wingdings" panose="05000000000000000000" pitchFamily="2" charset="2"/>
              <a:buNone/>
              <a:tabLst/>
              <a:defRPr sz="1400" b="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192018982"/>
      </p:ext>
    </p:extLst>
  </p:cSld>
  <p:clrMapOvr>
    <a:masterClrMapping/>
  </p:clrMapOvr>
  <p:transition>
    <p:fade/>
  </p:transition>
  <p:extLst>
    <p:ext uri="{DCECCB84-F9BA-43D5-87BE-67443E8EF086}">
      <p15:sldGuideLst xmlns:p15="http://schemas.microsoft.com/office/powerpoint/2012/main">
        <p15:guide id="1" orient="horz" pos="288" userDrawn="1">
          <p15:clr>
            <a:srgbClr val="5ACBF0"/>
          </p15:clr>
        </p15:guide>
        <p15:guide id="2" orient="horz" pos="1272" userDrawn="1">
          <p15:clr>
            <a:srgbClr val="5ACBF0"/>
          </p15:clr>
        </p15:guide>
        <p15:guide id="3" orient="horz" pos="904" userDrawn="1">
          <p15:clr>
            <a:srgbClr val="5ACBF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Two Column Bullet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BE2550-DA43-453C-A328-33C740E65403}"/>
              </a:ext>
            </a:extLst>
          </p:cNvPr>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584200" y="1437481"/>
            <a:ext cx="5212080" cy="1649682"/>
          </a:xfrm>
        </p:spPr>
        <p:txBody>
          <a:bodyPr wrap="square">
            <a:spAutoFit/>
          </a:bodyPr>
          <a:lstStyle>
            <a:lvl1pPr marL="231775" indent="-231775">
              <a:spcBef>
                <a:spcPts val="1224"/>
              </a:spcBef>
              <a:buClr>
                <a:schemeClr val="tx1"/>
              </a:buClr>
              <a:buFont typeface="Wingdings" panose="05000000000000000000" pitchFamily="2" charset="2"/>
              <a:buChar char=""/>
              <a:defRPr sz="2800" b="0">
                <a:latin typeface="Segoe UI Semilight" panose="020B0402040204020203" pitchFamily="34" charset="0"/>
                <a:cs typeface="Segoe UI Semilight" panose="020B0402040204020203" pitchFamily="34" charset="0"/>
              </a:defRPr>
            </a:lvl1pPr>
            <a:lvl2pPr marL="427038" indent="-171450">
              <a:buFont typeface="Wingdings" panose="05000000000000000000" pitchFamily="2" charset="2"/>
              <a:buChar char=""/>
              <a:defRPr sz="2000" b="0"/>
            </a:lvl2pPr>
            <a:lvl3pPr marL="639763" indent="-188913">
              <a:buFont typeface="Wingdings" panose="05000000000000000000" pitchFamily="2" charset="2"/>
              <a:buChar char=""/>
              <a:tabLst/>
              <a:defRPr sz="1600" b="0"/>
            </a:lvl3pPr>
            <a:lvl4pPr marL="828675" indent="-176213">
              <a:buFont typeface="Wingdings" panose="05000000000000000000" pitchFamily="2" charset="2"/>
              <a:buChar char=""/>
              <a:defRPr sz="1400" b="0"/>
            </a:lvl4pPr>
            <a:lvl5pPr marL="1023938" indent="-169863">
              <a:buFont typeface="Wingdings" panose="05000000000000000000" pitchFamily="2" charset="2"/>
              <a:buChar char=""/>
              <a:tabLst/>
              <a:defRPr sz="1400" b="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3">
            <a:extLst>
              <a:ext uri="{FF2B5EF4-FFF2-40B4-BE49-F238E27FC236}">
                <a16:creationId xmlns:a16="http://schemas.microsoft.com/office/drawing/2014/main" id="{85278796-7B84-4D67-88CD-BF78BB06D214}"/>
              </a:ext>
            </a:extLst>
          </p:cNvPr>
          <p:cNvSpPr>
            <a:spLocks noGrp="1"/>
          </p:cNvSpPr>
          <p:nvPr>
            <p:ph type="body" sz="quarter" idx="11"/>
          </p:nvPr>
        </p:nvSpPr>
        <p:spPr>
          <a:xfrm>
            <a:off x="6389914" y="1437481"/>
            <a:ext cx="5212080" cy="1649682"/>
          </a:xfrm>
        </p:spPr>
        <p:txBody>
          <a:bodyPr wrap="square">
            <a:spAutoFit/>
          </a:bodyPr>
          <a:lstStyle>
            <a:lvl1pPr marL="231775" indent="-231775">
              <a:spcBef>
                <a:spcPts val="1224"/>
              </a:spcBef>
              <a:buClr>
                <a:schemeClr val="tx1"/>
              </a:buClr>
              <a:buFont typeface="Wingdings" panose="05000000000000000000" pitchFamily="2" charset="2"/>
              <a:buChar char=""/>
              <a:defRPr sz="2800" b="0">
                <a:latin typeface="Segoe UI Semilight" panose="020B0402040204020203" pitchFamily="34" charset="0"/>
                <a:cs typeface="Segoe UI Semilight" panose="020B0402040204020203" pitchFamily="34" charset="0"/>
              </a:defRPr>
            </a:lvl1pPr>
            <a:lvl2pPr marL="427038" indent="-171450">
              <a:buFont typeface="Wingdings" panose="05000000000000000000" pitchFamily="2" charset="2"/>
              <a:buChar char=""/>
              <a:defRPr sz="2000" b="0"/>
            </a:lvl2pPr>
            <a:lvl3pPr marL="639763" indent="-188913">
              <a:buFont typeface="Wingdings" panose="05000000000000000000" pitchFamily="2" charset="2"/>
              <a:buChar char=""/>
              <a:tabLst/>
              <a:defRPr sz="1600" b="0"/>
            </a:lvl3pPr>
            <a:lvl4pPr marL="828675" indent="-176213">
              <a:buFont typeface="Wingdings" panose="05000000000000000000" pitchFamily="2" charset="2"/>
              <a:buChar char=""/>
              <a:defRPr sz="1400" b="0"/>
            </a:lvl4pPr>
            <a:lvl5pPr marL="1023938" indent="-169863">
              <a:buFont typeface="Wingdings" panose="05000000000000000000" pitchFamily="2" charset="2"/>
              <a:buChar char=""/>
              <a:tabLst/>
              <a:defRPr sz="1400" b="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179946700"/>
      </p:ext>
    </p:extLst>
  </p:cSld>
  <p:clrMapOvr>
    <a:masterClrMapping/>
  </p:clrMapOvr>
  <p:transition>
    <p:fade/>
  </p:transition>
  <p:extLst>
    <p:ext uri="{DCECCB84-F9BA-43D5-87BE-67443E8EF086}">
      <p15:sldGuideLst xmlns:p15="http://schemas.microsoft.com/office/powerpoint/2012/main">
        <p15:guide id="1" orient="horz" pos="288" userDrawn="1">
          <p15:clr>
            <a:srgbClr val="5ACBF0"/>
          </p15:clr>
        </p15:guide>
        <p15:guide id="2" orient="horz" pos="1276" userDrawn="1">
          <p15:clr>
            <a:srgbClr val="5ACBF0"/>
          </p15:clr>
        </p15:guide>
        <p15:guide id="3" orient="horz" pos="904" userDrawn="1">
          <p15:clr>
            <a:srgbClr val="5ACBF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Demo slid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3223"/>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gradFill>
                  <a:gsLst>
                    <a:gs pos="62564">
                      <a:schemeClr val="tx1"/>
                    </a:gs>
                    <a:gs pos="55000">
                      <a:schemeClr val="tx1"/>
                    </a:gs>
                  </a:gsLst>
                  <a:lin ang="5400000" scaled="0"/>
                </a:gradFill>
                <a:effectLst/>
                <a:latin typeface="+mj-lt"/>
                <a:ea typeface="+mn-ea"/>
                <a:cs typeface="Segoe UI" pitchFamily="34" charset="0"/>
              </a:defRPr>
            </a:lvl1pPr>
          </a:lstStyle>
          <a:p>
            <a:r>
              <a:rPr lang="en-US"/>
              <a:t>Demo title</a:t>
            </a:r>
          </a:p>
        </p:txBody>
      </p:sp>
      <p:sp>
        <p:nvSpPr>
          <p:cNvPr id="5" name="Text Placeholder 4"/>
          <p:cNvSpPr>
            <a:spLocks noGrp="1"/>
          </p:cNvSpPr>
          <p:nvPr>
            <p:ph type="body" sz="quarter" idx="12" hasCustomPrompt="1"/>
          </p:nvPr>
        </p:nvSpPr>
        <p:spPr>
          <a:xfrm>
            <a:off x="585216" y="3977319"/>
            <a:ext cx="9144000" cy="307777"/>
          </a:xfrm>
          <a:noFill/>
        </p:spPr>
        <p:txBody>
          <a:bodyPr lIns="0" tIns="0" rIns="0" bIns="0">
            <a:spAutoFit/>
          </a:bodyPr>
          <a:lstStyle>
            <a:lvl1pPr marL="0" indent="0">
              <a:spcBef>
                <a:spcPts val="0"/>
              </a:spcBef>
              <a:spcAft>
                <a:spcPts val="0"/>
              </a:spcAft>
              <a:buFont typeface="Arial" panose="020B0604020202020204" pitchFamily="34" charset="0"/>
              <a:buNone/>
              <a:defRPr sz="2000" spc="0" baseline="0">
                <a:gradFill>
                  <a:gsLst>
                    <a:gs pos="0">
                      <a:schemeClr val="tx1"/>
                    </a:gs>
                    <a:gs pos="100000">
                      <a:schemeClr val="tx1"/>
                    </a:gs>
                  </a:gsLst>
                  <a:lin ang="5400000" scaled="0"/>
                </a:gradFill>
                <a:latin typeface="+mn-lt"/>
              </a:defRPr>
            </a:lvl1pPr>
          </a:lstStyle>
          <a:p>
            <a:pPr lvl="0"/>
            <a:r>
              <a:rPr lang="en-US"/>
              <a:t>Speaker name</a:t>
            </a:r>
          </a:p>
        </p:txBody>
      </p:sp>
      <p:pic>
        <p:nvPicPr>
          <p:cNvPr id="9" name="Picture 8">
            <a:extLst>
              <a:ext uri="{FF2B5EF4-FFF2-40B4-BE49-F238E27FC236}">
                <a16:creationId xmlns:a16="http://schemas.microsoft.com/office/drawing/2014/main" id="{E631573B-58F8-43B4-8E3E-6F895442CB9B}"/>
              </a:ext>
            </a:extLst>
          </p:cNvPr>
          <p:cNvPicPr>
            <a:picLocks noChangeAspect="1"/>
          </p:cNvPicPr>
          <p:nvPr userDrawn="1"/>
        </p:nvPicPr>
        <p:blipFill>
          <a:blip r:embed="rId2"/>
          <a:stretch>
            <a:fillRect/>
          </a:stretch>
        </p:blipFill>
        <p:spPr>
          <a:xfrm>
            <a:off x="9344025" y="3898483"/>
            <a:ext cx="2265363" cy="2370555"/>
          </a:xfrm>
          <a:prstGeom prst="rect">
            <a:avLst/>
          </a:prstGeom>
        </p:spPr>
      </p:pic>
    </p:spTree>
    <p:extLst>
      <p:ext uri="{BB962C8B-B14F-4D97-AF65-F5344CB8AC3E}">
        <p14:creationId xmlns:p14="http://schemas.microsoft.com/office/powerpoint/2010/main" val="389760253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userDrawn="1">
          <p15:clr>
            <a:srgbClr val="FBAE40"/>
          </p15:clr>
        </p15:guide>
        <p15:guide id="2" pos="6135" userDrawn="1">
          <p15:clr>
            <a:srgbClr val="5ACBF0"/>
          </p15:clr>
        </p15:guide>
        <p15:guide id="3" orient="horz" pos="1910" userDrawn="1">
          <p15:clr>
            <a:srgbClr val="5ACBF0"/>
          </p15:clr>
        </p15:guide>
        <p15:guide id="4" orient="horz" pos="2505" userDrawn="1">
          <p15:clr>
            <a:srgbClr val="5ACBF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Video slide 2">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5808"/>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gradFill>
                  <a:gsLst>
                    <a:gs pos="62564">
                      <a:schemeClr val="tx1"/>
                    </a:gs>
                    <a:gs pos="55000">
                      <a:schemeClr val="tx1"/>
                    </a:gs>
                  </a:gsLst>
                  <a:lin ang="5400000" scaled="0"/>
                </a:gradFill>
                <a:effectLst/>
                <a:latin typeface="+mj-lt"/>
                <a:ea typeface="+mn-ea"/>
                <a:cs typeface="Segoe UI" pitchFamily="34" charset="0"/>
              </a:defRPr>
            </a:lvl1pPr>
          </a:lstStyle>
          <a:p>
            <a:r>
              <a:rPr lang="en-US"/>
              <a:t>Video</a:t>
            </a:r>
          </a:p>
        </p:txBody>
      </p:sp>
    </p:spTree>
    <p:extLst>
      <p:ext uri="{BB962C8B-B14F-4D97-AF65-F5344CB8AC3E}">
        <p14:creationId xmlns:p14="http://schemas.microsoft.com/office/powerpoint/2010/main" val="172114844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1">
          <p15:clr>
            <a:srgbClr val="5ACBF0"/>
          </p15:clr>
        </p15:guide>
        <p15:guide id="3" orient="horz" pos="1914">
          <p15:clr>
            <a:srgbClr val="5ACBF0"/>
          </p15:clr>
        </p15:guide>
        <p15:guide id="4" orient="horz" pos="2505">
          <p15:clr>
            <a:srgbClr val="5ACBF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Section Titl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5808"/>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gradFill>
                  <a:gsLst>
                    <a:gs pos="62564">
                      <a:schemeClr val="tx1"/>
                    </a:gs>
                    <a:gs pos="55000">
                      <a:schemeClr val="tx1"/>
                    </a:gs>
                  </a:gsLst>
                  <a:lin ang="5400000" scaled="0"/>
                </a:gradFill>
                <a:effectLst/>
                <a:latin typeface="+mj-lt"/>
                <a:ea typeface="+mn-ea"/>
                <a:cs typeface="Segoe UI" pitchFamily="34" charset="0"/>
              </a:defRPr>
            </a:lvl1pPr>
          </a:lstStyle>
          <a:p>
            <a:r>
              <a:rPr lang="en-US"/>
              <a:t>Section title</a:t>
            </a:r>
          </a:p>
        </p:txBody>
      </p:sp>
      <p:pic>
        <p:nvPicPr>
          <p:cNvPr id="6" name="Picture 5">
            <a:extLst>
              <a:ext uri="{FF2B5EF4-FFF2-40B4-BE49-F238E27FC236}">
                <a16:creationId xmlns:a16="http://schemas.microsoft.com/office/drawing/2014/main" id="{869F059F-BD0F-4211-86F6-E960C3EC183D}"/>
              </a:ext>
            </a:extLst>
          </p:cNvPr>
          <p:cNvPicPr>
            <a:picLocks noChangeAspect="1"/>
          </p:cNvPicPr>
          <p:nvPr userDrawn="1"/>
        </p:nvPicPr>
        <p:blipFill>
          <a:blip r:embed="rId2"/>
          <a:stretch>
            <a:fillRect/>
          </a:stretch>
        </p:blipFill>
        <p:spPr>
          <a:xfrm>
            <a:off x="9344025" y="3898483"/>
            <a:ext cx="2265363" cy="2370555"/>
          </a:xfrm>
          <a:prstGeom prst="rect">
            <a:avLst/>
          </a:prstGeom>
        </p:spPr>
      </p:pic>
    </p:spTree>
    <p:extLst>
      <p:ext uri="{BB962C8B-B14F-4D97-AF65-F5344CB8AC3E}">
        <p14:creationId xmlns:p14="http://schemas.microsoft.com/office/powerpoint/2010/main" val="365035823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userDrawn="1">
          <p15:clr>
            <a:srgbClr val="FBAE40"/>
          </p15:clr>
        </p15:guide>
        <p15:guide id="2" pos="6127" userDrawn="1">
          <p15:clr>
            <a:srgbClr val="5ACBF0"/>
          </p15:clr>
        </p15:guide>
        <p15:guide id="3" orient="horz" pos="1911" userDrawn="1">
          <p15:clr>
            <a:srgbClr val="5ACBF0"/>
          </p15:clr>
        </p15:guide>
        <p15:guide id="4" orient="horz" pos="2505" userDrawn="1">
          <p15:clr>
            <a:srgbClr val="5ACBF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2754DF-CB0E-46F9-AA3C-00BC673EBDF3}"/>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74417933"/>
      </p:ext>
    </p:extLst>
  </p:cSld>
  <p:clrMapOvr>
    <a:masterClrMapping/>
  </p:clrMapOvr>
  <p:transition>
    <p:fade/>
  </p:transition>
  <p:extLst>
    <p:ext uri="{DCECCB84-F9BA-43D5-87BE-67443E8EF086}">
      <p15:sldGuideLst xmlns:p15="http://schemas.microsoft.com/office/powerpoint/2012/main">
        <p15:guide id="3" orient="horz" pos="900">
          <p15:clr>
            <a:srgbClr val="5ACBF0"/>
          </p15:clr>
        </p15:guide>
        <p15:guide id="4" orient="horz" pos="1276">
          <p15:clr>
            <a:srgbClr val="5ACBF0"/>
          </p15:clr>
        </p15:guide>
        <p15:guide id="5" orient="horz" pos="288">
          <p15:clr>
            <a:srgbClr val="5ACBF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itle Slide">
    <p:bg>
      <p:bgPr>
        <a:solidFill>
          <a:schemeClr val="bg1"/>
        </a:solidFill>
        <a:effectLst/>
      </p:bgPr>
    </p:bg>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4A36DC34-EED6-8F49-8473-3802F6C2A3D1}"/>
              </a:ext>
            </a:extLst>
          </p:cNvPr>
          <p:cNvSpPr>
            <a:spLocks noGrp="1"/>
          </p:cNvSpPr>
          <p:nvPr>
            <p:ph type="title" hasCustomPrompt="1"/>
          </p:nvPr>
        </p:nvSpPr>
        <p:spPr>
          <a:xfrm>
            <a:off x="428681" y="2532448"/>
            <a:ext cx="9630389" cy="1793104"/>
          </a:xfrm>
          <a:prstGeom prst="rect">
            <a:avLst/>
          </a:prstGeom>
          <a:noFill/>
        </p:spPr>
        <p:txBody>
          <a:bodyPr lIns="0" tIns="0" rIns="0" bIns="182880" anchor="b" anchorCtr="0"/>
          <a:lstStyle>
            <a:lvl1pPr>
              <a:defRPr sz="4800" strike="noStrike" spc="-49" baseline="0">
                <a:solidFill>
                  <a:schemeClr val="tx2"/>
                </a:solidFill>
              </a:defRPr>
            </a:lvl1pPr>
          </a:lstStyle>
          <a:p>
            <a:r>
              <a:rPr lang="en-US">
                <a:solidFill>
                  <a:schemeClr val="tx1"/>
                </a:solidFill>
              </a:rPr>
              <a:t>Microsoft Security title</a:t>
            </a:r>
            <a:endParaRPr lang="en-US"/>
          </a:p>
        </p:txBody>
      </p:sp>
      <p:sp>
        <p:nvSpPr>
          <p:cNvPr id="14" name="Text Placeholder 10">
            <a:extLst>
              <a:ext uri="{FF2B5EF4-FFF2-40B4-BE49-F238E27FC236}">
                <a16:creationId xmlns:a16="http://schemas.microsoft.com/office/drawing/2014/main" id="{2E500E80-DD0C-EF4F-BB7D-03960A098E1F}"/>
              </a:ext>
            </a:extLst>
          </p:cNvPr>
          <p:cNvSpPr>
            <a:spLocks noGrp="1"/>
          </p:cNvSpPr>
          <p:nvPr>
            <p:ph type="body" sz="quarter" idx="15" hasCustomPrompt="1"/>
          </p:nvPr>
        </p:nvSpPr>
        <p:spPr>
          <a:xfrm>
            <a:off x="442466" y="4350114"/>
            <a:ext cx="9602819" cy="738664"/>
          </a:xfrm>
          <a:prstGeom prst="rect">
            <a:avLst/>
          </a:prstGeom>
        </p:spPr>
        <p:txBody>
          <a:bodyPr/>
          <a:lstStyle>
            <a:lvl1pPr>
              <a:defRPr sz="1800">
                <a:solidFill>
                  <a:srgbClr val="000000"/>
                </a:solidFill>
              </a:defRPr>
            </a:lvl1pPr>
            <a:lvl2pPr>
              <a:defRPr sz="1765">
                <a:solidFill>
                  <a:srgbClr val="000000"/>
                </a:solidFill>
              </a:defRPr>
            </a:lvl2pPr>
            <a:lvl3pPr>
              <a:defRPr sz="1372"/>
            </a:lvl3pPr>
            <a:lvl4pPr>
              <a:defRPr sz="1372"/>
            </a:lvl4pPr>
            <a:lvl5pPr>
              <a:defRPr sz="1029"/>
            </a:lvl5pPr>
          </a:lstStyle>
          <a:p>
            <a:pPr lvl="0"/>
            <a:r>
              <a:rPr lang="en-US"/>
              <a:t>Author name</a:t>
            </a:r>
            <a:br>
              <a:rPr lang="en-US"/>
            </a:br>
            <a:r>
              <a:rPr lang="en-US"/>
              <a:t>Date</a:t>
            </a:r>
          </a:p>
        </p:txBody>
      </p:sp>
      <p:sp>
        <p:nvSpPr>
          <p:cNvPr id="2" name="Footer Placeholder 1">
            <a:extLst>
              <a:ext uri="{FF2B5EF4-FFF2-40B4-BE49-F238E27FC236}">
                <a16:creationId xmlns:a16="http://schemas.microsoft.com/office/drawing/2014/main" id="{82FAE6D0-0992-4139-9359-5135BCE47E11}"/>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pic>
        <p:nvPicPr>
          <p:cNvPr id="3" name="Picture 2" descr="A picture containing drawing&#10;&#10;Description automatically generated">
            <a:extLst>
              <a:ext uri="{FF2B5EF4-FFF2-40B4-BE49-F238E27FC236}">
                <a16:creationId xmlns:a16="http://schemas.microsoft.com/office/drawing/2014/main" id="{50DC78AD-4336-4E8D-8F70-4C35FEF409C7}"/>
              </a:ext>
            </a:extLst>
          </p:cNvPr>
          <p:cNvPicPr>
            <a:picLocks noChangeAspect="1"/>
          </p:cNvPicPr>
          <p:nvPr/>
        </p:nvPicPr>
        <p:blipFill>
          <a:blip r:embed="rId2"/>
          <a:stretch>
            <a:fillRect/>
          </a:stretch>
        </p:blipFill>
        <p:spPr>
          <a:xfrm>
            <a:off x="136885" y="159691"/>
            <a:ext cx="2635247" cy="871753"/>
          </a:xfrm>
          <a:prstGeom prst="rect">
            <a:avLst/>
          </a:prstGeom>
        </p:spPr>
      </p:pic>
    </p:spTree>
    <p:extLst>
      <p:ext uri="{BB962C8B-B14F-4D97-AF65-F5344CB8AC3E}">
        <p14:creationId xmlns:p14="http://schemas.microsoft.com/office/powerpoint/2010/main" val="195727153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Title Slide with blue background">
    <p:bg>
      <p:bgPr>
        <a:solidFill>
          <a:schemeClr val="tx2"/>
        </a:solidFill>
        <a:effectLst/>
      </p:bgPr>
    </p:bg>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FDD3BB94-DC99-244C-91E3-A9764AF2671E}"/>
              </a:ext>
            </a:extLst>
          </p:cNvPr>
          <p:cNvSpPr>
            <a:spLocks noGrp="1"/>
          </p:cNvSpPr>
          <p:nvPr>
            <p:ph type="title" hasCustomPrompt="1"/>
          </p:nvPr>
        </p:nvSpPr>
        <p:spPr>
          <a:xfrm>
            <a:off x="428681" y="2532448"/>
            <a:ext cx="9630389" cy="1793104"/>
          </a:xfrm>
          <a:prstGeom prst="rect">
            <a:avLst/>
          </a:prstGeom>
          <a:noFill/>
        </p:spPr>
        <p:txBody>
          <a:bodyPr lIns="0" tIns="0" rIns="0" bIns="182880" anchor="b" anchorCtr="0"/>
          <a:lstStyle>
            <a:lvl1pPr>
              <a:defRPr sz="4800" strike="noStrike" spc="-49" baseline="0">
                <a:solidFill>
                  <a:schemeClr val="bg1"/>
                </a:solidFill>
              </a:defRPr>
            </a:lvl1pPr>
          </a:lstStyle>
          <a:p>
            <a:r>
              <a:rPr lang="en-US"/>
              <a:t>Microsoft 365 title</a:t>
            </a:r>
          </a:p>
        </p:txBody>
      </p:sp>
      <p:sp>
        <p:nvSpPr>
          <p:cNvPr id="16" name="Text Placeholder 10">
            <a:extLst>
              <a:ext uri="{FF2B5EF4-FFF2-40B4-BE49-F238E27FC236}">
                <a16:creationId xmlns:a16="http://schemas.microsoft.com/office/drawing/2014/main" id="{63FCEA3C-C822-5A4A-9561-695239EA77C3}"/>
              </a:ext>
            </a:extLst>
          </p:cNvPr>
          <p:cNvSpPr>
            <a:spLocks noGrp="1"/>
          </p:cNvSpPr>
          <p:nvPr>
            <p:ph type="body" sz="quarter" idx="15" hasCustomPrompt="1"/>
          </p:nvPr>
        </p:nvSpPr>
        <p:spPr>
          <a:xfrm>
            <a:off x="442466" y="4350114"/>
            <a:ext cx="9602819" cy="738664"/>
          </a:xfrm>
          <a:prstGeom prst="rect">
            <a:avLst/>
          </a:prstGeom>
        </p:spPr>
        <p:txBody>
          <a:bodyPr/>
          <a:lstStyle>
            <a:lvl1pPr>
              <a:defRPr sz="1800">
                <a:solidFill>
                  <a:schemeClr val="bg1"/>
                </a:solidFill>
              </a:defRPr>
            </a:lvl1pPr>
            <a:lvl2pPr>
              <a:defRPr sz="1765">
                <a:solidFill>
                  <a:srgbClr val="000000"/>
                </a:solidFill>
              </a:defRPr>
            </a:lvl2pPr>
            <a:lvl3pPr>
              <a:defRPr sz="1372"/>
            </a:lvl3pPr>
            <a:lvl4pPr>
              <a:defRPr sz="1372"/>
            </a:lvl4pPr>
            <a:lvl5pPr>
              <a:defRPr sz="1029"/>
            </a:lvl5pPr>
          </a:lstStyle>
          <a:p>
            <a:pPr lvl="0"/>
            <a:r>
              <a:rPr lang="en-US"/>
              <a:t>Author name</a:t>
            </a:r>
            <a:br>
              <a:rPr lang="en-US"/>
            </a:br>
            <a:r>
              <a:rPr lang="en-US"/>
              <a:t>Date</a:t>
            </a:r>
          </a:p>
        </p:txBody>
      </p:sp>
      <p:sp>
        <p:nvSpPr>
          <p:cNvPr id="2" name="Footer Placeholder 1">
            <a:extLst>
              <a:ext uri="{FF2B5EF4-FFF2-40B4-BE49-F238E27FC236}">
                <a16:creationId xmlns:a16="http://schemas.microsoft.com/office/drawing/2014/main" id="{DE984AF9-42B3-4123-927E-CEC8570AFE35}"/>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solidFill>
                  <a:schemeClr val="bg1"/>
                </a:solidFill>
              </a:rPr>
              <a:t>© Copyright Microsoft Corporation. All rights reserved.</a:t>
            </a:r>
          </a:p>
        </p:txBody>
      </p:sp>
      <p:pic>
        <p:nvPicPr>
          <p:cNvPr id="3" name="Picture 2" descr="A picture containing drawing&#10;&#10;Description automatically generated">
            <a:extLst>
              <a:ext uri="{FF2B5EF4-FFF2-40B4-BE49-F238E27FC236}">
                <a16:creationId xmlns:a16="http://schemas.microsoft.com/office/drawing/2014/main" id="{0AF2B48A-0CD5-4E5D-BBFC-0FF17E42D728}"/>
              </a:ext>
            </a:extLst>
          </p:cNvPr>
          <p:cNvPicPr>
            <a:picLocks noChangeAspect="1"/>
          </p:cNvPicPr>
          <p:nvPr/>
        </p:nvPicPr>
        <p:blipFill>
          <a:blip r:embed="rId2"/>
          <a:stretch>
            <a:fillRect/>
          </a:stretch>
        </p:blipFill>
        <p:spPr>
          <a:xfrm>
            <a:off x="136885" y="159691"/>
            <a:ext cx="2635247" cy="871753"/>
          </a:xfrm>
          <a:prstGeom prst="rect">
            <a:avLst/>
          </a:prstGeom>
        </p:spPr>
      </p:pic>
    </p:spTree>
    <p:extLst>
      <p:ext uri="{BB962C8B-B14F-4D97-AF65-F5344CB8AC3E}">
        <p14:creationId xmlns:p14="http://schemas.microsoft.com/office/powerpoint/2010/main" val="213048538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p:cSld name="Title slide with graphic 1">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1D09A9D1-6212-8B49-96D7-B3E9D17D4BAB}"/>
              </a:ext>
            </a:extLst>
          </p:cNvPr>
          <p:cNvSpPr>
            <a:spLocks noGrp="1"/>
          </p:cNvSpPr>
          <p:nvPr>
            <p:ph type="title" hasCustomPrompt="1"/>
          </p:nvPr>
        </p:nvSpPr>
        <p:spPr>
          <a:xfrm>
            <a:off x="428681" y="2532448"/>
            <a:ext cx="5428936" cy="1793104"/>
          </a:xfrm>
          <a:prstGeom prst="rect">
            <a:avLst/>
          </a:prstGeom>
          <a:noFill/>
        </p:spPr>
        <p:txBody>
          <a:bodyPr lIns="0" tIns="0" rIns="0" bIns="182880" anchor="b" anchorCtr="0"/>
          <a:lstStyle>
            <a:lvl1pPr>
              <a:defRPr sz="4800" strike="noStrike" spc="-49" baseline="0">
                <a:solidFill>
                  <a:srgbClr val="000000"/>
                </a:solidFill>
              </a:defRPr>
            </a:lvl1pPr>
          </a:lstStyle>
          <a:p>
            <a:r>
              <a:rPr lang="en-US"/>
              <a:t>Azure presentation</a:t>
            </a:r>
            <a:br>
              <a:rPr lang="en-US"/>
            </a:br>
            <a:r>
              <a:rPr lang="en-US"/>
              <a:t>title or event name</a:t>
            </a:r>
          </a:p>
        </p:txBody>
      </p:sp>
      <p:sp>
        <p:nvSpPr>
          <p:cNvPr id="9" name="Text Placeholder 10">
            <a:extLst>
              <a:ext uri="{FF2B5EF4-FFF2-40B4-BE49-F238E27FC236}">
                <a16:creationId xmlns:a16="http://schemas.microsoft.com/office/drawing/2014/main" id="{0881A9F1-B3A4-0742-8DAD-18EC8A78C522}"/>
              </a:ext>
            </a:extLst>
          </p:cNvPr>
          <p:cNvSpPr>
            <a:spLocks noGrp="1"/>
          </p:cNvSpPr>
          <p:nvPr>
            <p:ph type="body" sz="quarter" idx="15" hasCustomPrompt="1"/>
          </p:nvPr>
        </p:nvSpPr>
        <p:spPr>
          <a:xfrm>
            <a:off x="442466" y="4350114"/>
            <a:ext cx="5413394" cy="738664"/>
          </a:xfrm>
          <a:prstGeom prst="rect">
            <a:avLst/>
          </a:prstGeom>
        </p:spPr>
        <p:txBody>
          <a:bodyPr/>
          <a:lstStyle>
            <a:lvl1pPr>
              <a:defRPr sz="1800">
                <a:solidFill>
                  <a:srgbClr val="000000"/>
                </a:solidFill>
              </a:defRPr>
            </a:lvl1pPr>
            <a:lvl2pPr>
              <a:defRPr sz="1765">
                <a:solidFill>
                  <a:srgbClr val="000000"/>
                </a:solidFill>
              </a:defRPr>
            </a:lvl2pPr>
            <a:lvl3pPr>
              <a:defRPr sz="1372"/>
            </a:lvl3pPr>
            <a:lvl4pPr>
              <a:defRPr sz="1372"/>
            </a:lvl4pPr>
            <a:lvl5pPr>
              <a:defRPr sz="1029"/>
            </a:lvl5pPr>
          </a:lstStyle>
          <a:p>
            <a:pPr lvl="0"/>
            <a:r>
              <a:rPr lang="en-US"/>
              <a:t>Author name</a:t>
            </a:r>
            <a:br>
              <a:rPr lang="en-US"/>
            </a:br>
            <a:r>
              <a:rPr lang="en-US"/>
              <a:t>Date</a:t>
            </a:r>
          </a:p>
        </p:txBody>
      </p:sp>
      <p:sp>
        <p:nvSpPr>
          <p:cNvPr id="7" name="Footer Placeholder 1">
            <a:extLst>
              <a:ext uri="{FF2B5EF4-FFF2-40B4-BE49-F238E27FC236}">
                <a16:creationId xmlns:a16="http://schemas.microsoft.com/office/drawing/2014/main" id="{1B6BA0D2-3614-405C-8BB6-C5242154BADB}"/>
              </a:ext>
            </a:extLst>
          </p:cNvPr>
          <p:cNvSpPr txBox="1">
            <a:spLocks/>
          </p:cNvSpPr>
          <p:nvPr/>
        </p:nvSpPr>
        <p:spPr>
          <a:xfrm>
            <a:off x="442466"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r>
              <a:rPr lang="en-US"/>
              <a:t>© Copyright Microsoft Corporation. All rights reserved.</a:t>
            </a:r>
          </a:p>
        </p:txBody>
      </p:sp>
      <p:pic>
        <p:nvPicPr>
          <p:cNvPr id="3" name="Picture 2" descr="A picture containing drawing&#10;&#10;Description automatically generated">
            <a:extLst>
              <a:ext uri="{FF2B5EF4-FFF2-40B4-BE49-F238E27FC236}">
                <a16:creationId xmlns:a16="http://schemas.microsoft.com/office/drawing/2014/main" id="{DA65376C-9C1C-452A-9C27-75EE7927ABA8}"/>
              </a:ext>
            </a:extLst>
          </p:cNvPr>
          <p:cNvPicPr>
            <a:picLocks noChangeAspect="1"/>
          </p:cNvPicPr>
          <p:nvPr/>
        </p:nvPicPr>
        <p:blipFill>
          <a:blip r:embed="rId2"/>
          <a:stretch>
            <a:fillRect/>
          </a:stretch>
        </p:blipFill>
        <p:spPr>
          <a:xfrm>
            <a:off x="136885" y="159691"/>
            <a:ext cx="2635247" cy="871753"/>
          </a:xfrm>
          <a:prstGeom prst="rect">
            <a:avLst/>
          </a:prstGeom>
        </p:spPr>
      </p:pic>
      <p:pic>
        <p:nvPicPr>
          <p:cNvPr id="4" name="Picture 3">
            <a:extLst>
              <a:ext uri="{FF2B5EF4-FFF2-40B4-BE49-F238E27FC236}">
                <a16:creationId xmlns:a16="http://schemas.microsoft.com/office/drawing/2014/main" id="{C4B6689F-D3DF-4DE9-BFA0-0A8E724877B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57617" y="0"/>
            <a:ext cx="5973790" cy="6858000"/>
          </a:xfrm>
          <a:prstGeom prst="rect">
            <a:avLst/>
          </a:prstGeom>
        </p:spPr>
      </p:pic>
    </p:spTree>
    <p:extLst>
      <p:ext uri="{BB962C8B-B14F-4D97-AF65-F5344CB8AC3E}">
        <p14:creationId xmlns:p14="http://schemas.microsoft.com/office/powerpoint/2010/main" val="2764488484"/>
      </p:ext>
    </p:extLst>
  </p:cSld>
  <p:clrMapOvr>
    <a:masterClrMapping/>
  </p:clrMapOvr>
  <p:transition>
    <p:fade/>
  </p:transition>
  <p:hf sldNum="0"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Title slide with graphic 2">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F7E4AC65-3150-034F-B089-A8B21D5F2E61}"/>
              </a:ext>
            </a:extLst>
          </p:cNvPr>
          <p:cNvSpPr>
            <a:spLocks noGrp="1"/>
          </p:cNvSpPr>
          <p:nvPr>
            <p:ph type="title" hasCustomPrompt="1"/>
          </p:nvPr>
        </p:nvSpPr>
        <p:spPr>
          <a:xfrm>
            <a:off x="428681" y="2532448"/>
            <a:ext cx="5428936" cy="1793104"/>
          </a:xfrm>
          <a:prstGeom prst="rect">
            <a:avLst/>
          </a:prstGeom>
          <a:noFill/>
        </p:spPr>
        <p:txBody>
          <a:bodyPr lIns="0" tIns="0" rIns="0" bIns="182880" anchor="b" anchorCtr="0"/>
          <a:lstStyle>
            <a:lvl1pPr>
              <a:defRPr sz="4800" strike="noStrike" spc="-49" baseline="0">
                <a:solidFill>
                  <a:schemeClr val="tx1"/>
                </a:solidFill>
              </a:defRPr>
            </a:lvl1pPr>
          </a:lstStyle>
          <a:p>
            <a:r>
              <a:rPr lang="en-US"/>
              <a:t>Azure presentation</a:t>
            </a:r>
            <a:br>
              <a:rPr lang="en-US"/>
            </a:br>
            <a:r>
              <a:rPr lang="en-US"/>
              <a:t>title or event name</a:t>
            </a:r>
          </a:p>
        </p:txBody>
      </p:sp>
      <p:sp>
        <p:nvSpPr>
          <p:cNvPr id="6" name="Text Placeholder 10">
            <a:extLst>
              <a:ext uri="{FF2B5EF4-FFF2-40B4-BE49-F238E27FC236}">
                <a16:creationId xmlns:a16="http://schemas.microsoft.com/office/drawing/2014/main" id="{29B09652-4E45-F04D-8357-20491F718B1A}"/>
              </a:ext>
            </a:extLst>
          </p:cNvPr>
          <p:cNvSpPr>
            <a:spLocks noGrp="1"/>
          </p:cNvSpPr>
          <p:nvPr>
            <p:ph type="body" sz="quarter" idx="15" hasCustomPrompt="1"/>
          </p:nvPr>
        </p:nvSpPr>
        <p:spPr>
          <a:xfrm>
            <a:off x="442466" y="4350114"/>
            <a:ext cx="5413394" cy="738664"/>
          </a:xfrm>
          <a:prstGeom prst="rect">
            <a:avLst/>
          </a:prstGeom>
        </p:spPr>
        <p:txBody>
          <a:bodyPr/>
          <a:lstStyle>
            <a:lvl1pPr>
              <a:defRPr sz="1800">
                <a:solidFill>
                  <a:schemeClr val="tx1"/>
                </a:solidFill>
              </a:defRPr>
            </a:lvl1pPr>
            <a:lvl2pPr>
              <a:defRPr sz="1765">
                <a:solidFill>
                  <a:srgbClr val="000000"/>
                </a:solidFill>
              </a:defRPr>
            </a:lvl2pPr>
            <a:lvl3pPr>
              <a:defRPr sz="1372"/>
            </a:lvl3pPr>
            <a:lvl4pPr>
              <a:defRPr sz="1372"/>
            </a:lvl4pPr>
            <a:lvl5pPr>
              <a:defRPr sz="1029"/>
            </a:lvl5pPr>
          </a:lstStyle>
          <a:p>
            <a:pPr lvl="0"/>
            <a:r>
              <a:rPr lang="en-US"/>
              <a:t>Author name</a:t>
            </a:r>
            <a:br>
              <a:rPr lang="en-US"/>
            </a:br>
            <a:r>
              <a:rPr lang="en-US"/>
              <a:t>Date</a:t>
            </a:r>
          </a:p>
        </p:txBody>
      </p:sp>
      <p:sp>
        <p:nvSpPr>
          <p:cNvPr id="2" name="Footer Placeholder 1">
            <a:extLst>
              <a:ext uri="{FF2B5EF4-FFF2-40B4-BE49-F238E27FC236}">
                <a16:creationId xmlns:a16="http://schemas.microsoft.com/office/drawing/2014/main" id="{C579B1D0-8CEE-4E42-8540-F752DBF0F648}"/>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
        <p:nvSpPr>
          <p:cNvPr id="13" name="Oval 12">
            <a:extLst>
              <a:ext uri="{FF2B5EF4-FFF2-40B4-BE49-F238E27FC236}">
                <a16:creationId xmlns:a16="http://schemas.microsoft.com/office/drawing/2014/main" id="{0C62E602-B038-4AA6-A699-B469CFE1AD96}"/>
              </a:ext>
              <a:ext uri="{C183D7F6-B498-43B3-948B-1728B52AA6E4}">
                <adec:decorative xmlns:adec="http://schemas.microsoft.com/office/drawing/2017/decorative" val="1"/>
              </a:ext>
            </a:extLst>
          </p:cNvPr>
          <p:cNvSpPr/>
          <p:nvPr/>
        </p:nvSpPr>
        <p:spPr bwMode="auto">
          <a:xfrm>
            <a:off x="6383137" y="589416"/>
            <a:ext cx="5671978" cy="5679168"/>
          </a:xfrm>
          <a:prstGeom prst="ellipse">
            <a:avLst/>
          </a:prstGeom>
          <a:noFill/>
          <a:ln w="19050">
            <a:solidFill>
              <a:schemeClr val="bg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pic>
        <p:nvPicPr>
          <p:cNvPr id="4" name="Picture 3" descr="A picture containing drawing&#10;&#10;Description automatically generated">
            <a:extLst>
              <a:ext uri="{FF2B5EF4-FFF2-40B4-BE49-F238E27FC236}">
                <a16:creationId xmlns:a16="http://schemas.microsoft.com/office/drawing/2014/main" id="{57D6331F-1A15-46AA-A57A-300CC97487E4}"/>
              </a:ext>
            </a:extLst>
          </p:cNvPr>
          <p:cNvPicPr>
            <a:picLocks noChangeAspect="1"/>
          </p:cNvPicPr>
          <p:nvPr/>
        </p:nvPicPr>
        <p:blipFill>
          <a:blip r:embed="rId2"/>
          <a:stretch>
            <a:fillRect/>
          </a:stretch>
        </p:blipFill>
        <p:spPr>
          <a:xfrm>
            <a:off x="136885" y="159691"/>
            <a:ext cx="2635247" cy="871753"/>
          </a:xfrm>
          <a:prstGeom prst="rect">
            <a:avLst/>
          </a:prstGeom>
        </p:spPr>
      </p:pic>
      <p:grpSp>
        <p:nvGrpSpPr>
          <p:cNvPr id="37" name="Group 36">
            <a:extLst>
              <a:ext uri="{FF2B5EF4-FFF2-40B4-BE49-F238E27FC236}">
                <a16:creationId xmlns:a16="http://schemas.microsoft.com/office/drawing/2014/main" id="{695F69F3-6C65-4C67-BE9F-99EE13ECA942}"/>
              </a:ext>
            </a:extLst>
          </p:cNvPr>
          <p:cNvGrpSpPr/>
          <p:nvPr/>
        </p:nvGrpSpPr>
        <p:grpSpPr>
          <a:xfrm>
            <a:off x="6600946" y="859776"/>
            <a:ext cx="5148588" cy="5138447"/>
            <a:chOff x="6600946" y="859776"/>
            <a:chExt cx="5148588" cy="5138447"/>
          </a:xfrm>
        </p:grpSpPr>
        <p:grpSp>
          <p:nvGrpSpPr>
            <p:cNvPr id="38" name="Graphic 1">
              <a:extLst>
                <a:ext uri="{FF2B5EF4-FFF2-40B4-BE49-F238E27FC236}">
                  <a16:creationId xmlns:a16="http://schemas.microsoft.com/office/drawing/2014/main" id="{BC070748-6768-4FC2-A431-E43A99B45D24}"/>
                </a:ext>
              </a:extLst>
            </p:cNvPr>
            <p:cNvGrpSpPr/>
            <p:nvPr/>
          </p:nvGrpSpPr>
          <p:grpSpPr>
            <a:xfrm>
              <a:off x="6600946" y="859776"/>
              <a:ext cx="5148588" cy="5138447"/>
              <a:chOff x="5179859" y="2459480"/>
              <a:chExt cx="2077534" cy="2073148"/>
            </a:xfrm>
            <a:gradFill>
              <a:gsLst>
                <a:gs pos="100000">
                  <a:schemeClr val="tx2"/>
                </a:gs>
                <a:gs pos="23000">
                  <a:schemeClr val="accent5"/>
                </a:gs>
              </a:gsLst>
              <a:lin ang="10800000" scaled="1"/>
            </a:gradFill>
          </p:grpSpPr>
          <p:sp>
            <p:nvSpPr>
              <p:cNvPr id="48" name="Freeform: Shape 47">
                <a:extLst>
                  <a:ext uri="{FF2B5EF4-FFF2-40B4-BE49-F238E27FC236}">
                    <a16:creationId xmlns:a16="http://schemas.microsoft.com/office/drawing/2014/main" id="{04C016FB-6079-433E-86F5-11870BD5A617}"/>
                  </a:ext>
                </a:extLst>
              </p:cNvPr>
              <p:cNvSpPr/>
              <p:nvPr/>
            </p:nvSpPr>
            <p:spPr>
              <a:xfrm>
                <a:off x="5496685" y="2820334"/>
                <a:ext cx="1592644" cy="1616092"/>
              </a:xfrm>
              <a:custGeom>
                <a:avLst/>
                <a:gdLst>
                  <a:gd name="connsiteX0" fmla="*/ 1132079 w 1592644"/>
                  <a:gd name="connsiteY0" fmla="*/ 1616093 h 1616092"/>
                  <a:gd name="connsiteX1" fmla="*/ 1023494 w 1592644"/>
                  <a:gd name="connsiteY1" fmla="*/ 1573230 h 1616092"/>
                  <a:gd name="connsiteX2" fmla="*/ 50991 w 1592644"/>
                  <a:gd name="connsiteY2" fmla="*/ 665498 h 1616092"/>
                  <a:gd name="connsiteX3" fmla="*/ 4319 w 1592644"/>
                  <a:gd name="connsiteY3" fmla="*/ 513098 h 1616092"/>
                  <a:gd name="connsiteX4" fmla="*/ 112904 w 1592644"/>
                  <a:gd name="connsiteY4" fmla="*/ 395940 h 1616092"/>
                  <a:gd name="connsiteX5" fmla="*/ 1385444 w 1592644"/>
                  <a:gd name="connsiteY5" fmla="*/ 7320 h 1616092"/>
                  <a:gd name="connsiteX6" fmla="*/ 1541654 w 1592644"/>
                  <a:gd name="connsiteY6" fmla="*/ 43515 h 1616092"/>
                  <a:gd name="connsiteX7" fmla="*/ 1588326 w 1592644"/>
                  <a:gd name="connsiteY7" fmla="*/ 195915 h 1616092"/>
                  <a:gd name="connsiteX8" fmla="*/ 1289241 w 1592644"/>
                  <a:gd name="connsiteY8" fmla="*/ 1492268 h 1616092"/>
                  <a:gd name="connsiteX9" fmla="*/ 1180656 w 1592644"/>
                  <a:gd name="connsiteY9" fmla="*/ 1609425 h 1616092"/>
                  <a:gd name="connsiteX10" fmla="*/ 1132079 w 1592644"/>
                  <a:gd name="connsiteY10" fmla="*/ 1616093 h 1616092"/>
                  <a:gd name="connsiteX11" fmla="*/ 54801 w 1592644"/>
                  <a:gd name="connsiteY11" fmla="*/ 661688 h 1616092"/>
                  <a:gd name="connsiteX12" fmla="*/ 1028256 w 1592644"/>
                  <a:gd name="connsiteY12" fmla="*/ 1569420 h 1616092"/>
                  <a:gd name="connsiteX13" fmla="*/ 1178751 w 1592644"/>
                  <a:gd name="connsiteY13" fmla="*/ 1603710 h 1616092"/>
                  <a:gd name="connsiteX14" fmla="*/ 1284479 w 1592644"/>
                  <a:gd name="connsiteY14" fmla="*/ 1490363 h 1616092"/>
                  <a:gd name="connsiteX15" fmla="*/ 1583564 w 1592644"/>
                  <a:gd name="connsiteY15" fmla="*/ 194010 h 1616092"/>
                  <a:gd name="connsiteX16" fmla="*/ 1538796 w 1592644"/>
                  <a:gd name="connsiteY16" fmla="*/ 46373 h 1616092"/>
                  <a:gd name="connsiteX17" fmla="*/ 1388301 w 1592644"/>
                  <a:gd name="connsiteY17" fmla="*/ 12083 h 1616092"/>
                  <a:gd name="connsiteX18" fmla="*/ 114809 w 1592644"/>
                  <a:gd name="connsiteY18" fmla="*/ 401655 h 1616092"/>
                  <a:gd name="connsiteX19" fmla="*/ 9081 w 1592644"/>
                  <a:gd name="connsiteY19" fmla="*/ 515003 h 1616092"/>
                  <a:gd name="connsiteX20" fmla="*/ 54801 w 1592644"/>
                  <a:gd name="connsiteY20" fmla="*/ 661688 h 1616092"/>
                  <a:gd name="connsiteX21" fmla="*/ 54801 w 1592644"/>
                  <a:gd name="connsiteY21" fmla="*/ 661688 h 16160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92644" h="1616092">
                    <a:moveTo>
                      <a:pt x="1132079" y="1616093"/>
                    </a:moveTo>
                    <a:cubicBezTo>
                      <a:pt x="1092074" y="1616093"/>
                      <a:pt x="1053974" y="1600853"/>
                      <a:pt x="1023494" y="1573230"/>
                    </a:cubicBezTo>
                    <a:lnTo>
                      <a:pt x="50991" y="665498"/>
                    </a:lnTo>
                    <a:cubicBezTo>
                      <a:pt x="9081" y="626445"/>
                      <a:pt x="-9016" y="569295"/>
                      <a:pt x="4319" y="513098"/>
                    </a:cubicBezTo>
                    <a:cubicBezTo>
                      <a:pt x="17654" y="456900"/>
                      <a:pt x="57659" y="413085"/>
                      <a:pt x="112904" y="395940"/>
                    </a:cubicBezTo>
                    <a:lnTo>
                      <a:pt x="1385444" y="7320"/>
                    </a:lnTo>
                    <a:cubicBezTo>
                      <a:pt x="1440689" y="-9825"/>
                      <a:pt x="1498791" y="3510"/>
                      <a:pt x="1541654" y="43515"/>
                    </a:cubicBezTo>
                    <a:cubicBezTo>
                      <a:pt x="1583564" y="82568"/>
                      <a:pt x="1601661" y="139718"/>
                      <a:pt x="1588326" y="195915"/>
                    </a:cubicBezTo>
                    <a:lnTo>
                      <a:pt x="1289241" y="1492268"/>
                    </a:lnTo>
                    <a:cubicBezTo>
                      <a:pt x="1275906" y="1548465"/>
                      <a:pt x="1235901" y="1592280"/>
                      <a:pt x="1180656" y="1609425"/>
                    </a:cubicBezTo>
                    <a:cubicBezTo>
                      <a:pt x="1163511" y="1614188"/>
                      <a:pt x="1148271" y="1616093"/>
                      <a:pt x="1132079" y="1616093"/>
                    </a:cubicBezTo>
                    <a:close/>
                    <a:moveTo>
                      <a:pt x="54801" y="661688"/>
                    </a:moveTo>
                    <a:lnTo>
                      <a:pt x="1028256" y="1569420"/>
                    </a:lnTo>
                    <a:cubicBezTo>
                      <a:pt x="1069214" y="1607520"/>
                      <a:pt x="1125411" y="1620855"/>
                      <a:pt x="1178751" y="1603710"/>
                    </a:cubicBezTo>
                    <a:cubicBezTo>
                      <a:pt x="1232091" y="1587518"/>
                      <a:pt x="1271144" y="1545608"/>
                      <a:pt x="1284479" y="1490363"/>
                    </a:cubicBezTo>
                    <a:lnTo>
                      <a:pt x="1583564" y="194010"/>
                    </a:lnTo>
                    <a:cubicBezTo>
                      <a:pt x="1595946" y="139718"/>
                      <a:pt x="1578801" y="84473"/>
                      <a:pt x="1538796" y="46373"/>
                    </a:cubicBezTo>
                    <a:cubicBezTo>
                      <a:pt x="1497839" y="8273"/>
                      <a:pt x="1441641" y="-5062"/>
                      <a:pt x="1388301" y="12083"/>
                    </a:cubicBezTo>
                    <a:lnTo>
                      <a:pt x="114809" y="401655"/>
                    </a:lnTo>
                    <a:cubicBezTo>
                      <a:pt x="61469" y="417848"/>
                      <a:pt x="22416" y="459758"/>
                      <a:pt x="9081" y="515003"/>
                    </a:cubicBezTo>
                    <a:cubicBezTo>
                      <a:pt x="-3301" y="568343"/>
                      <a:pt x="13844" y="623588"/>
                      <a:pt x="54801" y="661688"/>
                    </a:cubicBezTo>
                    <a:lnTo>
                      <a:pt x="54801" y="661688"/>
                    </a:lnTo>
                    <a:close/>
                  </a:path>
                </a:pathLst>
              </a:custGeom>
              <a:grpFill/>
              <a:ln w="9525" cap="flat">
                <a:noFill/>
                <a:prstDash val="solid"/>
                <a:miter/>
              </a:ln>
            </p:spPr>
            <p:txBody>
              <a:bodyPr rtlCol="0" anchor="ctr"/>
              <a:lstStyle/>
              <a:p>
                <a:endParaRPr lang="en-US" sz="1730"/>
              </a:p>
            </p:txBody>
          </p:sp>
          <p:sp>
            <p:nvSpPr>
              <p:cNvPr id="49" name="Freeform: Shape 48">
                <a:extLst>
                  <a:ext uri="{FF2B5EF4-FFF2-40B4-BE49-F238E27FC236}">
                    <a16:creationId xmlns:a16="http://schemas.microsoft.com/office/drawing/2014/main" id="{54102133-5E8C-4CB3-AC62-D09FC824D203}"/>
                  </a:ext>
                </a:extLst>
              </p:cNvPr>
              <p:cNvSpPr/>
              <p:nvPr/>
            </p:nvSpPr>
            <p:spPr>
              <a:xfrm>
                <a:off x="5569965" y="3033304"/>
                <a:ext cx="1648967" cy="1494562"/>
              </a:xfrm>
              <a:custGeom>
                <a:avLst/>
                <a:gdLst>
                  <a:gd name="connsiteX0" fmla="*/ 784479 w 1648967"/>
                  <a:gd name="connsiteY0" fmla="*/ 1494562 h 1494562"/>
                  <a:gd name="connsiteX1" fmla="*/ 778764 w 1648967"/>
                  <a:gd name="connsiteY1" fmla="*/ 1494562 h 1494562"/>
                  <a:gd name="connsiteX2" fmla="*/ 643509 w 1648967"/>
                  <a:gd name="connsiteY2" fmla="*/ 1409790 h 1494562"/>
                  <a:gd name="connsiteX3" fmla="*/ 18669 w 1648967"/>
                  <a:gd name="connsiteY3" fmla="*/ 235357 h 1494562"/>
                  <a:gd name="connsiteX4" fmla="*/ 18669 w 1648967"/>
                  <a:gd name="connsiteY4" fmla="*/ 235357 h 1494562"/>
                  <a:gd name="connsiteX5" fmla="*/ 24384 w 1648967"/>
                  <a:gd name="connsiteY5" fmla="*/ 75337 h 1494562"/>
                  <a:gd name="connsiteX6" fmla="*/ 165354 w 1648967"/>
                  <a:gd name="connsiteY6" fmla="*/ 90 h 1494562"/>
                  <a:gd name="connsiteX7" fmla="*/ 1495044 w 1648967"/>
                  <a:gd name="connsiteY7" fmla="*/ 46762 h 1494562"/>
                  <a:gd name="connsiteX8" fmla="*/ 1630299 w 1648967"/>
                  <a:gd name="connsiteY8" fmla="*/ 131535 h 1494562"/>
                  <a:gd name="connsiteX9" fmla="*/ 1624584 w 1648967"/>
                  <a:gd name="connsiteY9" fmla="*/ 291555 h 1494562"/>
                  <a:gd name="connsiteX10" fmla="*/ 919734 w 1648967"/>
                  <a:gd name="connsiteY10" fmla="*/ 1419315 h 1494562"/>
                  <a:gd name="connsiteX11" fmla="*/ 784479 w 1648967"/>
                  <a:gd name="connsiteY11" fmla="*/ 1494562 h 1494562"/>
                  <a:gd name="connsiteX12" fmla="*/ 158686 w 1648967"/>
                  <a:gd name="connsiteY12" fmla="*/ 5805 h 1494562"/>
                  <a:gd name="connsiteX13" fmla="*/ 28194 w 1648967"/>
                  <a:gd name="connsiteY13" fmla="*/ 78195 h 1494562"/>
                  <a:gd name="connsiteX14" fmla="*/ 22479 w 1648967"/>
                  <a:gd name="connsiteY14" fmla="*/ 232500 h 1494562"/>
                  <a:gd name="connsiteX15" fmla="*/ 22479 w 1648967"/>
                  <a:gd name="connsiteY15" fmla="*/ 232500 h 1494562"/>
                  <a:gd name="connsiteX16" fmla="*/ 647319 w 1648967"/>
                  <a:gd name="connsiteY16" fmla="*/ 1406932 h 1494562"/>
                  <a:gd name="connsiteX17" fmla="*/ 777812 w 1648967"/>
                  <a:gd name="connsiteY17" fmla="*/ 1488847 h 1494562"/>
                  <a:gd name="connsiteX18" fmla="*/ 914019 w 1648967"/>
                  <a:gd name="connsiteY18" fmla="*/ 1416457 h 1494562"/>
                  <a:gd name="connsiteX19" fmla="*/ 1618869 w 1648967"/>
                  <a:gd name="connsiteY19" fmla="*/ 288697 h 1494562"/>
                  <a:gd name="connsiteX20" fmla="*/ 1624584 w 1648967"/>
                  <a:gd name="connsiteY20" fmla="*/ 134392 h 1494562"/>
                  <a:gd name="connsiteX21" fmla="*/ 1494092 w 1648967"/>
                  <a:gd name="connsiteY21" fmla="*/ 52477 h 1494562"/>
                  <a:gd name="connsiteX22" fmla="*/ 164402 w 1648967"/>
                  <a:gd name="connsiteY22" fmla="*/ 5805 h 1494562"/>
                  <a:gd name="connsiteX23" fmla="*/ 158686 w 1648967"/>
                  <a:gd name="connsiteY23" fmla="*/ 5805 h 14945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48967" h="1494562">
                    <a:moveTo>
                      <a:pt x="784479" y="1494562"/>
                    </a:moveTo>
                    <a:cubicBezTo>
                      <a:pt x="782574" y="1494562"/>
                      <a:pt x="780669" y="1494562"/>
                      <a:pt x="778764" y="1494562"/>
                    </a:cubicBezTo>
                    <a:cubicBezTo>
                      <a:pt x="720662" y="1492657"/>
                      <a:pt x="670179" y="1461225"/>
                      <a:pt x="643509" y="1409790"/>
                    </a:cubicBezTo>
                    <a:lnTo>
                      <a:pt x="18669" y="235357"/>
                    </a:lnTo>
                    <a:lnTo>
                      <a:pt x="18669" y="235357"/>
                    </a:lnTo>
                    <a:cubicBezTo>
                      <a:pt x="-8001" y="183922"/>
                      <a:pt x="-6096" y="124867"/>
                      <a:pt x="24384" y="75337"/>
                    </a:cubicBezTo>
                    <a:cubicBezTo>
                      <a:pt x="54864" y="26760"/>
                      <a:pt x="107252" y="-1815"/>
                      <a:pt x="165354" y="90"/>
                    </a:cubicBezTo>
                    <a:lnTo>
                      <a:pt x="1495044" y="46762"/>
                    </a:lnTo>
                    <a:cubicBezTo>
                      <a:pt x="1553147" y="48667"/>
                      <a:pt x="1603629" y="80100"/>
                      <a:pt x="1630299" y="131535"/>
                    </a:cubicBezTo>
                    <a:cubicBezTo>
                      <a:pt x="1656969" y="182970"/>
                      <a:pt x="1655064" y="242025"/>
                      <a:pt x="1624584" y="291555"/>
                    </a:cubicBezTo>
                    <a:lnTo>
                      <a:pt x="919734" y="1419315"/>
                    </a:lnTo>
                    <a:cubicBezTo>
                      <a:pt x="890206" y="1466940"/>
                      <a:pt x="839724" y="1494562"/>
                      <a:pt x="784479" y="1494562"/>
                    </a:cubicBezTo>
                    <a:close/>
                    <a:moveTo>
                      <a:pt x="158686" y="5805"/>
                    </a:moveTo>
                    <a:cubicBezTo>
                      <a:pt x="105347" y="5805"/>
                      <a:pt x="56769" y="32475"/>
                      <a:pt x="28194" y="78195"/>
                    </a:cubicBezTo>
                    <a:cubicBezTo>
                      <a:pt x="-1334" y="125820"/>
                      <a:pt x="-3239" y="182970"/>
                      <a:pt x="22479" y="232500"/>
                    </a:cubicBezTo>
                    <a:lnTo>
                      <a:pt x="22479" y="232500"/>
                    </a:lnTo>
                    <a:lnTo>
                      <a:pt x="647319" y="1406932"/>
                    </a:lnTo>
                    <a:cubicBezTo>
                      <a:pt x="673989" y="1456462"/>
                      <a:pt x="722567" y="1486942"/>
                      <a:pt x="777812" y="1488847"/>
                    </a:cubicBezTo>
                    <a:cubicBezTo>
                      <a:pt x="834009" y="1490752"/>
                      <a:pt x="884492" y="1464082"/>
                      <a:pt x="914019" y="1416457"/>
                    </a:cubicBezTo>
                    <a:lnTo>
                      <a:pt x="1618869" y="288697"/>
                    </a:lnTo>
                    <a:cubicBezTo>
                      <a:pt x="1648397" y="241072"/>
                      <a:pt x="1650302" y="183922"/>
                      <a:pt x="1624584" y="134392"/>
                    </a:cubicBezTo>
                    <a:cubicBezTo>
                      <a:pt x="1597914" y="84862"/>
                      <a:pt x="1549337" y="54382"/>
                      <a:pt x="1494092" y="52477"/>
                    </a:cubicBezTo>
                    <a:lnTo>
                      <a:pt x="164402" y="5805"/>
                    </a:lnTo>
                    <a:cubicBezTo>
                      <a:pt x="162497" y="5805"/>
                      <a:pt x="160592" y="5805"/>
                      <a:pt x="158686" y="5805"/>
                    </a:cubicBezTo>
                    <a:close/>
                  </a:path>
                </a:pathLst>
              </a:custGeom>
              <a:grpFill/>
              <a:ln w="9525" cap="flat">
                <a:noFill/>
                <a:prstDash val="solid"/>
                <a:miter/>
              </a:ln>
            </p:spPr>
            <p:txBody>
              <a:bodyPr rtlCol="0" anchor="ctr"/>
              <a:lstStyle/>
              <a:p>
                <a:endParaRPr lang="en-US" sz="1730"/>
              </a:p>
            </p:txBody>
          </p:sp>
          <p:sp>
            <p:nvSpPr>
              <p:cNvPr id="50" name="Freeform: Shape 49">
                <a:extLst>
                  <a:ext uri="{FF2B5EF4-FFF2-40B4-BE49-F238E27FC236}">
                    <a16:creationId xmlns:a16="http://schemas.microsoft.com/office/drawing/2014/main" id="{0BCE9930-CFBB-4646-901A-120648FA1B9E}"/>
                  </a:ext>
                </a:extLst>
              </p:cNvPr>
              <p:cNvSpPr/>
              <p:nvPr/>
            </p:nvSpPr>
            <p:spPr>
              <a:xfrm>
                <a:off x="5695335" y="2890984"/>
                <a:ext cx="1562058" cy="1634024"/>
              </a:xfrm>
              <a:custGeom>
                <a:avLst/>
                <a:gdLst>
                  <a:gd name="connsiteX0" fmla="*/ 368597 w 1562058"/>
                  <a:gd name="connsiteY0" fmla="*/ 1634025 h 1634024"/>
                  <a:gd name="connsiteX1" fmla="*/ 310494 w 1562058"/>
                  <a:gd name="connsiteY1" fmla="*/ 1623547 h 1634024"/>
                  <a:gd name="connsiteX2" fmla="*/ 209529 w 1562058"/>
                  <a:gd name="connsiteY2" fmla="*/ 1499722 h 1634024"/>
                  <a:gd name="connsiteX3" fmla="*/ 1884 w 1562058"/>
                  <a:gd name="connsiteY3" fmla="*/ 185272 h 1634024"/>
                  <a:gd name="connsiteX4" fmla="*/ 59034 w 1562058"/>
                  <a:gd name="connsiteY4" fmla="*/ 35730 h 1634024"/>
                  <a:gd name="connsiteX5" fmla="*/ 217149 w 1562058"/>
                  <a:gd name="connsiteY5" fmla="*/ 10965 h 1634024"/>
                  <a:gd name="connsiteX6" fmla="*/ 1459210 w 1562058"/>
                  <a:gd name="connsiteY6" fmla="*/ 488167 h 1634024"/>
                  <a:gd name="connsiteX7" fmla="*/ 1560174 w 1562058"/>
                  <a:gd name="connsiteY7" fmla="*/ 611992 h 1634024"/>
                  <a:gd name="connsiteX8" fmla="*/ 1503024 w 1562058"/>
                  <a:gd name="connsiteY8" fmla="*/ 761535 h 1634024"/>
                  <a:gd name="connsiteX9" fmla="*/ 469562 w 1562058"/>
                  <a:gd name="connsiteY9" fmla="*/ 1598782 h 1634024"/>
                  <a:gd name="connsiteX10" fmla="*/ 368597 w 1562058"/>
                  <a:gd name="connsiteY10" fmla="*/ 1634025 h 1634024"/>
                  <a:gd name="connsiteX11" fmla="*/ 159047 w 1562058"/>
                  <a:gd name="connsiteY11" fmla="*/ 5250 h 1634024"/>
                  <a:gd name="connsiteX12" fmla="*/ 62844 w 1562058"/>
                  <a:gd name="connsiteY12" fmla="*/ 39540 h 1634024"/>
                  <a:gd name="connsiteX13" fmla="*/ 7599 w 1562058"/>
                  <a:gd name="connsiteY13" fmla="*/ 183367 h 1634024"/>
                  <a:gd name="connsiteX14" fmla="*/ 215244 w 1562058"/>
                  <a:gd name="connsiteY14" fmla="*/ 1497818 h 1634024"/>
                  <a:gd name="connsiteX15" fmla="*/ 312399 w 1562058"/>
                  <a:gd name="connsiteY15" fmla="*/ 1617832 h 1634024"/>
                  <a:gd name="connsiteX16" fmla="*/ 464799 w 1562058"/>
                  <a:gd name="connsiteY16" fmla="*/ 1594020 h 1634024"/>
                  <a:gd name="connsiteX17" fmla="*/ 1498262 w 1562058"/>
                  <a:gd name="connsiteY17" fmla="*/ 756772 h 1634024"/>
                  <a:gd name="connsiteX18" fmla="*/ 1553507 w 1562058"/>
                  <a:gd name="connsiteY18" fmla="*/ 612945 h 1634024"/>
                  <a:gd name="connsiteX19" fmla="*/ 1456352 w 1562058"/>
                  <a:gd name="connsiteY19" fmla="*/ 492930 h 1634024"/>
                  <a:gd name="connsiteX20" fmla="*/ 215244 w 1562058"/>
                  <a:gd name="connsiteY20" fmla="*/ 15727 h 1634024"/>
                  <a:gd name="connsiteX21" fmla="*/ 159047 w 1562058"/>
                  <a:gd name="connsiteY21" fmla="*/ 5250 h 16340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62058" h="1634024">
                    <a:moveTo>
                      <a:pt x="368597" y="1634025"/>
                    </a:moveTo>
                    <a:cubicBezTo>
                      <a:pt x="349547" y="1634025"/>
                      <a:pt x="329544" y="1630215"/>
                      <a:pt x="310494" y="1623547"/>
                    </a:cubicBezTo>
                    <a:cubicBezTo>
                      <a:pt x="256202" y="1602593"/>
                      <a:pt x="219054" y="1556872"/>
                      <a:pt x="209529" y="1499722"/>
                    </a:cubicBezTo>
                    <a:lnTo>
                      <a:pt x="1884" y="185272"/>
                    </a:lnTo>
                    <a:cubicBezTo>
                      <a:pt x="-6688" y="128122"/>
                      <a:pt x="14267" y="72877"/>
                      <a:pt x="59034" y="35730"/>
                    </a:cubicBezTo>
                    <a:cubicBezTo>
                      <a:pt x="103802" y="-465"/>
                      <a:pt x="162857" y="-9990"/>
                      <a:pt x="217149" y="10965"/>
                    </a:cubicBezTo>
                    <a:lnTo>
                      <a:pt x="1459210" y="488167"/>
                    </a:lnTo>
                    <a:cubicBezTo>
                      <a:pt x="1513502" y="509122"/>
                      <a:pt x="1550649" y="554842"/>
                      <a:pt x="1560174" y="611992"/>
                    </a:cubicBezTo>
                    <a:cubicBezTo>
                      <a:pt x="1568747" y="669142"/>
                      <a:pt x="1547792" y="724387"/>
                      <a:pt x="1503024" y="761535"/>
                    </a:cubicBezTo>
                    <a:lnTo>
                      <a:pt x="469562" y="1598782"/>
                    </a:lnTo>
                    <a:cubicBezTo>
                      <a:pt x="439082" y="1621643"/>
                      <a:pt x="404792" y="1634025"/>
                      <a:pt x="368597" y="1634025"/>
                    </a:cubicBezTo>
                    <a:close/>
                    <a:moveTo>
                      <a:pt x="159047" y="5250"/>
                    </a:moveTo>
                    <a:cubicBezTo>
                      <a:pt x="124757" y="5250"/>
                      <a:pt x="90467" y="16680"/>
                      <a:pt x="62844" y="39540"/>
                    </a:cubicBezTo>
                    <a:cubicBezTo>
                      <a:pt x="19029" y="74782"/>
                      <a:pt x="-973" y="128122"/>
                      <a:pt x="7599" y="183367"/>
                    </a:cubicBezTo>
                    <a:lnTo>
                      <a:pt x="215244" y="1497818"/>
                    </a:lnTo>
                    <a:cubicBezTo>
                      <a:pt x="223817" y="1553062"/>
                      <a:pt x="260012" y="1597830"/>
                      <a:pt x="312399" y="1617832"/>
                    </a:cubicBezTo>
                    <a:cubicBezTo>
                      <a:pt x="364787" y="1637835"/>
                      <a:pt x="421937" y="1629262"/>
                      <a:pt x="464799" y="1594020"/>
                    </a:cubicBezTo>
                    <a:lnTo>
                      <a:pt x="1498262" y="756772"/>
                    </a:lnTo>
                    <a:cubicBezTo>
                      <a:pt x="1542077" y="721530"/>
                      <a:pt x="1562080" y="668190"/>
                      <a:pt x="1553507" y="612945"/>
                    </a:cubicBezTo>
                    <a:cubicBezTo>
                      <a:pt x="1544935" y="557700"/>
                      <a:pt x="1508740" y="512932"/>
                      <a:pt x="1456352" y="492930"/>
                    </a:cubicBezTo>
                    <a:lnTo>
                      <a:pt x="215244" y="15727"/>
                    </a:lnTo>
                    <a:cubicBezTo>
                      <a:pt x="197147" y="9060"/>
                      <a:pt x="178097" y="5250"/>
                      <a:pt x="159047" y="5250"/>
                    </a:cubicBezTo>
                    <a:close/>
                  </a:path>
                </a:pathLst>
              </a:custGeom>
              <a:grpFill/>
              <a:ln w="9525" cap="flat">
                <a:noFill/>
                <a:prstDash val="solid"/>
                <a:miter/>
              </a:ln>
            </p:spPr>
            <p:txBody>
              <a:bodyPr rtlCol="0" anchor="ctr"/>
              <a:lstStyle/>
              <a:p>
                <a:endParaRPr lang="en-US" sz="1730"/>
              </a:p>
            </p:txBody>
          </p:sp>
          <p:sp>
            <p:nvSpPr>
              <p:cNvPr id="51" name="Freeform: Shape 50">
                <a:extLst>
                  <a:ext uri="{FF2B5EF4-FFF2-40B4-BE49-F238E27FC236}">
                    <a16:creationId xmlns:a16="http://schemas.microsoft.com/office/drawing/2014/main" id="{8C60FDBA-7C23-4806-88B5-29E31C6583DC}"/>
                  </a:ext>
                </a:extLst>
              </p:cNvPr>
              <p:cNvSpPr/>
              <p:nvPr/>
            </p:nvSpPr>
            <p:spPr>
              <a:xfrm>
                <a:off x="5630741" y="2796715"/>
                <a:ext cx="1568373" cy="1631138"/>
              </a:xfrm>
              <a:custGeom>
                <a:avLst/>
                <a:gdLst>
                  <a:gd name="connsiteX0" fmla="*/ 158870 w 1568373"/>
                  <a:gd name="connsiteY0" fmla="*/ 1631139 h 1631138"/>
                  <a:gd name="connsiteX1" fmla="*/ 56953 w 1568373"/>
                  <a:gd name="connsiteY1" fmla="*/ 1593991 h 1631138"/>
                  <a:gd name="connsiteX2" fmla="*/ 2660 w 1568373"/>
                  <a:gd name="connsiteY2" fmla="*/ 1443496 h 1631138"/>
                  <a:gd name="connsiteX3" fmla="*/ 232213 w 1568373"/>
                  <a:gd name="connsiteY3" fmla="*/ 132856 h 1631138"/>
                  <a:gd name="connsiteX4" fmla="*/ 335083 w 1568373"/>
                  <a:gd name="connsiteY4" fmla="*/ 9984 h 1631138"/>
                  <a:gd name="connsiteX5" fmla="*/ 492246 w 1568373"/>
                  <a:gd name="connsiteY5" fmla="*/ 37606 h 1631138"/>
                  <a:gd name="connsiteX6" fmla="*/ 1511421 w 1568373"/>
                  <a:gd name="connsiteY6" fmla="*/ 892951 h 1631138"/>
                  <a:gd name="connsiteX7" fmla="*/ 1565713 w 1568373"/>
                  <a:gd name="connsiteY7" fmla="*/ 1043446 h 1631138"/>
                  <a:gd name="connsiteX8" fmla="*/ 1462843 w 1568373"/>
                  <a:gd name="connsiteY8" fmla="*/ 1166319 h 1631138"/>
                  <a:gd name="connsiteX9" fmla="*/ 214116 w 1568373"/>
                  <a:gd name="connsiteY9" fmla="*/ 1620662 h 1631138"/>
                  <a:gd name="connsiteX10" fmla="*/ 158870 w 1568373"/>
                  <a:gd name="connsiteY10" fmla="*/ 1631139 h 1631138"/>
                  <a:gd name="connsiteX11" fmla="*/ 390328 w 1568373"/>
                  <a:gd name="connsiteY11" fmla="*/ 6174 h 1631138"/>
                  <a:gd name="connsiteX12" fmla="*/ 336988 w 1568373"/>
                  <a:gd name="connsiteY12" fmla="*/ 15699 h 1631138"/>
                  <a:gd name="connsiteX13" fmla="*/ 237928 w 1568373"/>
                  <a:gd name="connsiteY13" fmla="*/ 133809 h 1631138"/>
                  <a:gd name="connsiteX14" fmla="*/ 7423 w 1568373"/>
                  <a:gd name="connsiteY14" fmla="*/ 1444449 h 1631138"/>
                  <a:gd name="connsiteX15" fmla="*/ 59810 w 1568373"/>
                  <a:gd name="connsiteY15" fmla="*/ 1589229 h 1631138"/>
                  <a:gd name="connsiteX16" fmla="*/ 212210 w 1568373"/>
                  <a:gd name="connsiteY16" fmla="*/ 1615899 h 1631138"/>
                  <a:gd name="connsiteX17" fmla="*/ 1461891 w 1568373"/>
                  <a:gd name="connsiteY17" fmla="*/ 1160604 h 1631138"/>
                  <a:gd name="connsiteX18" fmla="*/ 1560951 w 1568373"/>
                  <a:gd name="connsiteY18" fmla="*/ 1042494 h 1631138"/>
                  <a:gd name="connsiteX19" fmla="*/ 1508563 w 1568373"/>
                  <a:gd name="connsiteY19" fmla="*/ 897714 h 1631138"/>
                  <a:gd name="connsiteX20" fmla="*/ 489388 w 1568373"/>
                  <a:gd name="connsiteY20" fmla="*/ 42369 h 1631138"/>
                  <a:gd name="connsiteX21" fmla="*/ 390328 w 1568373"/>
                  <a:gd name="connsiteY21" fmla="*/ 6174 h 1631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68373" h="1631138">
                    <a:moveTo>
                      <a:pt x="158870" y="1631139"/>
                    </a:moveTo>
                    <a:cubicBezTo>
                      <a:pt x="121723" y="1631139"/>
                      <a:pt x="86481" y="1617804"/>
                      <a:pt x="56953" y="1593991"/>
                    </a:cubicBezTo>
                    <a:cubicBezTo>
                      <a:pt x="13138" y="1556844"/>
                      <a:pt x="-7817" y="1500646"/>
                      <a:pt x="2660" y="1443496"/>
                    </a:cubicBezTo>
                    <a:lnTo>
                      <a:pt x="232213" y="132856"/>
                    </a:lnTo>
                    <a:cubicBezTo>
                      <a:pt x="242691" y="75706"/>
                      <a:pt x="280791" y="29986"/>
                      <a:pt x="335083" y="9984"/>
                    </a:cubicBezTo>
                    <a:cubicBezTo>
                      <a:pt x="389375" y="-10019"/>
                      <a:pt x="448431" y="459"/>
                      <a:pt x="492246" y="37606"/>
                    </a:cubicBezTo>
                    <a:lnTo>
                      <a:pt x="1511421" y="892951"/>
                    </a:lnTo>
                    <a:cubicBezTo>
                      <a:pt x="1555236" y="930099"/>
                      <a:pt x="1576191" y="986296"/>
                      <a:pt x="1565713" y="1043446"/>
                    </a:cubicBezTo>
                    <a:cubicBezTo>
                      <a:pt x="1555236" y="1100596"/>
                      <a:pt x="1517136" y="1146316"/>
                      <a:pt x="1462843" y="1166319"/>
                    </a:cubicBezTo>
                    <a:lnTo>
                      <a:pt x="214116" y="1620662"/>
                    </a:lnTo>
                    <a:cubicBezTo>
                      <a:pt x="196018" y="1627329"/>
                      <a:pt x="176968" y="1631139"/>
                      <a:pt x="158870" y="1631139"/>
                    </a:cubicBezTo>
                    <a:close/>
                    <a:moveTo>
                      <a:pt x="390328" y="6174"/>
                    </a:moveTo>
                    <a:cubicBezTo>
                      <a:pt x="372231" y="6174"/>
                      <a:pt x="354133" y="9031"/>
                      <a:pt x="336988" y="15699"/>
                    </a:cubicBezTo>
                    <a:cubicBezTo>
                      <a:pt x="284600" y="34749"/>
                      <a:pt x="247453" y="78564"/>
                      <a:pt x="237928" y="133809"/>
                    </a:cubicBezTo>
                    <a:lnTo>
                      <a:pt x="7423" y="1444449"/>
                    </a:lnTo>
                    <a:cubicBezTo>
                      <a:pt x="-2102" y="1499694"/>
                      <a:pt x="17900" y="1553987"/>
                      <a:pt x="59810" y="1589229"/>
                    </a:cubicBezTo>
                    <a:cubicBezTo>
                      <a:pt x="102673" y="1625424"/>
                      <a:pt x="159823" y="1634949"/>
                      <a:pt x="212210" y="1615899"/>
                    </a:cubicBezTo>
                    <a:lnTo>
                      <a:pt x="1461891" y="1160604"/>
                    </a:lnTo>
                    <a:cubicBezTo>
                      <a:pt x="1514278" y="1141554"/>
                      <a:pt x="1551426" y="1097739"/>
                      <a:pt x="1560951" y="1042494"/>
                    </a:cubicBezTo>
                    <a:cubicBezTo>
                      <a:pt x="1570476" y="987249"/>
                      <a:pt x="1550473" y="932956"/>
                      <a:pt x="1508563" y="897714"/>
                    </a:cubicBezTo>
                    <a:lnTo>
                      <a:pt x="489388" y="42369"/>
                    </a:lnTo>
                    <a:cubicBezTo>
                      <a:pt x="460813" y="18556"/>
                      <a:pt x="426523" y="6174"/>
                      <a:pt x="390328" y="6174"/>
                    </a:cubicBezTo>
                    <a:close/>
                  </a:path>
                </a:pathLst>
              </a:custGeom>
              <a:grpFill/>
              <a:ln w="9525" cap="flat">
                <a:noFill/>
                <a:prstDash val="solid"/>
                <a:miter/>
              </a:ln>
            </p:spPr>
            <p:txBody>
              <a:bodyPr rtlCol="0" anchor="ctr"/>
              <a:lstStyle/>
              <a:p>
                <a:endParaRPr lang="en-US" sz="1730"/>
              </a:p>
            </p:txBody>
          </p:sp>
          <p:sp>
            <p:nvSpPr>
              <p:cNvPr id="52" name="Freeform: Shape 51">
                <a:extLst>
                  <a:ext uri="{FF2B5EF4-FFF2-40B4-BE49-F238E27FC236}">
                    <a16:creationId xmlns:a16="http://schemas.microsoft.com/office/drawing/2014/main" id="{7DC83954-308D-4CAC-ADE0-92CE37FA6207}"/>
                  </a:ext>
                </a:extLst>
              </p:cNvPr>
              <p:cNvSpPr/>
              <p:nvPr/>
            </p:nvSpPr>
            <p:spPr>
              <a:xfrm>
                <a:off x="5402873" y="2763813"/>
                <a:ext cx="1649777" cy="1482113"/>
              </a:xfrm>
              <a:custGeom>
                <a:avLst/>
                <a:gdLst>
                  <a:gd name="connsiteX0" fmla="*/ 160044 w 1649777"/>
                  <a:gd name="connsiteY0" fmla="*/ 1482113 h 1482113"/>
                  <a:gd name="connsiteX1" fmla="*/ 22884 w 1649777"/>
                  <a:gd name="connsiteY1" fmla="*/ 1404961 h 1482113"/>
                  <a:gd name="connsiteX2" fmla="*/ 20026 w 1649777"/>
                  <a:gd name="connsiteY2" fmla="*/ 1244941 h 1482113"/>
                  <a:gd name="connsiteX3" fmla="*/ 664869 w 1649777"/>
                  <a:gd name="connsiteY3" fmla="*/ 81938 h 1482113"/>
                  <a:gd name="connsiteX4" fmla="*/ 667726 w 1649777"/>
                  <a:gd name="connsiteY4" fmla="*/ 82891 h 1482113"/>
                  <a:gd name="connsiteX5" fmla="*/ 664869 w 1649777"/>
                  <a:gd name="connsiteY5" fmla="*/ 81938 h 1482113"/>
                  <a:gd name="connsiteX6" fmla="*/ 802029 w 1649777"/>
                  <a:gd name="connsiteY6" fmla="*/ 23 h 1482113"/>
                  <a:gd name="connsiteX7" fmla="*/ 942046 w 1649777"/>
                  <a:gd name="connsiteY7" fmla="*/ 77176 h 1482113"/>
                  <a:gd name="connsiteX8" fmla="*/ 1626894 w 1649777"/>
                  <a:gd name="connsiteY8" fmla="*/ 1217318 h 1482113"/>
                  <a:gd name="connsiteX9" fmla="*/ 1629751 w 1649777"/>
                  <a:gd name="connsiteY9" fmla="*/ 1377338 h 1482113"/>
                  <a:gd name="connsiteX10" fmla="*/ 1492591 w 1649777"/>
                  <a:gd name="connsiteY10" fmla="*/ 1459253 h 1482113"/>
                  <a:gd name="connsiteX11" fmla="*/ 161949 w 1649777"/>
                  <a:gd name="connsiteY11" fmla="*/ 1482113 h 1482113"/>
                  <a:gd name="connsiteX12" fmla="*/ 160044 w 1649777"/>
                  <a:gd name="connsiteY12" fmla="*/ 1482113 h 1482113"/>
                  <a:gd name="connsiteX13" fmla="*/ 804886 w 1649777"/>
                  <a:gd name="connsiteY13" fmla="*/ 4786 h 1482113"/>
                  <a:gd name="connsiteX14" fmla="*/ 802029 w 1649777"/>
                  <a:gd name="connsiteY14" fmla="*/ 4786 h 1482113"/>
                  <a:gd name="connsiteX15" fmla="*/ 669631 w 1649777"/>
                  <a:gd name="connsiteY15" fmla="*/ 83843 h 1482113"/>
                  <a:gd name="connsiteX16" fmla="*/ 24789 w 1649777"/>
                  <a:gd name="connsiteY16" fmla="*/ 1247798 h 1482113"/>
                  <a:gd name="connsiteX17" fmla="*/ 27646 w 1649777"/>
                  <a:gd name="connsiteY17" fmla="*/ 1402103 h 1482113"/>
                  <a:gd name="connsiteX18" fmla="*/ 162901 w 1649777"/>
                  <a:gd name="connsiteY18" fmla="*/ 1477351 h 1482113"/>
                  <a:gd name="connsiteX19" fmla="*/ 1493544 w 1649777"/>
                  <a:gd name="connsiteY19" fmla="*/ 1454491 h 1482113"/>
                  <a:gd name="connsiteX20" fmla="*/ 1625941 w 1649777"/>
                  <a:gd name="connsiteY20" fmla="*/ 1375433 h 1482113"/>
                  <a:gd name="connsiteX21" fmla="*/ 1623084 w 1649777"/>
                  <a:gd name="connsiteY21" fmla="*/ 1221128 h 1482113"/>
                  <a:gd name="connsiteX22" fmla="*/ 937284 w 1649777"/>
                  <a:gd name="connsiteY22" fmla="*/ 79081 h 1482113"/>
                  <a:gd name="connsiteX23" fmla="*/ 804886 w 1649777"/>
                  <a:gd name="connsiteY23" fmla="*/ 4786 h 14821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49777" h="1482113">
                    <a:moveTo>
                      <a:pt x="160044" y="1482113"/>
                    </a:moveTo>
                    <a:cubicBezTo>
                      <a:pt x="103846" y="1482113"/>
                      <a:pt x="52411" y="1453538"/>
                      <a:pt x="22884" y="1404961"/>
                    </a:cubicBezTo>
                    <a:cubicBezTo>
                      <a:pt x="-6644" y="1355431"/>
                      <a:pt x="-7596" y="1295423"/>
                      <a:pt x="20026" y="1244941"/>
                    </a:cubicBezTo>
                    <a:lnTo>
                      <a:pt x="664869" y="81938"/>
                    </a:lnTo>
                    <a:lnTo>
                      <a:pt x="667726" y="82891"/>
                    </a:lnTo>
                    <a:lnTo>
                      <a:pt x="664869" y="81938"/>
                    </a:lnTo>
                    <a:cubicBezTo>
                      <a:pt x="692491" y="31456"/>
                      <a:pt x="743926" y="976"/>
                      <a:pt x="802029" y="23"/>
                    </a:cubicBezTo>
                    <a:cubicBezTo>
                      <a:pt x="859179" y="-929"/>
                      <a:pt x="912519" y="27646"/>
                      <a:pt x="942046" y="77176"/>
                    </a:cubicBezTo>
                    <a:lnTo>
                      <a:pt x="1626894" y="1217318"/>
                    </a:lnTo>
                    <a:cubicBezTo>
                      <a:pt x="1656421" y="1266848"/>
                      <a:pt x="1657374" y="1326856"/>
                      <a:pt x="1629751" y="1377338"/>
                    </a:cubicBezTo>
                    <a:cubicBezTo>
                      <a:pt x="1602129" y="1427821"/>
                      <a:pt x="1550694" y="1458301"/>
                      <a:pt x="1492591" y="1459253"/>
                    </a:cubicBezTo>
                    <a:lnTo>
                      <a:pt x="161949" y="1482113"/>
                    </a:lnTo>
                    <a:cubicBezTo>
                      <a:pt x="161949" y="1482113"/>
                      <a:pt x="160996" y="1482113"/>
                      <a:pt x="160044" y="1482113"/>
                    </a:cubicBezTo>
                    <a:close/>
                    <a:moveTo>
                      <a:pt x="804886" y="4786"/>
                    </a:moveTo>
                    <a:cubicBezTo>
                      <a:pt x="803934" y="4786"/>
                      <a:pt x="802981" y="4786"/>
                      <a:pt x="802029" y="4786"/>
                    </a:cubicBezTo>
                    <a:cubicBezTo>
                      <a:pt x="745831" y="5738"/>
                      <a:pt x="697254" y="35266"/>
                      <a:pt x="669631" y="83843"/>
                    </a:cubicBezTo>
                    <a:lnTo>
                      <a:pt x="24789" y="1247798"/>
                    </a:lnTo>
                    <a:cubicBezTo>
                      <a:pt x="-1881" y="1296376"/>
                      <a:pt x="-929" y="1354478"/>
                      <a:pt x="27646" y="1402103"/>
                    </a:cubicBezTo>
                    <a:cubicBezTo>
                      <a:pt x="56221" y="1449728"/>
                      <a:pt x="106704" y="1478303"/>
                      <a:pt x="162901" y="1477351"/>
                    </a:cubicBezTo>
                    <a:lnTo>
                      <a:pt x="1493544" y="1454491"/>
                    </a:lnTo>
                    <a:cubicBezTo>
                      <a:pt x="1549741" y="1453538"/>
                      <a:pt x="1598319" y="1424011"/>
                      <a:pt x="1625941" y="1375433"/>
                    </a:cubicBezTo>
                    <a:cubicBezTo>
                      <a:pt x="1652611" y="1326856"/>
                      <a:pt x="1651659" y="1268753"/>
                      <a:pt x="1623084" y="1221128"/>
                    </a:cubicBezTo>
                    <a:lnTo>
                      <a:pt x="937284" y="79081"/>
                    </a:lnTo>
                    <a:cubicBezTo>
                      <a:pt x="908709" y="32408"/>
                      <a:pt x="860131" y="4786"/>
                      <a:pt x="804886" y="4786"/>
                    </a:cubicBezTo>
                    <a:close/>
                  </a:path>
                </a:pathLst>
              </a:custGeom>
              <a:grpFill/>
              <a:ln w="9525" cap="flat">
                <a:noFill/>
                <a:prstDash val="solid"/>
                <a:miter/>
              </a:ln>
            </p:spPr>
            <p:txBody>
              <a:bodyPr rtlCol="0" anchor="ctr"/>
              <a:lstStyle/>
              <a:p>
                <a:endParaRPr lang="en-US" sz="1730"/>
              </a:p>
            </p:txBody>
          </p:sp>
          <p:sp>
            <p:nvSpPr>
              <p:cNvPr id="53" name="Freeform: Shape 52">
                <a:extLst>
                  <a:ext uri="{FF2B5EF4-FFF2-40B4-BE49-F238E27FC236}">
                    <a16:creationId xmlns:a16="http://schemas.microsoft.com/office/drawing/2014/main" id="{85339DC7-664E-4BEF-85FE-D1109A719B7E}"/>
                  </a:ext>
                </a:extLst>
              </p:cNvPr>
              <p:cNvSpPr/>
              <p:nvPr/>
            </p:nvSpPr>
            <p:spPr>
              <a:xfrm>
                <a:off x="5247730" y="2789965"/>
                <a:ext cx="1584777" cy="1622649"/>
              </a:xfrm>
              <a:custGeom>
                <a:avLst/>
                <a:gdLst>
                  <a:gd name="connsiteX0" fmla="*/ 1425801 w 1584777"/>
                  <a:gd name="connsiteY0" fmla="*/ 1622649 h 1622649"/>
                  <a:gd name="connsiteX1" fmla="*/ 1375319 w 1584777"/>
                  <a:gd name="connsiteY1" fmla="*/ 1615029 h 1622649"/>
                  <a:gd name="connsiteX2" fmla="*/ 110399 w 1584777"/>
                  <a:gd name="connsiteY2" fmla="*/ 1203549 h 1622649"/>
                  <a:gd name="connsiteX3" fmla="*/ 3719 w 1584777"/>
                  <a:gd name="connsiteY3" fmla="*/ 1084487 h 1622649"/>
                  <a:gd name="connsiteX4" fmla="*/ 53249 w 1584777"/>
                  <a:gd name="connsiteY4" fmla="*/ 932087 h 1622649"/>
                  <a:gd name="connsiteX5" fmla="*/ 1041944 w 1584777"/>
                  <a:gd name="connsiteY5" fmla="*/ 41499 h 1622649"/>
                  <a:gd name="connsiteX6" fmla="*/ 1043849 w 1584777"/>
                  <a:gd name="connsiteY6" fmla="*/ 43404 h 1622649"/>
                  <a:gd name="connsiteX7" fmla="*/ 1041944 w 1584777"/>
                  <a:gd name="connsiteY7" fmla="*/ 41499 h 1622649"/>
                  <a:gd name="connsiteX8" fmla="*/ 1198154 w 1584777"/>
                  <a:gd name="connsiteY8" fmla="*/ 8162 h 1622649"/>
                  <a:gd name="connsiteX9" fmla="*/ 1304834 w 1584777"/>
                  <a:gd name="connsiteY9" fmla="*/ 127224 h 1622649"/>
                  <a:gd name="connsiteX10" fmla="*/ 1581059 w 1584777"/>
                  <a:gd name="connsiteY10" fmla="*/ 1428339 h 1622649"/>
                  <a:gd name="connsiteX11" fmla="*/ 1531529 w 1584777"/>
                  <a:gd name="connsiteY11" fmla="*/ 1580739 h 1622649"/>
                  <a:gd name="connsiteX12" fmla="*/ 1425801 w 1584777"/>
                  <a:gd name="connsiteY12" fmla="*/ 1622649 h 1622649"/>
                  <a:gd name="connsiteX13" fmla="*/ 1147671 w 1584777"/>
                  <a:gd name="connsiteY13" fmla="*/ 6257 h 1622649"/>
                  <a:gd name="connsiteX14" fmla="*/ 1044801 w 1584777"/>
                  <a:gd name="connsiteY14" fmla="*/ 46262 h 1622649"/>
                  <a:gd name="connsiteX15" fmla="*/ 56106 w 1584777"/>
                  <a:gd name="connsiteY15" fmla="*/ 936849 h 1622649"/>
                  <a:gd name="connsiteX16" fmla="*/ 8481 w 1584777"/>
                  <a:gd name="connsiteY16" fmla="*/ 1083534 h 1622649"/>
                  <a:gd name="connsiteX17" fmla="*/ 111351 w 1584777"/>
                  <a:gd name="connsiteY17" fmla="*/ 1197834 h 1622649"/>
                  <a:gd name="connsiteX18" fmla="*/ 1376272 w 1584777"/>
                  <a:gd name="connsiteY18" fmla="*/ 1609314 h 1622649"/>
                  <a:gd name="connsiteX19" fmla="*/ 1526766 w 1584777"/>
                  <a:gd name="connsiteY19" fmla="*/ 1576929 h 1622649"/>
                  <a:gd name="connsiteX20" fmla="*/ 1574391 w 1584777"/>
                  <a:gd name="connsiteY20" fmla="*/ 1430244 h 1622649"/>
                  <a:gd name="connsiteX21" fmla="*/ 1298166 w 1584777"/>
                  <a:gd name="connsiteY21" fmla="*/ 129129 h 1622649"/>
                  <a:gd name="connsiteX22" fmla="*/ 1195297 w 1584777"/>
                  <a:gd name="connsiteY22" fmla="*/ 14829 h 1622649"/>
                  <a:gd name="connsiteX23" fmla="*/ 1147671 w 1584777"/>
                  <a:gd name="connsiteY23" fmla="*/ 6257 h 16226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584777" h="1622649">
                    <a:moveTo>
                      <a:pt x="1425801" y="1622649"/>
                    </a:moveTo>
                    <a:cubicBezTo>
                      <a:pt x="1409609" y="1622649"/>
                      <a:pt x="1392464" y="1619792"/>
                      <a:pt x="1375319" y="1615029"/>
                    </a:cubicBezTo>
                    <a:lnTo>
                      <a:pt x="110399" y="1203549"/>
                    </a:lnTo>
                    <a:cubicBezTo>
                      <a:pt x="55154" y="1185452"/>
                      <a:pt x="15149" y="1141637"/>
                      <a:pt x="3719" y="1084487"/>
                    </a:cubicBezTo>
                    <a:cubicBezTo>
                      <a:pt x="-8664" y="1028289"/>
                      <a:pt x="10386" y="971139"/>
                      <a:pt x="53249" y="932087"/>
                    </a:cubicBezTo>
                    <a:lnTo>
                      <a:pt x="1041944" y="41499"/>
                    </a:lnTo>
                    <a:lnTo>
                      <a:pt x="1043849" y="43404"/>
                    </a:lnTo>
                    <a:lnTo>
                      <a:pt x="1041944" y="41499"/>
                    </a:lnTo>
                    <a:cubicBezTo>
                      <a:pt x="1084806" y="2447"/>
                      <a:pt x="1142909" y="-9936"/>
                      <a:pt x="1198154" y="8162"/>
                    </a:cubicBezTo>
                    <a:cubicBezTo>
                      <a:pt x="1253399" y="26259"/>
                      <a:pt x="1293404" y="70074"/>
                      <a:pt x="1304834" y="127224"/>
                    </a:cubicBezTo>
                    <a:lnTo>
                      <a:pt x="1581059" y="1428339"/>
                    </a:lnTo>
                    <a:cubicBezTo>
                      <a:pt x="1593441" y="1484537"/>
                      <a:pt x="1574391" y="1541687"/>
                      <a:pt x="1531529" y="1580739"/>
                    </a:cubicBezTo>
                    <a:cubicBezTo>
                      <a:pt x="1502001" y="1608362"/>
                      <a:pt x="1463901" y="1622649"/>
                      <a:pt x="1425801" y="1622649"/>
                    </a:cubicBezTo>
                    <a:close/>
                    <a:moveTo>
                      <a:pt x="1147671" y="6257"/>
                    </a:moveTo>
                    <a:cubicBezTo>
                      <a:pt x="1110524" y="6257"/>
                      <a:pt x="1074329" y="19592"/>
                      <a:pt x="1044801" y="46262"/>
                    </a:cubicBezTo>
                    <a:lnTo>
                      <a:pt x="56106" y="936849"/>
                    </a:lnTo>
                    <a:cubicBezTo>
                      <a:pt x="14196" y="973997"/>
                      <a:pt x="-2949" y="1029242"/>
                      <a:pt x="8481" y="1083534"/>
                    </a:cubicBezTo>
                    <a:cubicBezTo>
                      <a:pt x="19911" y="1137827"/>
                      <a:pt x="58964" y="1180689"/>
                      <a:pt x="111351" y="1197834"/>
                    </a:cubicBezTo>
                    <a:lnTo>
                      <a:pt x="1376272" y="1609314"/>
                    </a:lnTo>
                    <a:cubicBezTo>
                      <a:pt x="1429611" y="1626459"/>
                      <a:pt x="1485809" y="1615029"/>
                      <a:pt x="1526766" y="1576929"/>
                    </a:cubicBezTo>
                    <a:cubicBezTo>
                      <a:pt x="1568676" y="1539782"/>
                      <a:pt x="1585822" y="1484537"/>
                      <a:pt x="1574391" y="1430244"/>
                    </a:cubicBezTo>
                    <a:lnTo>
                      <a:pt x="1298166" y="129129"/>
                    </a:lnTo>
                    <a:cubicBezTo>
                      <a:pt x="1286736" y="74837"/>
                      <a:pt x="1247684" y="31974"/>
                      <a:pt x="1195297" y="14829"/>
                    </a:cubicBezTo>
                    <a:cubicBezTo>
                      <a:pt x="1180056" y="9114"/>
                      <a:pt x="1163864" y="6257"/>
                      <a:pt x="1147671" y="6257"/>
                    </a:cubicBezTo>
                    <a:close/>
                  </a:path>
                </a:pathLst>
              </a:custGeom>
              <a:grpFill/>
              <a:ln w="9525" cap="flat">
                <a:noFill/>
                <a:prstDash val="solid"/>
                <a:miter/>
              </a:ln>
            </p:spPr>
            <p:txBody>
              <a:bodyPr rtlCol="0" anchor="ctr"/>
              <a:lstStyle/>
              <a:p>
                <a:endParaRPr lang="en-US" sz="1730"/>
              </a:p>
            </p:txBody>
          </p:sp>
          <p:sp>
            <p:nvSpPr>
              <p:cNvPr id="54" name="Freeform: Shape 53">
                <a:extLst>
                  <a:ext uri="{FF2B5EF4-FFF2-40B4-BE49-F238E27FC236}">
                    <a16:creationId xmlns:a16="http://schemas.microsoft.com/office/drawing/2014/main" id="{DED6E3EF-BEB2-400D-A55F-8F548AA8A3C2}"/>
                  </a:ext>
                </a:extLst>
              </p:cNvPr>
              <p:cNvSpPr/>
              <p:nvPr/>
            </p:nvSpPr>
            <p:spPr>
              <a:xfrm>
                <a:off x="5179859" y="2878404"/>
                <a:ext cx="1545260" cy="1640889"/>
              </a:xfrm>
              <a:custGeom>
                <a:avLst/>
                <a:gdLst>
                  <a:gd name="connsiteX0" fmla="*/ 1222210 w 1545260"/>
                  <a:gd name="connsiteY0" fmla="*/ 1640890 h 1640889"/>
                  <a:gd name="connsiteX1" fmla="*/ 1126008 w 1545260"/>
                  <a:gd name="connsiteY1" fmla="*/ 1608505 h 1640889"/>
                  <a:gd name="connsiteX2" fmla="*/ 63970 w 1545260"/>
                  <a:gd name="connsiteY2" fmla="*/ 807452 h 1640889"/>
                  <a:gd name="connsiteX3" fmla="*/ 1105 w 1545260"/>
                  <a:gd name="connsiteY3" fmla="*/ 660767 h 1640889"/>
                  <a:gd name="connsiteX4" fmla="*/ 97308 w 1545260"/>
                  <a:gd name="connsiteY4" fmla="*/ 533132 h 1640889"/>
                  <a:gd name="connsiteX5" fmla="*/ 1322223 w 1545260"/>
                  <a:gd name="connsiteY5" fmla="*/ 13067 h 1640889"/>
                  <a:gd name="connsiteX6" fmla="*/ 1481290 w 1545260"/>
                  <a:gd name="connsiteY6" fmla="*/ 32117 h 1640889"/>
                  <a:gd name="connsiteX7" fmla="*/ 1544155 w 1545260"/>
                  <a:gd name="connsiteY7" fmla="*/ 178802 h 1640889"/>
                  <a:gd name="connsiteX8" fmla="*/ 1382230 w 1545260"/>
                  <a:gd name="connsiteY8" fmla="*/ 1498967 h 1640889"/>
                  <a:gd name="connsiteX9" fmla="*/ 1286028 w 1545260"/>
                  <a:gd name="connsiteY9" fmla="*/ 1626602 h 1640889"/>
                  <a:gd name="connsiteX10" fmla="*/ 1222210 w 1545260"/>
                  <a:gd name="connsiteY10" fmla="*/ 1640890 h 1640889"/>
                  <a:gd name="connsiteX11" fmla="*/ 1323175 w 1545260"/>
                  <a:gd name="connsiteY11" fmla="*/ 15925 h 1640889"/>
                  <a:gd name="connsiteX12" fmla="*/ 1324128 w 1545260"/>
                  <a:gd name="connsiteY12" fmla="*/ 18782 h 1640889"/>
                  <a:gd name="connsiteX13" fmla="*/ 100165 w 1545260"/>
                  <a:gd name="connsiteY13" fmla="*/ 537895 h 1640889"/>
                  <a:gd name="connsiteX14" fmla="*/ 6820 w 1545260"/>
                  <a:gd name="connsiteY14" fmla="*/ 660767 h 1640889"/>
                  <a:gd name="connsiteX15" fmla="*/ 66828 w 1545260"/>
                  <a:gd name="connsiteY15" fmla="*/ 803642 h 1640889"/>
                  <a:gd name="connsiteX16" fmla="*/ 1128865 w 1545260"/>
                  <a:gd name="connsiteY16" fmla="*/ 1604695 h 1640889"/>
                  <a:gd name="connsiteX17" fmla="*/ 1282218 w 1545260"/>
                  <a:gd name="connsiteY17" fmla="*/ 1623745 h 1640889"/>
                  <a:gd name="connsiteX18" fmla="*/ 1375563 w 1545260"/>
                  <a:gd name="connsiteY18" fmla="*/ 1500872 h 1640889"/>
                  <a:gd name="connsiteX19" fmla="*/ 1537488 w 1545260"/>
                  <a:gd name="connsiteY19" fmla="*/ 180707 h 1640889"/>
                  <a:gd name="connsiteX20" fmla="*/ 1477480 w 1545260"/>
                  <a:gd name="connsiteY20" fmla="*/ 38785 h 1640889"/>
                  <a:gd name="connsiteX21" fmla="*/ 1324128 w 1545260"/>
                  <a:gd name="connsiteY21" fmla="*/ 19735 h 1640889"/>
                  <a:gd name="connsiteX22" fmla="*/ 1323175 w 1545260"/>
                  <a:gd name="connsiteY22" fmla="*/ 15925 h 16408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545260" h="1640889">
                    <a:moveTo>
                      <a:pt x="1222210" y="1640890"/>
                    </a:moveTo>
                    <a:cubicBezTo>
                      <a:pt x="1187920" y="1640890"/>
                      <a:pt x="1154583" y="1629460"/>
                      <a:pt x="1126008" y="1608505"/>
                    </a:cubicBezTo>
                    <a:lnTo>
                      <a:pt x="63970" y="807452"/>
                    </a:lnTo>
                    <a:cubicBezTo>
                      <a:pt x="18250" y="772210"/>
                      <a:pt x="-5562" y="717917"/>
                      <a:pt x="1105" y="660767"/>
                    </a:cubicBezTo>
                    <a:cubicBezTo>
                      <a:pt x="7773" y="603617"/>
                      <a:pt x="43968" y="555992"/>
                      <a:pt x="97308" y="533132"/>
                    </a:cubicBezTo>
                    <a:lnTo>
                      <a:pt x="1322223" y="13067"/>
                    </a:lnTo>
                    <a:cubicBezTo>
                      <a:pt x="1375563" y="-9793"/>
                      <a:pt x="1434618" y="-2173"/>
                      <a:pt x="1481290" y="32117"/>
                    </a:cubicBezTo>
                    <a:cubicBezTo>
                      <a:pt x="1527010" y="67360"/>
                      <a:pt x="1550823" y="121652"/>
                      <a:pt x="1544155" y="178802"/>
                    </a:cubicBezTo>
                    <a:lnTo>
                      <a:pt x="1382230" y="1498967"/>
                    </a:lnTo>
                    <a:cubicBezTo>
                      <a:pt x="1375563" y="1556117"/>
                      <a:pt x="1339368" y="1603742"/>
                      <a:pt x="1286028" y="1626602"/>
                    </a:cubicBezTo>
                    <a:cubicBezTo>
                      <a:pt x="1264120" y="1636127"/>
                      <a:pt x="1243165" y="1640890"/>
                      <a:pt x="1222210" y="1640890"/>
                    </a:cubicBezTo>
                    <a:close/>
                    <a:moveTo>
                      <a:pt x="1323175" y="15925"/>
                    </a:moveTo>
                    <a:lnTo>
                      <a:pt x="1324128" y="18782"/>
                    </a:lnTo>
                    <a:lnTo>
                      <a:pt x="100165" y="537895"/>
                    </a:lnTo>
                    <a:cubicBezTo>
                      <a:pt x="48730" y="559802"/>
                      <a:pt x="14440" y="605522"/>
                      <a:pt x="6820" y="660767"/>
                    </a:cubicBezTo>
                    <a:cubicBezTo>
                      <a:pt x="153" y="716965"/>
                      <a:pt x="23013" y="769352"/>
                      <a:pt x="66828" y="803642"/>
                    </a:cubicBezTo>
                    <a:lnTo>
                      <a:pt x="1128865" y="1604695"/>
                    </a:lnTo>
                    <a:cubicBezTo>
                      <a:pt x="1173633" y="1638032"/>
                      <a:pt x="1230783" y="1645652"/>
                      <a:pt x="1282218" y="1623745"/>
                    </a:cubicBezTo>
                    <a:cubicBezTo>
                      <a:pt x="1333653" y="1601837"/>
                      <a:pt x="1367943" y="1556117"/>
                      <a:pt x="1375563" y="1500872"/>
                    </a:cubicBezTo>
                    <a:lnTo>
                      <a:pt x="1537488" y="180707"/>
                    </a:lnTo>
                    <a:cubicBezTo>
                      <a:pt x="1544155" y="125462"/>
                      <a:pt x="1521295" y="72122"/>
                      <a:pt x="1477480" y="38785"/>
                    </a:cubicBezTo>
                    <a:cubicBezTo>
                      <a:pt x="1432713" y="5447"/>
                      <a:pt x="1375563" y="-2173"/>
                      <a:pt x="1324128" y="19735"/>
                    </a:cubicBezTo>
                    <a:lnTo>
                      <a:pt x="1323175" y="15925"/>
                    </a:lnTo>
                    <a:close/>
                  </a:path>
                </a:pathLst>
              </a:custGeom>
              <a:grpFill/>
              <a:ln w="9525" cap="flat">
                <a:noFill/>
                <a:prstDash val="solid"/>
                <a:miter/>
              </a:ln>
            </p:spPr>
            <p:txBody>
              <a:bodyPr rtlCol="0" anchor="ctr"/>
              <a:lstStyle/>
              <a:p>
                <a:endParaRPr lang="en-US" sz="1730"/>
              </a:p>
            </p:txBody>
          </p:sp>
          <p:sp>
            <p:nvSpPr>
              <p:cNvPr id="55" name="Freeform: Shape 54">
                <a:extLst>
                  <a:ext uri="{FF2B5EF4-FFF2-40B4-BE49-F238E27FC236}">
                    <a16:creationId xmlns:a16="http://schemas.microsoft.com/office/drawing/2014/main" id="{4056E671-564E-4828-B12C-3873C15097FD}"/>
                  </a:ext>
                </a:extLst>
              </p:cNvPr>
              <p:cNvSpPr/>
              <p:nvPr/>
            </p:nvSpPr>
            <p:spPr>
              <a:xfrm>
                <a:off x="5208682" y="3017783"/>
                <a:ext cx="1646681" cy="1514845"/>
              </a:xfrm>
              <a:custGeom>
                <a:avLst/>
                <a:gdLst>
                  <a:gd name="connsiteX0" fmla="*/ 902875 w 1646681"/>
                  <a:gd name="connsiteY0" fmla="*/ 1514846 h 1514845"/>
                  <a:gd name="connsiteX1" fmla="*/ 770477 w 1646681"/>
                  <a:gd name="connsiteY1" fmla="*/ 1444361 h 1514845"/>
                  <a:gd name="connsiteX2" fmla="*/ 27527 w 1646681"/>
                  <a:gd name="connsiteY2" fmla="*/ 341366 h 1514845"/>
                  <a:gd name="connsiteX3" fmla="*/ 16097 w 1646681"/>
                  <a:gd name="connsiteY3" fmla="*/ 182298 h 1514845"/>
                  <a:gd name="connsiteX4" fmla="*/ 148495 w 1646681"/>
                  <a:gd name="connsiteY4" fmla="*/ 92763 h 1514845"/>
                  <a:gd name="connsiteX5" fmla="*/ 1475327 w 1646681"/>
                  <a:gd name="connsiteY5" fmla="*/ 371 h 1514845"/>
                  <a:gd name="connsiteX6" fmla="*/ 1619155 w 1646681"/>
                  <a:gd name="connsiteY6" fmla="*/ 70856 h 1514845"/>
                  <a:gd name="connsiteX7" fmla="*/ 1630585 w 1646681"/>
                  <a:gd name="connsiteY7" fmla="*/ 229923 h 1514845"/>
                  <a:gd name="connsiteX8" fmla="*/ 1047655 w 1646681"/>
                  <a:gd name="connsiteY8" fmla="*/ 1424358 h 1514845"/>
                  <a:gd name="connsiteX9" fmla="*/ 915257 w 1646681"/>
                  <a:gd name="connsiteY9" fmla="*/ 1513893 h 1514845"/>
                  <a:gd name="connsiteX10" fmla="*/ 902875 w 1646681"/>
                  <a:gd name="connsiteY10" fmla="*/ 1514846 h 1514845"/>
                  <a:gd name="connsiteX11" fmla="*/ 1475327 w 1646681"/>
                  <a:gd name="connsiteY11" fmla="*/ 2276 h 1514845"/>
                  <a:gd name="connsiteX12" fmla="*/ 1475327 w 1646681"/>
                  <a:gd name="connsiteY12" fmla="*/ 5133 h 1514845"/>
                  <a:gd name="connsiteX13" fmla="*/ 148495 w 1646681"/>
                  <a:gd name="connsiteY13" fmla="*/ 97526 h 1514845"/>
                  <a:gd name="connsiteX14" fmla="*/ 20860 w 1646681"/>
                  <a:gd name="connsiteY14" fmla="*/ 184203 h 1514845"/>
                  <a:gd name="connsiteX15" fmla="*/ 31337 w 1646681"/>
                  <a:gd name="connsiteY15" fmla="*/ 338508 h 1514845"/>
                  <a:gd name="connsiteX16" fmla="*/ 775240 w 1646681"/>
                  <a:gd name="connsiteY16" fmla="*/ 1441503 h 1514845"/>
                  <a:gd name="connsiteX17" fmla="*/ 914305 w 1646681"/>
                  <a:gd name="connsiteY17" fmla="*/ 1509131 h 1514845"/>
                  <a:gd name="connsiteX18" fmla="*/ 1041940 w 1646681"/>
                  <a:gd name="connsiteY18" fmla="*/ 1422453 h 1514845"/>
                  <a:gd name="connsiteX19" fmla="*/ 1624870 w 1646681"/>
                  <a:gd name="connsiteY19" fmla="*/ 227066 h 1514845"/>
                  <a:gd name="connsiteX20" fmla="*/ 1614392 w 1646681"/>
                  <a:gd name="connsiteY20" fmla="*/ 72761 h 1514845"/>
                  <a:gd name="connsiteX21" fmla="*/ 1475327 w 1646681"/>
                  <a:gd name="connsiteY21" fmla="*/ 5133 h 1514845"/>
                  <a:gd name="connsiteX22" fmla="*/ 1475327 w 1646681"/>
                  <a:gd name="connsiteY22" fmla="*/ 2276 h 1514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646681" h="1514845">
                    <a:moveTo>
                      <a:pt x="902875" y="1514846"/>
                    </a:moveTo>
                    <a:cubicBezTo>
                      <a:pt x="849535" y="1514846"/>
                      <a:pt x="800957" y="1489128"/>
                      <a:pt x="770477" y="1444361"/>
                    </a:cubicBezTo>
                    <a:lnTo>
                      <a:pt x="27527" y="341366"/>
                    </a:lnTo>
                    <a:cubicBezTo>
                      <a:pt x="-4858" y="293741"/>
                      <a:pt x="-8668" y="233733"/>
                      <a:pt x="16097" y="182298"/>
                    </a:cubicBezTo>
                    <a:cubicBezTo>
                      <a:pt x="41815" y="129911"/>
                      <a:pt x="91345" y="96573"/>
                      <a:pt x="148495" y="92763"/>
                    </a:cubicBezTo>
                    <a:lnTo>
                      <a:pt x="1475327" y="371"/>
                    </a:lnTo>
                    <a:cubicBezTo>
                      <a:pt x="1533430" y="-3439"/>
                      <a:pt x="1586770" y="22278"/>
                      <a:pt x="1619155" y="70856"/>
                    </a:cubicBezTo>
                    <a:cubicBezTo>
                      <a:pt x="1651540" y="118481"/>
                      <a:pt x="1655350" y="178488"/>
                      <a:pt x="1630585" y="229923"/>
                    </a:cubicBezTo>
                    <a:lnTo>
                      <a:pt x="1047655" y="1424358"/>
                    </a:lnTo>
                    <a:cubicBezTo>
                      <a:pt x="1021937" y="1476746"/>
                      <a:pt x="972407" y="1510083"/>
                      <a:pt x="915257" y="1513893"/>
                    </a:cubicBezTo>
                    <a:cubicBezTo>
                      <a:pt x="910495" y="1513893"/>
                      <a:pt x="906685" y="1514846"/>
                      <a:pt x="902875" y="1514846"/>
                    </a:cubicBezTo>
                    <a:close/>
                    <a:moveTo>
                      <a:pt x="1475327" y="2276"/>
                    </a:moveTo>
                    <a:lnTo>
                      <a:pt x="1475327" y="5133"/>
                    </a:lnTo>
                    <a:lnTo>
                      <a:pt x="148495" y="97526"/>
                    </a:lnTo>
                    <a:cubicBezTo>
                      <a:pt x="93250" y="101336"/>
                      <a:pt x="45625" y="133720"/>
                      <a:pt x="20860" y="184203"/>
                    </a:cubicBezTo>
                    <a:cubicBezTo>
                      <a:pt x="-3905" y="234686"/>
                      <a:pt x="857" y="291836"/>
                      <a:pt x="31337" y="338508"/>
                    </a:cubicBezTo>
                    <a:lnTo>
                      <a:pt x="775240" y="1441503"/>
                    </a:lnTo>
                    <a:cubicBezTo>
                      <a:pt x="806672" y="1488176"/>
                      <a:pt x="858107" y="1512941"/>
                      <a:pt x="914305" y="1509131"/>
                    </a:cubicBezTo>
                    <a:cubicBezTo>
                      <a:pt x="969550" y="1505321"/>
                      <a:pt x="1018127" y="1472936"/>
                      <a:pt x="1041940" y="1422453"/>
                    </a:cubicBezTo>
                    <a:lnTo>
                      <a:pt x="1624870" y="227066"/>
                    </a:lnTo>
                    <a:cubicBezTo>
                      <a:pt x="1649635" y="176583"/>
                      <a:pt x="1644872" y="119433"/>
                      <a:pt x="1614392" y="72761"/>
                    </a:cubicBezTo>
                    <a:cubicBezTo>
                      <a:pt x="1582960" y="26088"/>
                      <a:pt x="1531525" y="1323"/>
                      <a:pt x="1475327" y="5133"/>
                    </a:cubicBezTo>
                    <a:lnTo>
                      <a:pt x="1475327" y="2276"/>
                    </a:lnTo>
                    <a:close/>
                  </a:path>
                </a:pathLst>
              </a:custGeom>
              <a:grpFill/>
              <a:ln w="9525" cap="flat">
                <a:noFill/>
                <a:prstDash val="solid"/>
                <a:miter/>
              </a:ln>
            </p:spPr>
            <p:txBody>
              <a:bodyPr rtlCol="0" anchor="ctr"/>
              <a:lstStyle/>
              <a:p>
                <a:endParaRPr lang="en-US" sz="1730"/>
              </a:p>
            </p:txBody>
          </p:sp>
          <p:sp>
            <p:nvSpPr>
              <p:cNvPr id="56" name="Freeform: Shape 55">
                <a:extLst>
                  <a:ext uri="{FF2B5EF4-FFF2-40B4-BE49-F238E27FC236}">
                    <a16:creationId xmlns:a16="http://schemas.microsoft.com/office/drawing/2014/main" id="{CE2375AC-EE5D-462B-8769-A875F92C6D3F}"/>
                  </a:ext>
                </a:extLst>
              </p:cNvPr>
              <p:cNvSpPr/>
              <p:nvPr/>
            </p:nvSpPr>
            <p:spPr>
              <a:xfrm>
                <a:off x="5329614" y="2845675"/>
                <a:ext cx="1604843" cy="1605039"/>
              </a:xfrm>
              <a:custGeom>
                <a:avLst/>
                <a:gdLst>
                  <a:gd name="connsiteX0" fmla="*/ 504765 w 1604843"/>
                  <a:gd name="connsiteY0" fmla="*/ 1605039 h 1605039"/>
                  <a:gd name="connsiteX1" fmla="*/ 462856 w 1604843"/>
                  <a:gd name="connsiteY1" fmla="*/ 1599324 h 1605039"/>
                  <a:gd name="connsiteX2" fmla="*/ 349508 w 1604843"/>
                  <a:gd name="connsiteY2" fmla="*/ 1485977 h 1605039"/>
                  <a:gd name="connsiteX3" fmla="*/ 5655 w 1604843"/>
                  <a:gd name="connsiteY3" fmla="*/ 201054 h 1605039"/>
                  <a:gd name="connsiteX4" fmla="*/ 46613 w 1604843"/>
                  <a:gd name="connsiteY4" fmla="*/ 46749 h 1605039"/>
                  <a:gd name="connsiteX5" fmla="*/ 200918 w 1604843"/>
                  <a:gd name="connsiteY5" fmla="*/ 5792 h 1605039"/>
                  <a:gd name="connsiteX6" fmla="*/ 1485841 w 1604843"/>
                  <a:gd name="connsiteY6" fmla="*/ 350597 h 1605039"/>
                  <a:gd name="connsiteX7" fmla="*/ 1599188 w 1604843"/>
                  <a:gd name="connsiteY7" fmla="*/ 463944 h 1605039"/>
                  <a:gd name="connsiteX8" fmla="*/ 1558231 w 1604843"/>
                  <a:gd name="connsiteY8" fmla="*/ 618249 h 1605039"/>
                  <a:gd name="connsiteX9" fmla="*/ 617161 w 1604843"/>
                  <a:gd name="connsiteY9" fmla="*/ 1559319 h 1605039"/>
                  <a:gd name="connsiteX10" fmla="*/ 504765 w 1604843"/>
                  <a:gd name="connsiteY10" fmla="*/ 1605039 h 1605039"/>
                  <a:gd name="connsiteX11" fmla="*/ 159008 w 1604843"/>
                  <a:gd name="connsiteY11" fmla="*/ 4839 h 1605039"/>
                  <a:gd name="connsiteX12" fmla="*/ 50423 w 1604843"/>
                  <a:gd name="connsiteY12" fmla="*/ 50559 h 1605039"/>
                  <a:gd name="connsiteX13" fmla="*/ 10418 w 1604843"/>
                  <a:gd name="connsiteY13" fmla="*/ 200102 h 1605039"/>
                  <a:gd name="connsiteX14" fmla="*/ 355223 w 1604843"/>
                  <a:gd name="connsiteY14" fmla="*/ 1485024 h 1605039"/>
                  <a:gd name="connsiteX15" fmla="*/ 464760 w 1604843"/>
                  <a:gd name="connsiteY15" fmla="*/ 1594562 h 1605039"/>
                  <a:gd name="connsiteX16" fmla="*/ 614303 w 1604843"/>
                  <a:gd name="connsiteY16" fmla="*/ 1554557 h 1605039"/>
                  <a:gd name="connsiteX17" fmla="*/ 1555373 w 1604843"/>
                  <a:gd name="connsiteY17" fmla="*/ 613487 h 1605039"/>
                  <a:gd name="connsiteX18" fmla="*/ 1595378 w 1604843"/>
                  <a:gd name="connsiteY18" fmla="*/ 463944 h 1605039"/>
                  <a:gd name="connsiteX19" fmla="*/ 1485841 w 1604843"/>
                  <a:gd name="connsiteY19" fmla="*/ 354407 h 1605039"/>
                  <a:gd name="connsiteX20" fmla="*/ 199965 w 1604843"/>
                  <a:gd name="connsiteY20" fmla="*/ 10554 h 1605039"/>
                  <a:gd name="connsiteX21" fmla="*/ 159008 w 1604843"/>
                  <a:gd name="connsiteY21" fmla="*/ 4839 h 1605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04843" h="1605039">
                    <a:moveTo>
                      <a:pt x="504765" y="1605039"/>
                    </a:moveTo>
                    <a:cubicBezTo>
                      <a:pt x="490478" y="1605039"/>
                      <a:pt x="477143" y="1603134"/>
                      <a:pt x="462856" y="1599324"/>
                    </a:cubicBezTo>
                    <a:cubicBezTo>
                      <a:pt x="406658" y="1584084"/>
                      <a:pt x="364748" y="1542174"/>
                      <a:pt x="349508" y="1485977"/>
                    </a:cubicBezTo>
                    <a:lnTo>
                      <a:pt x="5655" y="201054"/>
                    </a:lnTo>
                    <a:cubicBezTo>
                      <a:pt x="-9585" y="144857"/>
                      <a:pt x="6608" y="87707"/>
                      <a:pt x="46613" y="46749"/>
                    </a:cubicBezTo>
                    <a:cubicBezTo>
                      <a:pt x="87570" y="5792"/>
                      <a:pt x="144720" y="-9448"/>
                      <a:pt x="200918" y="5792"/>
                    </a:cubicBezTo>
                    <a:lnTo>
                      <a:pt x="1485841" y="350597"/>
                    </a:lnTo>
                    <a:cubicBezTo>
                      <a:pt x="1542038" y="365837"/>
                      <a:pt x="1583948" y="407747"/>
                      <a:pt x="1599188" y="463944"/>
                    </a:cubicBezTo>
                    <a:cubicBezTo>
                      <a:pt x="1614428" y="520142"/>
                      <a:pt x="1598236" y="577292"/>
                      <a:pt x="1558231" y="618249"/>
                    </a:cubicBezTo>
                    <a:lnTo>
                      <a:pt x="617161" y="1559319"/>
                    </a:lnTo>
                    <a:cubicBezTo>
                      <a:pt x="586681" y="1588847"/>
                      <a:pt x="546675" y="1605039"/>
                      <a:pt x="504765" y="1605039"/>
                    </a:cubicBezTo>
                    <a:close/>
                    <a:moveTo>
                      <a:pt x="159008" y="4839"/>
                    </a:moveTo>
                    <a:cubicBezTo>
                      <a:pt x="119003" y="4839"/>
                      <a:pt x="79950" y="21032"/>
                      <a:pt x="50423" y="50559"/>
                    </a:cubicBezTo>
                    <a:cubicBezTo>
                      <a:pt x="11370" y="89612"/>
                      <a:pt x="-3870" y="145809"/>
                      <a:pt x="10418" y="200102"/>
                    </a:cubicBezTo>
                    <a:lnTo>
                      <a:pt x="355223" y="1485024"/>
                    </a:lnTo>
                    <a:cubicBezTo>
                      <a:pt x="369510" y="1539317"/>
                      <a:pt x="410468" y="1579322"/>
                      <a:pt x="464760" y="1594562"/>
                    </a:cubicBezTo>
                    <a:cubicBezTo>
                      <a:pt x="519053" y="1608849"/>
                      <a:pt x="574298" y="1593609"/>
                      <a:pt x="614303" y="1554557"/>
                    </a:cubicBezTo>
                    <a:lnTo>
                      <a:pt x="1555373" y="613487"/>
                    </a:lnTo>
                    <a:cubicBezTo>
                      <a:pt x="1594426" y="574434"/>
                      <a:pt x="1609666" y="518237"/>
                      <a:pt x="1595378" y="463944"/>
                    </a:cubicBezTo>
                    <a:cubicBezTo>
                      <a:pt x="1581091" y="409652"/>
                      <a:pt x="1540133" y="369647"/>
                      <a:pt x="1485841" y="354407"/>
                    </a:cubicBezTo>
                    <a:lnTo>
                      <a:pt x="199965" y="10554"/>
                    </a:lnTo>
                    <a:cubicBezTo>
                      <a:pt x="185678" y="6744"/>
                      <a:pt x="172343" y="4839"/>
                      <a:pt x="159008" y="4839"/>
                    </a:cubicBezTo>
                    <a:close/>
                  </a:path>
                </a:pathLst>
              </a:custGeom>
              <a:grpFill/>
              <a:ln w="9525" cap="flat">
                <a:noFill/>
                <a:prstDash val="solid"/>
                <a:miter/>
              </a:ln>
            </p:spPr>
            <p:txBody>
              <a:bodyPr rtlCol="0" anchor="ctr"/>
              <a:lstStyle/>
              <a:p>
                <a:endParaRPr lang="en-US" sz="1730"/>
              </a:p>
            </p:txBody>
          </p:sp>
          <p:sp>
            <p:nvSpPr>
              <p:cNvPr id="57" name="Freeform: Shape 56">
                <a:extLst>
                  <a:ext uri="{FF2B5EF4-FFF2-40B4-BE49-F238E27FC236}">
                    <a16:creationId xmlns:a16="http://schemas.microsoft.com/office/drawing/2014/main" id="{5543C42A-4AA4-4EE3-9D6A-20D705974B93}"/>
                  </a:ext>
                </a:extLst>
              </p:cNvPr>
              <p:cNvSpPr/>
              <p:nvPr/>
            </p:nvSpPr>
            <p:spPr>
              <a:xfrm>
                <a:off x="5435874" y="2634946"/>
                <a:ext cx="1515194" cy="1647175"/>
              </a:xfrm>
              <a:custGeom>
                <a:avLst/>
                <a:gdLst>
                  <a:gd name="connsiteX0" fmla="*/ 160380 w 1515194"/>
                  <a:gd name="connsiteY0" fmla="*/ 1647176 h 1647175"/>
                  <a:gd name="connsiteX1" fmla="*/ 70845 w 1515194"/>
                  <a:gd name="connsiteY1" fmla="*/ 1619553 h 1647175"/>
                  <a:gd name="connsiteX2" fmla="*/ 360 w 1515194"/>
                  <a:gd name="connsiteY2" fmla="*/ 1475726 h 1647175"/>
                  <a:gd name="connsiteX3" fmla="*/ 92752 w 1515194"/>
                  <a:gd name="connsiteY3" fmla="*/ 148893 h 1647175"/>
                  <a:gd name="connsiteX4" fmla="*/ 182287 w 1515194"/>
                  <a:gd name="connsiteY4" fmla="*/ 16496 h 1647175"/>
                  <a:gd name="connsiteX5" fmla="*/ 341355 w 1515194"/>
                  <a:gd name="connsiteY5" fmla="*/ 27926 h 1647175"/>
                  <a:gd name="connsiteX6" fmla="*/ 1444350 w 1515194"/>
                  <a:gd name="connsiteY6" fmla="*/ 771828 h 1647175"/>
                  <a:gd name="connsiteX7" fmla="*/ 1514835 w 1515194"/>
                  <a:gd name="connsiteY7" fmla="*/ 915656 h 1647175"/>
                  <a:gd name="connsiteX8" fmla="*/ 1425300 w 1515194"/>
                  <a:gd name="connsiteY8" fmla="*/ 1048053 h 1647175"/>
                  <a:gd name="connsiteX9" fmla="*/ 230865 w 1515194"/>
                  <a:gd name="connsiteY9" fmla="*/ 1630983 h 1647175"/>
                  <a:gd name="connsiteX10" fmla="*/ 160380 w 1515194"/>
                  <a:gd name="connsiteY10" fmla="*/ 1647176 h 1647175"/>
                  <a:gd name="connsiteX11" fmla="*/ 253725 w 1515194"/>
                  <a:gd name="connsiteY11" fmla="*/ 5066 h 1647175"/>
                  <a:gd name="connsiteX12" fmla="*/ 186097 w 1515194"/>
                  <a:gd name="connsiteY12" fmla="*/ 21258 h 1647175"/>
                  <a:gd name="connsiteX13" fmla="*/ 99420 w 1515194"/>
                  <a:gd name="connsiteY13" fmla="*/ 148893 h 1647175"/>
                  <a:gd name="connsiteX14" fmla="*/ 7027 w 1515194"/>
                  <a:gd name="connsiteY14" fmla="*/ 1475726 h 1647175"/>
                  <a:gd name="connsiteX15" fmla="*/ 74655 w 1515194"/>
                  <a:gd name="connsiteY15" fmla="*/ 1614791 h 1647175"/>
                  <a:gd name="connsiteX16" fmla="*/ 228960 w 1515194"/>
                  <a:gd name="connsiteY16" fmla="*/ 1625268 h 1647175"/>
                  <a:gd name="connsiteX17" fmla="*/ 1424347 w 1515194"/>
                  <a:gd name="connsiteY17" fmla="*/ 1042338 h 1647175"/>
                  <a:gd name="connsiteX18" fmla="*/ 1511025 w 1515194"/>
                  <a:gd name="connsiteY18" fmla="*/ 914703 h 1647175"/>
                  <a:gd name="connsiteX19" fmla="*/ 1443397 w 1515194"/>
                  <a:gd name="connsiteY19" fmla="*/ 775638 h 1647175"/>
                  <a:gd name="connsiteX20" fmla="*/ 340402 w 1515194"/>
                  <a:gd name="connsiteY20" fmla="*/ 31736 h 1647175"/>
                  <a:gd name="connsiteX21" fmla="*/ 253725 w 1515194"/>
                  <a:gd name="connsiteY21" fmla="*/ 5066 h 1647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15194" h="1647175">
                    <a:moveTo>
                      <a:pt x="160380" y="1647176"/>
                    </a:moveTo>
                    <a:cubicBezTo>
                      <a:pt x="128947" y="1647176"/>
                      <a:pt x="98467" y="1637651"/>
                      <a:pt x="70845" y="1619553"/>
                    </a:cubicBezTo>
                    <a:cubicBezTo>
                      <a:pt x="23220" y="1587168"/>
                      <a:pt x="-3450" y="1533828"/>
                      <a:pt x="360" y="1475726"/>
                    </a:cubicBezTo>
                    <a:lnTo>
                      <a:pt x="92752" y="148893"/>
                    </a:lnTo>
                    <a:cubicBezTo>
                      <a:pt x="96562" y="90791"/>
                      <a:pt x="129900" y="41261"/>
                      <a:pt x="182287" y="16496"/>
                    </a:cubicBezTo>
                    <a:cubicBezTo>
                      <a:pt x="234675" y="-9222"/>
                      <a:pt x="293730" y="-4459"/>
                      <a:pt x="341355" y="27926"/>
                    </a:cubicBezTo>
                    <a:lnTo>
                      <a:pt x="1444350" y="771828"/>
                    </a:lnTo>
                    <a:cubicBezTo>
                      <a:pt x="1491975" y="804213"/>
                      <a:pt x="1518645" y="857553"/>
                      <a:pt x="1514835" y="915656"/>
                    </a:cubicBezTo>
                    <a:cubicBezTo>
                      <a:pt x="1511025" y="973758"/>
                      <a:pt x="1477687" y="1023288"/>
                      <a:pt x="1425300" y="1048053"/>
                    </a:cubicBezTo>
                    <a:lnTo>
                      <a:pt x="230865" y="1630983"/>
                    </a:lnTo>
                    <a:cubicBezTo>
                      <a:pt x="208005" y="1641461"/>
                      <a:pt x="184192" y="1647176"/>
                      <a:pt x="160380" y="1647176"/>
                    </a:cubicBezTo>
                    <a:close/>
                    <a:moveTo>
                      <a:pt x="253725" y="5066"/>
                    </a:moveTo>
                    <a:cubicBezTo>
                      <a:pt x="230865" y="5066"/>
                      <a:pt x="208005" y="10781"/>
                      <a:pt x="186097" y="21258"/>
                    </a:cubicBezTo>
                    <a:cubicBezTo>
                      <a:pt x="135615" y="46023"/>
                      <a:pt x="103230" y="93648"/>
                      <a:pt x="99420" y="148893"/>
                    </a:cubicBezTo>
                    <a:lnTo>
                      <a:pt x="7027" y="1475726"/>
                    </a:lnTo>
                    <a:cubicBezTo>
                      <a:pt x="3217" y="1530971"/>
                      <a:pt x="27982" y="1583358"/>
                      <a:pt x="74655" y="1614791"/>
                    </a:cubicBezTo>
                    <a:cubicBezTo>
                      <a:pt x="121327" y="1646223"/>
                      <a:pt x="178477" y="1650033"/>
                      <a:pt x="228960" y="1625268"/>
                    </a:cubicBezTo>
                    <a:lnTo>
                      <a:pt x="1424347" y="1042338"/>
                    </a:lnTo>
                    <a:cubicBezTo>
                      <a:pt x="1474830" y="1017573"/>
                      <a:pt x="1507215" y="969948"/>
                      <a:pt x="1511025" y="914703"/>
                    </a:cubicBezTo>
                    <a:cubicBezTo>
                      <a:pt x="1514835" y="859458"/>
                      <a:pt x="1490070" y="807071"/>
                      <a:pt x="1443397" y="775638"/>
                    </a:cubicBezTo>
                    <a:lnTo>
                      <a:pt x="340402" y="31736"/>
                    </a:lnTo>
                    <a:cubicBezTo>
                      <a:pt x="313732" y="14591"/>
                      <a:pt x="284205" y="5066"/>
                      <a:pt x="253725" y="5066"/>
                    </a:cubicBezTo>
                    <a:close/>
                  </a:path>
                </a:pathLst>
              </a:custGeom>
              <a:grpFill/>
              <a:ln w="9525" cap="flat">
                <a:noFill/>
                <a:prstDash val="solid"/>
                <a:miter/>
              </a:ln>
            </p:spPr>
            <p:txBody>
              <a:bodyPr rtlCol="0" anchor="ctr"/>
              <a:lstStyle/>
              <a:p>
                <a:endParaRPr lang="en-US" sz="1730"/>
              </a:p>
            </p:txBody>
          </p:sp>
          <p:sp>
            <p:nvSpPr>
              <p:cNvPr id="58" name="Freeform: Shape 57">
                <a:extLst>
                  <a:ext uri="{FF2B5EF4-FFF2-40B4-BE49-F238E27FC236}">
                    <a16:creationId xmlns:a16="http://schemas.microsoft.com/office/drawing/2014/main" id="{5A06D381-5E3A-45E2-943A-D8A9CD6DDB02}"/>
                  </a:ext>
                </a:extLst>
              </p:cNvPr>
              <p:cNvSpPr/>
              <p:nvPr/>
            </p:nvSpPr>
            <p:spPr>
              <a:xfrm>
                <a:off x="5267647" y="2501714"/>
                <a:ext cx="1640193" cy="1544187"/>
              </a:xfrm>
              <a:custGeom>
                <a:avLst/>
                <a:gdLst>
                  <a:gd name="connsiteX0" fmla="*/ 159062 w 1640193"/>
                  <a:gd name="connsiteY0" fmla="*/ 1544188 h 1544187"/>
                  <a:gd name="connsiteX1" fmla="*/ 32379 w 1640193"/>
                  <a:gd name="connsiteY1" fmla="*/ 1480370 h 1544187"/>
                  <a:gd name="connsiteX2" fmla="*/ 13329 w 1640193"/>
                  <a:gd name="connsiteY2" fmla="*/ 1321303 h 1544187"/>
                  <a:gd name="connsiteX3" fmla="*/ 532442 w 1640193"/>
                  <a:gd name="connsiteY3" fmla="*/ 97340 h 1544187"/>
                  <a:gd name="connsiteX4" fmla="*/ 660077 w 1640193"/>
                  <a:gd name="connsiteY4" fmla="*/ 1138 h 1544187"/>
                  <a:gd name="connsiteX5" fmla="*/ 806762 w 1640193"/>
                  <a:gd name="connsiteY5" fmla="*/ 64003 h 1544187"/>
                  <a:gd name="connsiteX6" fmla="*/ 1607814 w 1640193"/>
                  <a:gd name="connsiteY6" fmla="*/ 1126040 h 1544187"/>
                  <a:gd name="connsiteX7" fmla="*/ 1626864 w 1640193"/>
                  <a:gd name="connsiteY7" fmla="*/ 1285108 h 1544187"/>
                  <a:gd name="connsiteX8" fmla="*/ 1499229 w 1640193"/>
                  <a:gd name="connsiteY8" fmla="*/ 1381310 h 1544187"/>
                  <a:gd name="connsiteX9" fmla="*/ 179064 w 1640193"/>
                  <a:gd name="connsiteY9" fmla="*/ 1543235 h 1544187"/>
                  <a:gd name="connsiteX10" fmla="*/ 159062 w 1640193"/>
                  <a:gd name="connsiteY10" fmla="*/ 1544188 h 1544187"/>
                  <a:gd name="connsiteX11" fmla="*/ 680079 w 1640193"/>
                  <a:gd name="connsiteY11" fmla="*/ 4948 h 1544187"/>
                  <a:gd name="connsiteX12" fmla="*/ 661029 w 1640193"/>
                  <a:gd name="connsiteY12" fmla="*/ 5900 h 1544187"/>
                  <a:gd name="connsiteX13" fmla="*/ 538157 w 1640193"/>
                  <a:gd name="connsiteY13" fmla="*/ 99245 h 1544187"/>
                  <a:gd name="connsiteX14" fmla="*/ 18092 w 1640193"/>
                  <a:gd name="connsiteY14" fmla="*/ 1324160 h 1544187"/>
                  <a:gd name="connsiteX15" fmla="*/ 37142 w 1640193"/>
                  <a:gd name="connsiteY15" fmla="*/ 1477513 h 1544187"/>
                  <a:gd name="connsiteX16" fmla="*/ 179064 w 1640193"/>
                  <a:gd name="connsiteY16" fmla="*/ 1537520 h 1544187"/>
                  <a:gd name="connsiteX17" fmla="*/ 1499229 w 1640193"/>
                  <a:gd name="connsiteY17" fmla="*/ 1375595 h 1544187"/>
                  <a:gd name="connsiteX18" fmla="*/ 1622102 w 1640193"/>
                  <a:gd name="connsiteY18" fmla="*/ 1282250 h 1544187"/>
                  <a:gd name="connsiteX19" fmla="*/ 1603052 w 1640193"/>
                  <a:gd name="connsiteY19" fmla="*/ 1128898 h 1544187"/>
                  <a:gd name="connsiteX20" fmla="*/ 802952 w 1640193"/>
                  <a:gd name="connsiteY20" fmla="*/ 66860 h 1544187"/>
                  <a:gd name="connsiteX21" fmla="*/ 680079 w 1640193"/>
                  <a:gd name="connsiteY21" fmla="*/ 4948 h 1544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0193" h="1544187">
                    <a:moveTo>
                      <a:pt x="159062" y="1544188"/>
                    </a:moveTo>
                    <a:cubicBezTo>
                      <a:pt x="109532" y="1544188"/>
                      <a:pt x="62859" y="1521328"/>
                      <a:pt x="32379" y="1480370"/>
                    </a:cubicBezTo>
                    <a:cubicBezTo>
                      <a:pt x="-2863" y="1434650"/>
                      <a:pt x="-9531" y="1374643"/>
                      <a:pt x="13329" y="1321303"/>
                    </a:cubicBezTo>
                    <a:lnTo>
                      <a:pt x="532442" y="97340"/>
                    </a:lnTo>
                    <a:cubicBezTo>
                      <a:pt x="555302" y="44000"/>
                      <a:pt x="602927" y="7805"/>
                      <a:pt x="660077" y="1138"/>
                    </a:cubicBezTo>
                    <a:cubicBezTo>
                      <a:pt x="717227" y="-5530"/>
                      <a:pt x="772472" y="17330"/>
                      <a:pt x="806762" y="64003"/>
                    </a:cubicBezTo>
                    <a:lnTo>
                      <a:pt x="1607814" y="1126040"/>
                    </a:lnTo>
                    <a:cubicBezTo>
                      <a:pt x="1643057" y="1171760"/>
                      <a:pt x="1649724" y="1231768"/>
                      <a:pt x="1626864" y="1285108"/>
                    </a:cubicBezTo>
                    <a:cubicBezTo>
                      <a:pt x="1604004" y="1338448"/>
                      <a:pt x="1556379" y="1374643"/>
                      <a:pt x="1499229" y="1381310"/>
                    </a:cubicBezTo>
                    <a:lnTo>
                      <a:pt x="179064" y="1543235"/>
                    </a:lnTo>
                    <a:cubicBezTo>
                      <a:pt x="172397" y="1544188"/>
                      <a:pt x="165729" y="1544188"/>
                      <a:pt x="159062" y="1544188"/>
                    </a:cubicBezTo>
                    <a:close/>
                    <a:moveTo>
                      <a:pt x="680079" y="4948"/>
                    </a:moveTo>
                    <a:cubicBezTo>
                      <a:pt x="673412" y="4948"/>
                      <a:pt x="666744" y="4948"/>
                      <a:pt x="661029" y="5900"/>
                    </a:cubicBezTo>
                    <a:cubicBezTo>
                      <a:pt x="605784" y="12568"/>
                      <a:pt x="559112" y="47810"/>
                      <a:pt x="538157" y="99245"/>
                    </a:cubicBezTo>
                    <a:lnTo>
                      <a:pt x="18092" y="1324160"/>
                    </a:lnTo>
                    <a:cubicBezTo>
                      <a:pt x="-3816" y="1375595"/>
                      <a:pt x="2852" y="1432745"/>
                      <a:pt x="37142" y="1477513"/>
                    </a:cubicBezTo>
                    <a:cubicBezTo>
                      <a:pt x="70479" y="1522280"/>
                      <a:pt x="123819" y="1544188"/>
                      <a:pt x="179064" y="1537520"/>
                    </a:cubicBezTo>
                    <a:lnTo>
                      <a:pt x="1499229" y="1375595"/>
                    </a:lnTo>
                    <a:cubicBezTo>
                      <a:pt x="1554474" y="1368928"/>
                      <a:pt x="1601147" y="1333685"/>
                      <a:pt x="1622102" y="1282250"/>
                    </a:cubicBezTo>
                    <a:cubicBezTo>
                      <a:pt x="1644009" y="1230815"/>
                      <a:pt x="1637342" y="1173665"/>
                      <a:pt x="1603052" y="1128898"/>
                    </a:cubicBezTo>
                    <a:lnTo>
                      <a:pt x="802952" y="66860"/>
                    </a:lnTo>
                    <a:cubicBezTo>
                      <a:pt x="773424" y="27808"/>
                      <a:pt x="728657" y="4948"/>
                      <a:pt x="680079" y="4948"/>
                    </a:cubicBezTo>
                    <a:close/>
                  </a:path>
                </a:pathLst>
              </a:custGeom>
              <a:grpFill/>
              <a:ln w="9525" cap="flat">
                <a:noFill/>
                <a:prstDash val="solid"/>
                <a:miter/>
              </a:ln>
            </p:spPr>
            <p:txBody>
              <a:bodyPr rtlCol="0" anchor="ctr"/>
              <a:lstStyle/>
              <a:p>
                <a:endParaRPr lang="en-US" sz="1730"/>
              </a:p>
            </p:txBody>
          </p:sp>
          <p:sp>
            <p:nvSpPr>
              <p:cNvPr id="59" name="Freeform: Shape 58">
                <a:extLst>
                  <a:ext uri="{FF2B5EF4-FFF2-40B4-BE49-F238E27FC236}">
                    <a16:creationId xmlns:a16="http://schemas.microsoft.com/office/drawing/2014/main" id="{6A50715D-06C2-4A50-B805-7C779755D7AD}"/>
                  </a:ext>
                </a:extLst>
              </p:cNvPr>
              <p:cNvSpPr/>
              <p:nvPr/>
            </p:nvSpPr>
            <p:spPr>
              <a:xfrm>
                <a:off x="5184232" y="2459493"/>
                <a:ext cx="1623190" cy="1584503"/>
              </a:xfrm>
              <a:custGeom>
                <a:avLst/>
                <a:gdLst>
                  <a:gd name="connsiteX0" fmla="*/ 1462629 w 1623190"/>
                  <a:gd name="connsiteY0" fmla="*/ 1584504 h 1584503"/>
                  <a:gd name="connsiteX1" fmla="*/ 1428339 w 1623190"/>
                  <a:gd name="connsiteY1" fmla="*/ 1580694 h 1584503"/>
                  <a:gd name="connsiteX2" fmla="*/ 127224 w 1623190"/>
                  <a:gd name="connsiteY2" fmla="*/ 1304469 h 1584503"/>
                  <a:gd name="connsiteX3" fmla="*/ 8162 w 1623190"/>
                  <a:gd name="connsiteY3" fmla="*/ 1197789 h 1584503"/>
                  <a:gd name="connsiteX4" fmla="*/ 41499 w 1623190"/>
                  <a:gd name="connsiteY4" fmla="*/ 1041579 h 1584503"/>
                  <a:gd name="connsiteX5" fmla="*/ 932087 w 1623190"/>
                  <a:gd name="connsiteY5" fmla="*/ 52884 h 1584503"/>
                  <a:gd name="connsiteX6" fmla="*/ 1084487 w 1623190"/>
                  <a:gd name="connsiteY6" fmla="*/ 3354 h 1584503"/>
                  <a:gd name="connsiteX7" fmla="*/ 1203549 w 1623190"/>
                  <a:gd name="connsiteY7" fmla="*/ 110034 h 1584503"/>
                  <a:gd name="connsiteX8" fmla="*/ 1615029 w 1623190"/>
                  <a:gd name="connsiteY8" fmla="*/ 1374954 h 1584503"/>
                  <a:gd name="connsiteX9" fmla="*/ 1581692 w 1623190"/>
                  <a:gd name="connsiteY9" fmla="*/ 1531164 h 1584503"/>
                  <a:gd name="connsiteX10" fmla="*/ 1462629 w 1623190"/>
                  <a:gd name="connsiteY10" fmla="*/ 1584504 h 1584503"/>
                  <a:gd name="connsiteX11" fmla="*/ 1050197 w 1623190"/>
                  <a:gd name="connsiteY11" fmla="*/ 5259 h 1584503"/>
                  <a:gd name="connsiteX12" fmla="*/ 935897 w 1623190"/>
                  <a:gd name="connsiteY12" fmla="*/ 56694 h 1584503"/>
                  <a:gd name="connsiteX13" fmla="*/ 45309 w 1623190"/>
                  <a:gd name="connsiteY13" fmla="*/ 1044436 h 1584503"/>
                  <a:gd name="connsiteX14" fmla="*/ 12924 w 1623190"/>
                  <a:gd name="connsiteY14" fmla="*/ 1194931 h 1584503"/>
                  <a:gd name="connsiteX15" fmla="*/ 127224 w 1623190"/>
                  <a:gd name="connsiteY15" fmla="*/ 1297801 h 1584503"/>
                  <a:gd name="connsiteX16" fmla="*/ 1428339 w 1623190"/>
                  <a:gd name="connsiteY16" fmla="*/ 1574026 h 1584503"/>
                  <a:gd name="connsiteX17" fmla="*/ 1575024 w 1623190"/>
                  <a:gd name="connsiteY17" fmla="*/ 1526401 h 1584503"/>
                  <a:gd name="connsiteX18" fmla="*/ 1607409 w 1623190"/>
                  <a:gd name="connsiteY18" fmla="*/ 1375906 h 1584503"/>
                  <a:gd name="connsiteX19" fmla="*/ 1197834 w 1623190"/>
                  <a:gd name="connsiteY19" fmla="*/ 111939 h 1584503"/>
                  <a:gd name="connsiteX20" fmla="*/ 1083534 w 1623190"/>
                  <a:gd name="connsiteY20" fmla="*/ 9069 h 1584503"/>
                  <a:gd name="connsiteX21" fmla="*/ 1050197 w 1623190"/>
                  <a:gd name="connsiteY21" fmla="*/ 5259 h 15845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23190" h="1584503">
                    <a:moveTo>
                      <a:pt x="1462629" y="1584504"/>
                    </a:moveTo>
                    <a:cubicBezTo>
                      <a:pt x="1451199" y="1584504"/>
                      <a:pt x="1439769" y="1583551"/>
                      <a:pt x="1428339" y="1580694"/>
                    </a:cubicBezTo>
                    <a:lnTo>
                      <a:pt x="127224" y="1304469"/>
                    </a:lnTo>
                    <a:cubicBezTo>
                      <a:pt x="71027" y="1292086"/>
                      <a:pt x="26259" y="1252081"/>
                      <a:pt x="8162" y="1197789"/>
                    </a:cubicBezTo>
                    <a:cubicBezTo>
                      <a:pt x="-9936" y="1142544"/>
                      <a:pt x="2447" y="1084441"/>
                      <a:pt x="41499" y="1041579"/>
                    </a:cubicBezTo>
                    <a:lnTo>
                      <a:pt x="932087" y="52884"/>
                    </a:lnTo>
                    <a:cubicBezTo>
                      <a:pt x="971139" y="10021"/>
                      <a:pt x="1027337" y="-8076"/>
                      <a:pt x="1084487" y="3354"/>
                    </a:cubicBezTo>
                    <a:cubicBezTo>
                      <a:pt x="1140684" y="15736"/>
                      <a:pt x="1185452" y="55741"/>
                      <a:pt x="1203549" y="110034"/>
                    </a:cubicBezTo>
                    <a:lnTo>
                      <a:pt x="1615029" y="1374954"/>
                    </a:lnTo>
                    <a:cubicBezTo>
                      <a:pt x="1633127" y="1430199"/>
                      <a:pt x="1620744" y="1488301"/>
                      <a:pt x="1581692" y="1531164"/>
                    </a:cubicBezTo>
                    <a:cubicBezTo>
                      <a:pt x="1549307" y="1566406"/>
                      <a:pt x="1507397" y="1584504"/>
                      <a:pt x="1462629" y="1584504"/>
                    </a:cubicBezTo>
                    <a:close/>
                    <a:moveTo>
                      <a:pt x="1050197" y="5259"/>
                    </a:moveTo>
                    <a:cubicBezTo>
                      <a:pt x="1007334" y="5259"/>
                      <a:pt x="966377" y="23356"/>
                      <a:pt x="935897" y="56694"/>
                    </a:cubicBezTo>
                    <a:lnTo>
                      <a:pt x="45309" y="1044436"/>
                    </a:lnTo>
                    <a:cubicBezTo>
                      <a:pt x="8162" y="1086346"/>
                      <a:pt x="-4221" y="1142544"/>
                      <a:pt x="12924" y="1194931"/>
                    </a:cubicBezTo>
                    <a:cubicBezTo>
                      <a:pt x="30069" y="1248271"/>
                      <a:pt x="72932" y="1286371"/>
                      <a:pt x="127224" y="1297801"/>
                    </a:cubicBezTo>
                    <a:lnTo>
                      <a:pt x="1428339" y="1574026"/>
                    </a:lnTo>
                    <a:cubicBezTo>
                      <a:pt x="1482632" y="1585456"/>
                      <a:pt x="1537877" y="1567359"/>
                      <a:pt x="1575024" y="1526401"/>
                    </a:cubicBezTo>
                    <a:cubicBezTo>
                      <a:pt x="1612172" y="1484491"/>
                      <a:pt x="1624554" y="1428294"/>
                      <a:pt x="1607409" y="1375906"/>
                    </a:cubicBezTo>
                    <a:lnTo>
                      <a:pt x="1197834" y="111939"/>
                    </a:lnTo>
                    <a:cubicBezTo>
                      <a:pt x="1180689" y="58599"/>
                      <a:pt x="1137827" y="20499"/>
                      <a:pt x="1083534" y="9069"/>
                    </a:cubicBezTo>
                    <a:cubicBezTo>
                      <a:pt x="1072104" y="6211"/>
                      <a:pt x="1060674" y="5259"/>
                      <a:pt x="1050197" y="5259"/>
                    </a:cubicBezTo>
                    <a:close/>
                  </a:path>
                </a:pathLst>
              </a:custGeom>
              <a:grpFill/>
              <a:ln w="9525" cap="flat">
                <a:noFill/>
                <a:prstDash val="solid"/>
                <a:miter/>
              </a:ln>
            </p:spPr>
            <p:txBody>
              <a:bodyPr rtlCol="0" anchor="ctr"/>
              <a:lstStyle/>
              <a:p>
                <a:endParaRPr lang="en-US" sz="1730"/>
              </a:p>
            </p:txBody>
          </p:sp>
          <p:sp>
            <p:nvSpPr>
              <p:cNvPr id="60" name="Freeform: Shape 59">
                <a:extLst>
                  <a:ext uri="{FF2B5EF4-FFF2-40B4-BE49-F238E27FC236}">
                    <a16:creationId xmlns:a16="http://schemas.microsoft.com/office/drawing/2014/main" id="{76CB3FBA-91B0-4DCE-AC92-F9A18FF4D65A}"/>
                  </a:ext>
                </a:extLst>
              </p:cNvPr>
              <p:cNvSpPr/>
              <p:nvPr/>
            </p:nvSpPr>
            <p:spPr>
              <a:xfrm>
                <a:off x="5197133" y="2512353"/>
                <a:ext cx="1483088" cy="1650706"/>
              </a:xfrm>
              <a:custGeom>
                <a:avLst/>
                <a:gdLst>
                  <a:gd name="connsiteX0" fmla="*/ 1300186 w 1483088"/>
                  <a:gd name="connsiteY0" fmla="*/ 1650706 h 1650706"/>
                  <a:gd name="connsiteX1" fmla="*/ 1218271 w 1483088"/>
                  <a:gd name="connsiteY1" fmla="*/ 1627846 h 1650706"/>
                  <a:gd name="connsiteX2" fmla="*/ 77176 w 1483088"/>
                  <a:gd name="connsiteY2" fmla="*/ 942046 h 1650706"/>
                  <a:gd name="connsiteX3" fmla="*/ 23 w 1483088"/>
                  <a:gd name="connsiteY3" fmla="*/ 802029 h 1650706"/>
                  <a:gd name="connsiteX4" fmla="*/ 81938 w 1483088"/>
                  <a:gd name="connsiteY4" fmla="*/ 664869 h 1650706"/>
                  <a:gd name="connsiteX5" fmla="*/ 1245893 w 1483088"/>
                  <a:gd name="connsiteY5" fmla="*/ 20026 h 1650706"/>
                  <a:gd name="connsiteX6" fmla="*/ 1405913 w 1483088"/>
                  <a:gd name="connsiteY6" fmla="*/ 22884 h 1650706"/>
                  <a:gd name="connsiteX7" fmla="*/ 1483066 w 1483088"/>
                  <a:gd name="connsiteY7" fmla="*/ 162901 h 1650706"/>
                  <a:gd name="connsiteX8" fmla="*/ 1460206 w 1483088"/>
                  <a:gd name="connsiteY8" fmla="*/ 1493544 h 1650706"/>
                  <a:gd name="connsiteX9" fmla="*/ 1378291 w 1483088"/>
                  <a:gd name="connsiteY9" fmla="*/ 1630704 h 1650706"/>
                  <a:gd name="connsiteX10" fmla="*/ 1300186 w 1483088"/>
                  <a:gd name="connsiteY10" fmla="*/ 1650706 h 1650706"/>
                  <a:gd name="connsiteX11" fmla="*/ 1323046 w 1483088"/>
                  <a:gd name="connsiteY11" fmla="*/ 5739 h 1650706"/>
                  <a:gd name="connsiteX12" fmla="*/ 1247798 w 1483088"/>
                  <a:gd name="connsiteY12" fmla="*/ 25741 h 1650706"/>
                  <a:gd name="connsiteX13" fmla="*/ 84796 w 1483088"/>
                  <a:gd name="connsiteY13" fmla="*/ 669631 h 1650706"/>
                  <a:gd name="connsiteX14" fmla="*/ 5738 w 1483088"/>
                  <a:gd name="connsiteY14" fmla="*/ 802029 h 1650706"/>
                  <a:gd name="connsiteX15" fmla="*/ 80033 w 1483088"/>
                  <a:gd name="connsiteY15" fmla="*/ 937284 h 1650706"/>
                  <a:gd name="connsiteX16" fmla="*/ 1220176 w 1483088"/>
                  <a:gd name="connsiteY16" fmla="*/ 1622131 h 1650706"/>
                  <a:gd name="connsiteX17" fmla="*/ 1374481 w 1483088"/>
                  <a:gd name="connsiteY17" fmla="*/ 1624989 h 1650706"/>
                  <a:gd name="connsiteX18" fmla="*/ 1453538 w 1483088"/>
                  <a:gd name="connsiteY18" fmla="*/ 1492591 h 1650706"/>
                  <a:gd name="connsiteX19" fmla="*/ 1456396 w 1483088"/>
                  <a:gd name="connsiteY19" fmla="*/ 1492591 h 1650706"/>
                  <a:gd name="connsiteX20" fmla="*/ 1453538 w 1483088"/>
                  <a:gd name="connsiteY20" fmla="*/ 1492591 h 1650706"/>
                  <a:gd name="connsiteX21" fmla="*/ 1476398 w 1483088"/>
                  <a:gd name="connsiteY21" fmla="*/ 161949 h 1650706"/>
                  <a:gd name="connsiteX22" fmla="*/ 1401151 w 1483088"/>
                  <a:gd name="connsiteY22" fmla="*/ 26694 h 1650706"/>
                  <a:gd name="connsiteX23" fmla="*/ 1323046 w 1483088"/>
                  <a:gd name="connsiteY23" fmla="*/ 5739 h 1650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483088" h="1650706">
                    <a:moveTo>
                      <a:pt x="1300186" y="1650706"/>
                    </a:moveTo>
                    <a:cubicBezTo>
                      <a:pt x="1271611" y="1650706"/>
                      <a:pt x="1243036" y="1643086"/>
                      <a:pt x="1218271" y="1627846"/>
                    </a:cubicBezTo>
                    <a:lnTo>
                      <a:pt x="77176" y="942046"/>
                    </a:lnTo>
                    <a:cubicBezTo>
                      <a:pt x="27646" y="912519"/>
                      <a:pt x="-929" y="860131"/>
                      <a:pt x="23" y="802029"/>
                    </a:cubicBezTo>
                    <a:cubicBezTo>
                      <a:pt x="976" y="743926"/>
                      <a:pt x="31456" y="693444"/>
                      <a:pt x="81938" y="664869"/>
                    </a:cubicBezTo>
                    <a:lnTo>
                      <a:pt x="1245893" y="20026"/>
                    </a:lnTo>
                    <a:cubicBezTo>
                      <a:pt x="1296376" y="-7596"/>
                      <a:pt x="1356383" y="-6644"/>
                      <a:pt x="1405913" y="22884"/>
                    </a:cubicBezTo>
                    <a:cubicBezTo>
                      <a:pt x="1455443" y="52411"/>
                      <a:pt x="1484018" y="104799"/>
                      <a:pt x="1483066" y="162901"/>
                    </a:cubicBezTo>
                    <a:lnTo>
                      <a:pt x="1460206" y="1493544"/>
                    </a:lnTo>
                    <a:cubicBezTo>
                      <a:pt x="1459253" y="1551646"/>
                      <a:pt x="1428773" y="1602129"/>
                      <a:pt x="1378291" y="1630704"/>
                    </a:cubicBezTo>
                    <a:cubicBezTo>
                      <a:pt x="1353526" y="1644039"/>
                      <a:pt x="1326856" y="1650706"/>
                      <a:pt x="1300186" y="1650706"/>
                    </a:cubicBezTo>
                    <a:close/>
                    <a:moveTo>
                      <a:pt x="1323046" y="5739"/>
                    </a:moveTo>
                    <a:cubicBezTo>
                      <a:pt x="1297328" y="5739"/>
                      <a:pt x="1271611" y="12406"/>
                      <a:pt x="1247798" y="25741"/>
                    </a:cubicBezTo>
                    <a:lnTo>
                      <a:pt x="84796" y="669631"/>
                    </a:lnTo>
                    <a:cubicBezTo>
                      <a:pt x="36218" y="696301"/>
                      <a:pt x="6691" y="745831"/>
                      <a:pt x="5738" y="802029"/>
                    </a:cubicBezTo>
                    <a:cubicBezTo>
                      <a:pt x="4786" y="858226"/>
                      <a:pt x="32408" y="908709"/>
                      <a:pt x="80033" y="937284"/>
                    </a:cubicBezTo>
                    <a:lnTo>
                      <a:pt x="1220176" y="1622131"/>
                    </a:lnTo>
                    <a:cubicBezTo>
                      <a:pt x="1267801" y="1650706"/>
                      <a:pt x="1325903" y="1651659"/>
                      <a:pt x="1374481" y="1624989"/>
                    </a:cubicBezTo>
                    <a:cubicBezTo>
                      <a:pt x="1423058" y="1598319"/>
                      <a:pt x="1452586" y="1548789"/>
                      <a:pt x="1453538" y="1492591"/>
                    </a:cubicBezTo>
                    <a:lnTo>
                      <a:pt x="1456396" y="1492591"/>
                    </a:lnTo>
                    <a:lnTo>
                      <a:pt x="1453538" y="1492591"/>
                    </a:lnTo>
                    <a:lnTo>
                      <a:pt x="1476398" y="161949"/>
                    </a:lnTo>
                    <a:cubicBezTo>
                      <a:pt x="1477351" y="105751"/>
                      <a:pt x="1449728" y="55269"/>
                      <a:pt x="1401151" y="26694"/>
                    </a:cubicBezTo>
                    <a:cubicBezTo>
                      <a:pt x="1378291" y="13359"/>
                      <a:pt x="1350668" y="5739"/>
                      <a:pt x="1323046" y="5739"/>
                    </a:cubicBezTo>
                    <a:close/>
                  </a:path>
                </a:pathLst>
              </a:custGeom>
              <a:grpFill/>
              <a:ln w="9525" cap="flat">
                <a:noFill/>
                <a:prstDash val="solid"/>
                <a:miter/>
              </a:ln>
            </p:spPr>
            <p:txBody>
              <a:bodyPr rtlCol="0" anchor="ctr"/>
              <a:lstStyle/>
              <a:p>
                <a:endParaRPr lang="en-US" sz="1730"/>
              </a:p>
            </p:txBody>
          </p:sp>
          <p:sp>
            <p:nvSpPr>
              <p:cNvPr id="61" name="Freeform: Shape 60">
                <a:extLst>
                  <a:ext uri="{FF2B5EF4-FFF2-40B4-BE49-F238E27FC236}">
                    <a16:creationId xmlns:a16="http://schemas.microsoft.com/office/drawing/2014/main" id="{22045ED4-534F-4B15-8795-D2C7547978FE}"/>
                  </a:ext>
                </a:extLst>
              </p:cNvPr>
              <p:cNvSpPr/>
              <p:nvPr/>
            </p:nvSpPr>
            <p:spPr>
              <a:xfrm>
                <a:off x="5302425" y="2655449"/>
                <a:ext cx="1631597" cy="1570475"/>
              </a:xfrm>
              <a:custGeom>
                <a:avLst/>
                <a:gdLst>
                  <a:gd name="connsiteX0" fmla="*/ 1014871 w 1631597"/>
                  <a:gd name="connsiteY0" fmla="*/ 1570476 h 1570475"/>
                  <a:gd name="connsiteX1" fmla="*/ 892951 w 1631597"/>
                  <a:gd name="connsiteY1" fmla="*/ 1513326 h 1570475"/>
                  <a:gd name="connsiteX2" fmla="*/ 37606 w 1631597"/>
                  <a:gd name="connsiteY2" fmla="*/ 494151 h 1570475"/>
                  <a:gd name="connsiteX3" fmla="*/ 9984 w 1631597"/>
                  <a:gd name="connsiteY3" fmla="*/ 336988 h 1570475"/>
                  <a:gd name="connsiteX4" fmla="*/ 132856 w 1631597"/>
                  <a:gd name="connsiteY4" fmla="*/ 234118 h 1570475"/>
                  <a:gd name="connsiteX5" fmla="*/ 1443496 w 1631597"/>
                  <a:gd name="connsiteY5" fmla="*/ 2660 h 1570475"/>
                  <a:gd name="connsiteX6" fmla="*/ 1593991 w 1631597"/>
                  <a:gd name="connsiteY6" fmla="*/ 56953 h 1570475"/>
                  <a:gd name="connsiteX7" fmla="*/ 1621614 w 1631597"/>
                  <a:gd name="connsiteY7" fmla="*/ 214115 h 1570475"/>
                  <a:gd name="connsiteX8" fmla="*/ 1166319 w 1631597"/>
                  <a:gd name="connsiteY8" fmla="*/ 1464748 h 1570475"/>
                  <a:gd name="connsiteX9" fmla="*/ 1043446 w 1631597"/>
                  <a:gd name="connsiteY9" fmla="*/ 1567618 h 1570475"/>
                  <a:gd name="connsiteX10" fmla="*/ 1014871 w 1631597"/>
                  <a:gd name="connsiteY10" fmla="*/ 1570476 h 1570475"/>
                  <a:gd name="connsiteX11" fmla="*/ 1471119 w 1631597"/>
                  <a:gd name="connsiteY11" fmla="*/ 6470 h 1570475"/>
                  <a:gd name="connsiteX12" fmla="*/ 1443496 w 1631597"/>
                  <a:gd name="connsiteY12" fmla="*/ 9328 h 1570475"/>
                  <a:gd name="connsiteX13" fmla="*/ 133809 w 1631597"/>
                  <a:gd name="connsiteY13" fmla="*/ 239833 h 1570475"/>
                  <a:gd name="connsiteX14" fmla="*/ 15699 w 1631597"/>
                  <a:gd name="connsiteY14" fmla="*/ 338893 h 1570475"/>
                  <a:gd name="connsiteX15" fmla="*/ 42369 w 1631597"/>
                  <a:gd name="connsiteY15" fmla="*/ 491293 h 1570475"/>
                  <a:gd name="connsiteX16" fmla="*/ 897714 w 1631597"/>
                  <a:gd name="connsiteY16" fmla="*/ 1510468 h 1570475"/>
                  <a:gd name="connsiteX17" fmla="*/ 1042494 w 1631597"/>
                  <a:gd name="connsiteY17" fmla="*/ 1562856 h 1570475"/>
                  <a:gd name="connsiteX18" fmla="*/ 1160604 w 1631597"/>
                  <a:gd name="connsiteY18" fmla="*/ 1463796 h 1570475"/>
                  <a:gd name="connsiteX19" fmla="*/ 1163461 w 1631597"/>
                  <a:gd name="connsiteY19" fmla="*/ 1464748 h 1570475"/>
                  <a:gd name="connsiteX20" fmla="*/ 1160604 w 1631597"/>
                  <a:gd name="connsiteY20" fmla="*/ 1463796 h 1570475"/>
                  <a:gd name="connsiteX21" fmla="*/ 1615899 w 1631597"/>
                  <a:gd name="connsiteY21" fmla="*/ 213163 h 1570475"/>
                  <a:gd name="connsiteX22" fmla="*/ 1589229 w 1631597"/>
                  <a:gd name="connsiteY22" fmla="*/ 60763 h 1570475"/>
                  <a:gd name="connsiteX23" fmla="*/ 1471119 w 1631597"/>
                  <a:gd name="connsiteY23" fmla="*/ 6470 h 1570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31597" h="1570475">
                    <a:moveTo>
                      <a:pt x="1014871" y="1570476"/>
                    </a:moveTo>
                    <a:cubicBezTo>
                      <a:pt x="968199" y="1570476"/>
                      <a:pt x="924384" y="1550473"/>
                      <a:pt x="892951" y="1513326"/>
                    </a:cubicBezTo>
                    <a:lnTo>
                      <a:pt x="37606" y="494151"/>
                    </a:lnTo>
                    <a:cubicBezTo>
                      <a:pt x="459" y="450336"/>
                      <a:pt x="-10019" y="391281"/>
                      <a:pt x="9984" y="336988"/>
                    </a:cubicBezTo>
                    <a:cubicBezTo>
                      <a:pt x="29986" y="282695"/>
                      <a:pt x="75706" y="244595"/>
                      <a:pt x="132856" y="234118"/>
                    </a:cubicBezTo>
                    <a:lnTo>
                      <a:pt x="1443496" y="2660"/>
                    </a:lnTo>
                    <a:cubicBezTo>
                      <a:pt x="1500646" y="-7817"/>
                      <a:pt x="1556844" y="13138"/>
                      <a:pt x="1593991" y="56953"/>
                    </a:cubicBezTo>
                    <a:cubicBezTo>
                      <a:pt x="1631139" y="100768"/>
                      <a:pt x="1641616" y="159823"/>
                      <a:pt x="1621614" y="214115"/>
                    </a:cubicBezTo>
                    <a:lnTo>
                      <a:pt x="1166319" y="1464748"/>
                    </a:lnTo>
                    <a:cubicBezTo>
                      <a:pt x="1146316" y="1519041"/>
                      <a:pt x="1100596" y="1557141"/>
                      <a:pt x="1043446" y="1567618"/>
                    </a:cubicBezTo>
                    <a:cubicBezTo>
                      <a:pt x="1033921" y="1569523"/>
                      <a:pt x="1024396" y="1570476"/>
                      <a:pt x="1014871" y="1570476"/>
                    </a:cubicBezTo>
                    <a:close/>
                    <a:moveTo>
                      <a:pt x="1471119" y="6470"/>
                    </a:moveTo>
                    <a:cubicBezTo>
                      <a:pt x="1461594" y="6470"/>
                      <a:pt x="1453021" y="7423"/>
                      <a:pt x="1443496" y="9328"/>
                    </a:cubicBezTo>
                    <a:lnTo>
                      <a:pt x="133809" y="239833"/>
                    </a:lnTo>
                    <a:cubicBezTo>
                      <a:pt x="78564" y="249358"/>
                      <a:pt x="34749" y="286506"/>
                      <a:pt x="15699" y="338893"/>
                    </a:cubicBezTo>
                    <a:cubicBezTo>
                      <a:pt x="-3351" y="391281"/>
                      <a:pt x="6174" y="448430"/>
                      <a:pt x="42369" y="491293"/>
                    </a:cubicBezTo>
                    <a:lnTo>
                      <a:pt x="897714" y="1510468"/>
                    </a:lnTo>
                    <a:cubicBezTo>
                      <a:pt x="933909" y="1553331"/>
                      <a:pt x="988201" y="1573333"/>
                      <a:pt x="1042494" y="1562856"/>
                    </a:cubicBezTo>
                    <a:cubicBezTo>
                      <a:pt x="1097739" y="1553331"/>
                      <a:pt x="1141554" y="1516183"/>
                      <a:pt x="1160604" y="1463796"/>
                    </a:cubicBezTo>
                    <a:lnTo>
                      <a:pt x="1163461" y="1464748"/>
                    </a:lnTo>
                    <a:lnTo>
                      <a:pt x="1160604" y="1463796"/>
                    </a:lnTo>
                    <a:lnTo>
                      <a:pt x="1615899" y="213163"/>
                    </a:lnTo>
                    <a:cubicBezTo>
                      <a:pt x="1634949" y="160775"/>
                      <a:pt x="1625424" y="103625"/>
                      <a:pt x="1589229" y="60763"/>
                    </a:cubicBezTo>
                    <a:cubicBezTo>
                      <a:pt x="1558749" y="25520"/>
                      <a:pt x="1515886" y="6470"/>
                      <a:pt x="1471119" y="6470"/>
                    </a:cubicBezTo>
                    <a:close/>
                  </a:path>
                </a:pathLst>
              </a:custGeom>
              <a:grpFill/>
              <a:ln w="9525" cap="flat">
                <a:noFill/>
                <a:prstDash val="solid"/>
                <a:miter/>
              </a:ln>
            </p:spPr>
            <p:txBody>
              <a:bodyPr rtlCol="0" anchor="ctr"/>
              <a:lstStyle/>
              <a:p>
                <a:endParaRPr lang="en-US" sz="1730"/>
              </a:p>
            </p:txBody>
          </p:sp>
          <p:sp>
            <p:nvSpPr>
              <p:cNvPr id="62" name="Freeform: Shape 61">
                <a:extLst>
                  <a:ext uri="{FF2B5EF4-FFF2-40B4-BE49-F238E27FC236}">
                    <a16:creationId xmlns:a16="http://schemas.microsoft.com/office/drawing/2014/main" id="{FEE68F87-0B6B-4885-866B-61423AE3724E}"/>
                  </a:ext>
                </a:extLst>
              </p:cNvPr>
              <p:cNvSpPr/>
              <p:nvPr/>
            </p:nvSpPr>
            <p:spPr>
              <a:xfrm>
                <a:off x="5490992" y="2665438"/>
                <a:ext cx="1634512" cy="1562390"/>
              </a:xfrm>
              <a:custGeom>
                <a:avLst/>
                <a:gdLst>
                  <a:gd name="connsiteX0" fmla="*/ 637710 w 1634512"/>
                  <a:gd name="connsiteY0" fmla="*/ 1562391 h 1562390"/>
                  <a:gd name="connsiteX1" fmla="*/ 611992 w 1634512"/>
                  <a:gd name="connsiteY1" fmla="*/ 1560486 h 1562390"/>
                  <a:gd name="connsiteX2" fmla="*/ 488167 w 1634512"/>
                  <a:gd name="connsiteY2" fmla="*/ 1459521 h 1562390"/>
                  <a:gd name="connsiteX3" fmla="*/ 10965 w 1634512"/>
                  <a:gd name="connsiteY3" fmla="*/ 217461 h 1562390"/>
                  <a:gd name="connsiteX4" fmla="*/ 35730 w 1634512"/>
                  <a:gd name="connsiteY4" fmla="*/ 59346 h 1562390"/>
                  <a:gd name="connsiteX5" fmla="*/ 185272 w 1634512"/>
                  <a:gd name="connsiteY5" fmla="*/ 2196 h 1562390"/>
                  <a:gd name="connsiteX6" fmla="*/ 1499723 w 1634512"/>
                  <a:gd name="connsiteY6" fmla="*/ 209841 h 1562390"/>
                  <a:gd name="connsiteX7" fmla="*/ 1623548 w 1634512"/>
                  <a:gd name="connsiteY7" fmla="*/ 310806 h 1562390"/>
                  <a:gd name="connsiteX8" fmla="*/ 1598782 w 1634512"/>
                  <a:gd name="connsiteY8" fmla="*/ 468921 h 1562390"/>
                  <a:gd name="connsiteX9" fmla="*/ 761535 w 1634512"/>
                  <a:gd name="connsiteY9" fmla="*/ 1502383 h 1562390"/>
                  <a:gd name="connsiteX10" fmla="*/ 759630 w 1634512"/>
                  <a:gd name="connsiteY10" fmla="*/ 1500478 h 1562390"/>
                  <a:gd name="connsiteX11" fmla="*/ 761535 w 1634512"/>
                  <a:gd name="connsiteY11" fmla="*/ 1502383 h 1562390"/>
                  <a:gd name="connsiteX12" fmla="*/ 637710 w 1634512"/>
                  <a:gd name="connsiteY12" fmla="*/ 1562391 h 1562390"/>
                  <a:gd name="connsiteX13" fmla="*/ 159555 w 1634512"/>
                  <a:gd name="connsiteY13" fmla="*/ 6006 h 1562390"/>
                  <a:gd name="connsiteX14" fmla="*/ 40492 w 1634512"/>
                  <a:gd name="connsiteY14" fmla="*/ 63156 h 1562390"/>
                  <a:gd name="connsiteX15" fmla="*/ 16680 w 1634512"/>
                  <a:gd name="connsiteY15" fmla="*/ 215556 h 1562390"/>
                  <a:gd name="connsiteX16" fmla="*/ 493882 w 1634512"/>
                  <a:gd name="connsiteY16" fmla="*/ 1457616 h 1562390"/>
                  <a:gd name="connsiteX17" fmla="*/ 613897 w 1634512"/>
                  <a:gd name="connsiteY17" fmla="*/ 1554771 h 1562390"/>
                  <a:gd name="connsiteX18" fmla="*/ 757725 w 1634512"/>
                  <a:gd name="connsiteY18" fmla="*/ 1499526 h 1562390"/>
                  <a:gd name="connsiteX19" fmla="*/ 1594020 w 1634512"/>
                  <a:gd name="connsiteY19" fmla="*/ 465111 h 1562390"/>
                  <a:gd name="connsiteX20" fmla="*/ 1617832 w 1634512"/>
                  <a:gd name="connsiteY20" fmla="*/ 312711 h 1562390"/>
                  <a:gd name="connsiteX21" fmla="*/ 1497817 w 1634512"/>
                  <a:gd name="connsiteY21" fmla="*/ 215556 h 1562390"/>
                  <a:gd name="connsiteX22" fmla="*/ 184320 w 1634512"/>
                  <a:gd name="connsiteY22" fmla="*/ 7911 h 1562390"/>
                  <a:gd name="connsiteX23" fmla="*/ 159555 w 1634512"/>
                  <a:gd name="connsiteY23" fmla="*/ 6006 h 15623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34512" h="1562390">
                    <a:moveTo>
                      <a:pt x="637710" y="1562391"/>
                    </a:moveTo>
                    <a:cubicBezTo>
                      <a:pt x="629137" y="1562391"/>
                      <a:pt x="620565" y="1561438"/>
                      <a:pt x="611992" y="1560486"/>
                    </a:cubicBezTo>
                    <a:cubicBezTo>
                      <a:pt x="554842" y="1551913"/>
                      <a:pt x="508170" y="1513813"/>
                      <a:pt x="488167" y="1459521"/>
                    </a:cubicBezTo>
                    <a:lnTo>
                      <a:pt x="10965" y="217461"/>
                    </a:lnTo>
                    <a:cubicBezTo>
                      <a:pt x="-9990" y="163168"/>
                      <a:pt x="-465" y="104113"/>
                      <a:pt x="35730" y="59346"/>
                    </a:cubicBezTo>
                    <a:cubicBezTo>
                      <a:pt x="71925" y="14578"/>
                      <a:pt x="128122" y="-7329"/>
                      <a:pt x="185272" y="2196"/>
                    </a:cubicBezTo>
                    <a:lnTo>
                      <a:pt x="1499723" y="209841"/>
                    </a:lnTo>
                    <a:cubicBezTo>
                      <a:pt x="1556873" y="218413"/>
                      <a:pt x="1603545" y="256513"/>
                      <a:pt x="1623548" y="310806"/>
                    </a:cubicBezTo>
                    <a:cubicBezTo>
                      <a:pt x="1644502" y="365098"/>
                      <a:pt x="1634977" y="424153"/>
                      <a:pt x="1598782" y="468921"/>
                    </a:cubicBezTo>
                    <a:lnTo>
                      <a:pt x="761535" y="1502383"/>
                    </a:lnTo>
                    <a:lnTo>
                      <a:pt x="759630" y="1500478"/>
                    </a:lnTo>
                    <a:lnTo>
                      <a:pt x="761535" y="1502383"/>
                    </a:lnTo>
                    <a:cubicBezTo>
                      <a:pt x="730102" y="1541436"/>
                      <a:pt x="685335" y="1562391"/>
                      <a:pt x="637710" y="1562391"/>
                    </a:cubicBezTo>
                    <a:close/>
                    <a:moveTo>
                      <a:pt x="159555" y="6006"/>
                    </a:moveTo>
                    <a:cubicBezTo>
                      <a:pt x="113835" y="6006"/>
                      <a:pt x="70020" y="26008"/>
                      <a:pt x="40492" y="63156"/>
                    </a:cubicBezTo>
                    <a:cubicBezTo>
                      <a:pt x="5250" y="106971"/>
                      <a:pt x="-3323" y="163168"/>
                      <a:pt x="16680" y="215556"/>
                    </a:cubicBezTo>
                    <a:lnTo>
                      <a:pt x="493882" y="1457616"/>
                    </a:lnTo>
                    <a:cubicBezTo>
                      <a:pt x="513885" y="1510003"/>
                      <a:pt x="558652" y="1546198"/>
                      <a:pt x="613897" y="1554771"/>
                    </a:cubicBezTo>
                    <a:cubicBezTo>
                      <a:pt x="669142" y="1563343"/>
                      <a:pt x="722482" y="1542388"/>
                      <a:pt x="757725" y="1499526"/>
                    </a:cubicBezTo>
                    <a:lnTo>
                      <a:pt x="1594020" y="465111"/>
                    </a:lnTo>
                    <a:cubicBezTo>
                      <a:pt x="1629262" y="421296"/>
                      <a:pt x="1637835" y="365098"/>
                      <a:pt x="1617832" y="312711"/>
                    </a:cubicBezTo>
                    <a:cubicBezTo>
                      <a:pt x="1597830" y="260323"/>
                      <a:pt x="1553062" y="224128"/>
                      <a:pt x="1497817" y="215556"/>
                    </a:cubicBezTo>
                    <a:lnTo>
                      <a:pt x="184320" y="7911"/>
                    </a:lnTo>
                    <a:cubicBezTo>
                      <a:pt x="175747" y="6958"/>
                      <a:pt x="167175" y="6006"/>
                      <a:pt x="159555" y="6006"/>
                    </a:cubicBezTo>
                    <a:close/>
                  </a:path>
                </a:pathLst>
              </a:custGeom>
              <a:grpFill/>
              <a:ln w="9525" cap="flat">
                <a:noFill/>
                <a:prstDash val="solid"/>
                <a:miter/>
              </a:ln>
            </p:spPr>
            <p:txBody>
              <a:bodyPr rtlCol="0" anchor="ctr"/>
              <a:lstStyle/>
              <a:p>
                <a:endParaRPr lang="en-US" sz="1730"/>
              </a:p>
            </p:txBody>
          </p:sp>
          <p:sp>
            <p:nvSpPr>
              <p:cNvPr id="63" name="Freeform: Shape 62">
                <a:extLst>
                  <a:ext uri="{FF2B5EF4-FFF2-40B4-BE49-F238E27FC236}">
                    <a16:creationId xmlns:a16="http://schemas.microsoft.com/office/drawing/2014/main" id="{E99B4F58-0E6C-41DE-99A2-C3FCE7F11DB0}"/>
                  </a:ext>
                </a:extLst>
              </p:cNvPr>
              <p:cNvSpPr/>
              <p:nvPr/>
            </p:nvSpPr>
            <p:spPr>
              <a:xfrm>
                <a:off x="5740942" y="2518472"/>
                <a:ext cx="1494657" cy="1649348"/>
              </a:xfrm>
              <a:custGeom>
                <a:avLst/>
                <a:gdLst>
                  <a:gd name="connsiteX0" fmla="*/ 206785 w 1494657"/>
                  <a:gd name="connsiteY0" fmla="*/ 1649349 h 1649348"/>
                  <a:gd name="connsiteX1" fmla="*/ 131537 w 1494657"/>
                  <a:gd name="connsiteY1" fmla="*/ 1630299 h 1649348"/>
                  <a:gd name="connsiteX2" fmla="*/ 46765 w 1494657"/>
                  <a:gd name="connsiteY2" fmla="*/ 1495044 h 1649348"/>
                  <a:gd name="connsiteX3" fmla="*/ 92 w 1494657"/>
                  <a:gd name="connsiteY3" fmla="*/ 165354 h 1649348"/>
                  <a:gd name="connsiteX4" fmla="*/ 75340 w 1494657"/>
                  <a:gd name="connsiteY4" fmla="*/ 24384 h 1649348"/>
                  <a:gd name="connsiteX5" fmla="*/ 235360 w 1494657"/>
                  <a:gd name="connsiteY5" fmla="*/ 18669 h 1649348"/>
                  <a:gd name="connsiteX6" fmla="*/ 1409792 w 1494657"/>
                  <a:gd name="connsiteY6" fmla="*/ 643509 h 1649348"/>
                  <a:gd name="connsiteX7" fmla="*/ 1494565 w 1494657"/>
                  <a:gd name="connsiteY7" fmla="*/ 778764 h 1649348"/>
                  <a:gd name="connsiteX8" fmla="*/ 1419317 w 1494657"/>
                  <a:gd name="connsiteY8" fmla="*/ 919734 h 1649348"/>
                  <a:gd name="connsiteX9" fmla="*/ 291557 w 1494657"/>
                  <a:gd name="connsiteY9" fmla="*/ 1624584 h 1649348"/>
                  <a:gd name="connsiteX10" fmla="*/ 206785 w 1494657"/>
                  <a:gd name="connsiteY10" fmla="*/ 1649349 h 1649348"/>
                  <a:gd name="connsiteX11" fmla="*/ 160112 w 1494657"/>
                  <a:gd name="connsiteY11" fmla="*/ 4381 h 1649348"/>
                  <a:gd name="connsiteX12" fmla="*/ 78197 w 1494657"/>
                  <a:gd name="connsiteY12" fmla="*/ 28194 h 1649348"/>
                  <a:gd name="connsiteX13" fmla="*/ 5807 w 1494657"/>
                  <a:gd name="connsiteY13" fmla="*/ 164402 h 1649348"/>
                  <a:gd name="connsiteX14" fmla="*/ 52480 w 1494657"/>
                  <a:gd name="connsiteY14" fmla="*/ 1494092 h 1649348"/>
                  <a:gd name="connsiteX15" fmla="*/ 134395 w 1494657"/>
                  <a:gd name="connsiteY15" fmla="*/ 1624584 h 1649348"/>
                  <a:gd name="connsiteX16" fmla="*/ 288700 w 1494657"/>
                  <a:gd name="connsiteY16" fmla="*/ 1618869 h 1649348"/>
                  <a:gd name="connsiteX17" fmla="*/ 290605 w 1494657"/>
                  <a:gd name="connsiteY17" fmla="*/ 1620774 h 1649348"/>
                  <a:gd name="connsiteX18" fmla="*/ 288700 w 1494657"/>
                  <a:gd name="connsiteY18" fmla="*/ 1618869 h 1649348"/>
                  <a:gd name="connsiteX19" fmla="*/ 1416460 w 1494657"/>
                  <a:gd name="connsiteY19" fmla="*/ 914019 h 1649348"/>
                  <a:gd name="connsiteX20" fmla="*/ 1488850 w 1494657"/>
                  <a:gd name="connsiteY20" fmla="*/ 777812 h 1649348"/>
                  <a:gd name="connsiteX21" fmla="*/ 1406935 w 1494657"/>
                  <a:gd name="connsiteY21" fmla="*/ 647319 h 1649348"/>
                  <a:gd name="connsiteX22" fmla="*/ 232502 w 1494657"/>
                  <a:gd name="connsiteY22" fmla="*/ 23431 h 1649348"/>
                  <a:gd name="connsiteX23" fmla="*/ 160112 w 1494657"/>
                  <a:gd name="connsiteY23" fmla="*/ 4381 h 1649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494657" h="1649348">
                    <a:moveTo>
                      <a:pt x="206785" y="1649349"/>
                    </a:moveTo>
                    <a:cubicBezTo>
                      <a:pt x="181067" y="1649349"/>
                      <a:pt x="155350" y="1642682"/>
                      <a:pt x="131537" y="1630299"/>
                    </a:cubicBezTo>
                    <a:cubicBezTo>
                      <a:pt x="80102" y="1603629"/>
                      <a:pt x="48670" y="1552194"/>
                      <a:pt x="46765" y="1495044"/>
                    </a:cubicBezTo>
                    <a:lnTo>
                      <a:pt x="92" y="165354"/>
                    </a:lnTo>
                    <a:cubicBezTo>
                      <a:pt x="-1813" y="107252"/>
                      <a:pt x="25810" y="54864"/>
                      <a:pt x="75340" y="24384"/>
                    </a:cubicBezTo>
                    <a:cubicBezTo>
                      <a:pt x="123917" y="-6096"/>
                      <a:pt x="183925" y="-8001"/>
                      <a:pt x="235360" y="18669"/>
                    </a:cubicBezTo>
                    <a:lnTo>
                      <a:pt x="1409792" y="643509"/>
                    </a:lnTo>
                    <a:cubicBezTo>
                      <a:pt x="1461228" y="670179"/>
                      <a:pt x="1492660" y="721614"/>
                      <a:pt x="1494565" y="778764"/>
                    </a:cubicBezTo>
                    <a:cubicBezTo>
                      <a:pt x="1496470" y="836867"/>
                      <a:pt x="1468848" y="889254"/>
                      <a:pt x="1419317" y="919734"/>
                    </a:cubicBezTo>
                    <a:lnTo>
                      <a:pt x="291557" y="1624584"/>
                    </a:lnTo>
                    <a:cubicBezTo>
                      <a:pt x="264887" y="1640777"/>
                      <a:pt x="236312" y="1649349"/>
                      <a:pt x="206785" y="1649349"/>
                    </a:cubicBezTo>
                    <a:close/>
                    <a:moveTo>
                      <a:pt x="160112" y="4381"/>
                    </a:moveTo>
                    <a:cubicBezTo>
                      <a:pt x="131537" y="4381"/>
                      <a:pt x="103915" y="12002"/>
                      <a:pt x="78197" y="28194"/>
                    </a:cubicBezTo>
                    <a:cubicBezTo>
                      <a:pt x="30572" y="57722"/>
                      <a:pt x="3902" y="109157"/>
                      <a:pt x="5807" y="164402"/>
                    </a:cubicBezTo>
                    <a:lnTo>
                      <a:pt x="52480" y="1494092"/>
                    </a:lnTo>
                    <a:cubicBezTo>
                      <a:pt x="54385" y="1550289"/>
                      <a:pt x="84865" y="1598867"/>
                      <a:pt x="134395" y="1624584"/>
                    </a:cubicBezTo>
                    <a:cubicBezTo>
                      <a:pt x="183925" y="1651254"/>
                      <a:pt x="241075" y="1648397"/>
                      <a:pt x="288700" y="1618869"/>
                    </a:cubicBezTo>
                    <a:lnTo>
                      <a:pt x="290605" y="1620774"/>
                    </a:lnTo>
                    <a:lnTo>
                      <a:pt x="288700" y="1618869"/>
                    </a:lnTo>
                    <a:lnTo>
                      <a:pt x="1416460" y="914019"/>
                    </a:lnTo>
                    <a:cubicBezTo>
                      <a:pt x="1464085" y="884492"/>
                      <a:pt x="1490755" y="833057"/>
                      <a:pt x="1488850" y="777812"/>
                    </a:cubicBezTo>
                    <a:cubicBezTo>
                      <a:pt x="1486945" y="721614"/>
                      <a:pt x="1456465" y="673037"/>
                      <a:pt x="1406935" y="647319"/>
                    </a:cubicBezTo>
                    <a:lnTo>
                      <a:pt x="232502" y="23431"/>
                    </a:lnTo>
                    <a:cubicBezTo>
                      <a:pt x="209642" y="11049"/>
                      <a:pt x="184877" y="4381"/>
                      <a:pt x="160112" y="4381"/>
                    </a:cubicBezTo>
                    <a:close/>
                  </a:path>
                </a:pathLst>
              </a:custGeom>
              <a:grpFill/>
              <a:ln w="9525" cap="flat">
                <a:noFill/>
                <a:prstDash val="solid"/>
                <a:miter/>
              </a:ln>
            </p:spPr>
            <p:txBody>
              <a:bodyPr rtlCol="0" anchor="ctr"/>
              <a:lstStyle/>
              <a:p>
                <a:endParaRPr lang="en-US" sz="1730"/>
              </a:p>
            </p:txBody>
          </p:sp>
          <p:sp>
            <p:nvSpPr>
              <p:cNvPr id="64" name="Freeform: Shape 63">
                <a:extLst>
                  <a:ext uri="{FF2B5EF4-FFF2-40B4-BE49-F238E27FC236}">
                    <a16:creationId xmlns:a16="http://schemas.microsoft.com/office/drawing/2014/main" id="{98213603-4044-4EDC-B3E0-CE20E3EE9BC2}"/>
                  </a:ext>
                </a:extLst>
              </p:cNvPr>
              <p:cNvSpPr/>
              <p:nvPr/>
            </p:nvSpPr>
            <p:spPr>
              <a:xfrm>
                <a:off x="5636186" y="2459480"/>
                <a:ext cx="1616538" cy="1592136"/>
              </a:xfrm>
              <a:custGeom>
                <a:avLst/>
                <a:gdLst>
                  <a:gd name="connsiteX0" fmla="*/ 159141 w 1616538"/>
                  <a:gd name="connsiteY0" fmla="*/ 1592136 h 1592136"/>
                  <a:gd name="connsiteX1" fmla="*/ 42936 w 1616538"/>
                  <a:gd name="connsiteY1" fmla="*/ 1541654 h 1592136"/>
                  <a:gd name="connsiteX2" fmla="*/ 6741 w 1616538"/>
                  <a:gd name="connsiteY2" fmla="*/ 1385444 h 1592136"/>
                  <a:gd name="connsiteX3" fmla="*/ 396313 w 1616538"/>
                  <a:gd name="connsiteY3" fmla="*/ 112904 h 1592136"/>
                  <a:gd name="connsiteX4" fmla="*/ 513471 w 1616538"/>
                  <a:gd name="connsiteY4" fmla="*/ 4319 h 1592136"/>
                  <a:gd name="connsiteX5" fmla="*/ 665871 w 1616538"/>
                  <a:gd name="connsiteY5" fmla="*/ 50991 h 1592136"/>
                  <a:gd name="connsiteX6" fmla="*/ 1573603 w 1616538"/>
                  <a:gd name="connsiteY6" fmla="*/ 1024446 h 1592136"/>
                  <a:gd name="connsiteX7" fmla="*/ 1609798 w 1616538"/>
                  <a:gd name="connsiteY7" fmla="*/ 1180656 h 1592136"/>
                  <a:gd name="connsiteX8" fmla="*/ 1492641 w 1616538"/>
                  <a:gd name="connsiteY8" fmla="*/ 1289241 h 1592136"/>
                  <a:gd name="connsiteX9" fmla="*/ 196288 w 1616538"/>
                  <a:gd name="connsiteY9" fmla="*/ 1588326 h 1592136"/>
                  <a:gd name="connsiteX10" fmla="*/ 195336 w 1616538"/>
                  <a:gd name="connsiteY10" fmla="*/ 1585469 h 1592136"/>
                  <a:gd name="connsiteX11" fmla="*/ 196288 w 1616538"/>
                  <a:gd name="connsiteY11" fmla="*/ 1588326 h 1592136"/>
                  <a:gd name="connsiteX12" fmla="*/ 159141 w 1616538"/>
                  <a:gd name="connsiteY12" fmla="*/ 1592136 h 1592136"/>
                  <a:gd name="connsiteX13" fmla="*/ 549666 w 1616538"/>
                  <a:gd name="connsiteY13" fmla="*/ 5271 h 1592136"/>
                  <a:gd name="connsiteX14" fmla="*/ 514423 w 1616538"/>
                  <a:gd name="connsiteY14" fmla="*/ 9081 h 1592136"/>
                  <a:gd name="connsiteX15" fmla="*/ 401076 w 1616538"/>
                  <a:gd name="connsiteY15" fmla="*/ 114809 h 1592136"/>
                  <a:gd name="connsiteX16" fmla="*/ 12456 w 1616538"/>
                  <a:gd name="connsiteY16" fmla="*/ 1387349 h 1592136"/>
                  <a:gd name="connsiteX17" fmla="*/ 46746 w 1616538"/>
                  <a:gd name="connsiteY17" fmla="*/ 1537844 h 1592136"/>
                  <a:gd name="connsiteX18" fmla="*/ 194383 w 1616538"/>
                  <a:gd name="connsiteY18" fmla="*/ 1582611 h 1592136"/>
                  <a:gd name="connsiteX19" fmla="*/ 1490736 w 1616538"/>
                  <a:gd name="connsiteY19" fmla="*/ 1283526 h 1592136"/>
                  <a:gd name="connsiteX20" fmla="*/ 1604083 w 1616538"/>
                  <a:gd name="connsiteY20" fmla="*/ 1177799 h 1592136"/>
                  <a:gd name="connsiteX21" fmla="*/ 1569793 w 1616538"/>
                  <a:gd name="connsiteY21" fmla="*/ 1027304 h 1592136"/>
                  <a:gd name="connsiteX22" fmla="*/ 662061 w 1616538"/>
                  <a:gd name="connsiteY22" fmla="*/ 54801 h 1592136"/>
                  <a:gd name="connsiteX23" fmla="*/ 549666 w 1616538"/>
                  <a:gd name="connsiteY23" fmla="*/ 5271 h 1592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16538" h="1592136">
                    <a:moveTo>
                      <a:pt x="159141" y="1592136"/>
                    </a:moveTo>
                    <a:cubicBezTo>
                      <a:pt x="115326" y="1592136"/>
                      <a:pt x="73416" y="1574039"/>
                      <a:pt x="42936" y="1541654"/>
                    </a:cubicBezTo>
                    <a:cubicBezTo>
                      <a:pt x="3883" y="1499744"/>
                      <a:pt x="-9452" y="1441641"/>
                      <a:pt x="6741" y="1385444"/>
                    </a:cubicBezTo>
                    <a:lnTo>
                      <a:pt x="396313" y="112904"/>
                    </a:lnTo>
                    <a:cubicBezTo>
                      <a:pt x="413458" y="57659"/>
                      <a:pt x="457273" y="16701"/>
                      <a:pt x="513471" y="4319"/>
                    </a:cubicBezTo>
                    <a:cubicBezTo>
                      <a:pt x="569668" y="-9016"/>
                      <a:pt x="626818" y="9081"/>
                      <a:pt x="665871" y="50991"/>
                    </a:cubicBezTo>
                    <a:lnTo>
                      <a:pt x="1573603" y="1024446"/>
                    </a:lnTo>
                    <a:cubicBezTo>
                      <a:pt x="1612656" y="1066356"/>
                      <a:pt x="1625991" y="1124459"/>
                      <a:pt x="1609798" y="1180656"/>
                    </a:cubicBezTo>
                    <a:cubicBezTo>
                      <a:pt x="1592653" y="1235901"/>
                      <a:pt x="1548838" y="1276859"/>
                      <a:pt x="1492641" y="1289241"/>
                    </a:cubicBezTo>
                    <a:lnTo>
                      <a:pt x="196288" y="1588326"/>
                    </a:lnTo>
                    <a:lnTo>
                      <a:pt x="195336" y="1585469"/>
                    </a:lnTo>
                    <a:lnTo>
                      <a:pt x="196288" y="1588326"/>
                    </a:lnTo>
                    <a:cubicBezTo>
                      <a:pt x="183905" y="1591184"/>
                      <a:pt x="171523" y="1592136"/>
                      <a:pt x="159141" y="1592136"/>
                    </a:cubicBezTo>
                    <a:close/>
                    <a:moveTo>
                      <a:pt x="549666" y="5271"/>
                    </a:moveTo>
                    <a:cubicBezTo>
                      <a:pt x="538236" y="5271"/>
                      <a:pt x="525853" y="6224"/>
                      <a:pt x="514423" y="9081"/>
                    </a:cubicBezTo>
                    <a:cubicBezTo>
                      <a:pt x="460131" y="21464"/>
                      <a:pt x="418221" y="60516"/>
                      <a:pt x="401076" y="114809"/>
                    </a:cubicBezTo>
                    <a:lnTo>
                      <a:pt x="12456" y="1387349"/>
                    </a:lnTo>
                    <a:cubicBezTo>
                      <a:pt x="-3737" y="1440689"/>
                      <a:pt x="8646" y="1496886"/>
                      <a:pt x="46746" y="1537844"/>
                    </a:cubicBezTo>
                    <a:cubicBezTo>
                      <a:pt x="84846" y="1578801"/>
                      <a:pt x="140091" y="1595946"/>
                      <a:pt x="194383" y="1582611"/>
                    </a:cubicBezTo>
                    <a:lnTo>
                      <a:pt x="1490736" y="1283526"/>
                    </a:lnTo>
                    <a:cubicBezTo>
                      <a:pt x="1545028" y="1271144"/>
                      <a:pt x="1586938" y="1232091"/>
                      <a:pt x="1604083" y="1177799"/>
                    </a:cubicBezTo>
                    <a:cubicBezTo>
                      <a:pt x="1620276" y="1124459"/>
                      <a:pt x="1606941" y="1068261"/>
                      <a:pt x="1569793" y="1027304"/>
                    </a:cubicBezTo>
                    <a:lnTo>
                      <a:pt x="662061" y="54801"/>
                    </a:lnTo>
                    <a:cubicBezTo>
                      <a:pt x="632533" y="22416"/>
                      <a:pt x="592528" y="5271"/>
                      <a:pt x="549666" y="5271"/>
                    </a:cubicBezTo>
                    <a:close/>
                  </a:path>
                </a:pathLst>
              </a:custGeom>
              <a:grpFill/>
              <a:ln w="9525" cap="flat">
                <a:noFill/>
                <a:prstDash val="solid"/>
                <a:miter/>
              </a:ln>
            </p:spPr>
            <p:txBody>
              <a:bodyPr rtlCol="0" anchor="ctr"/>
              <a:lstStyle/>
              <a:p>
                <a:endParaRPr lang="en-US" sz="1730"/>
              </a:p>
            </p:txBody>
          </p:sp>
          <p:sp>
            <p:nvSpPr>
              <p:cNvPr id="65" name="Freeform: Shape 64">
                <a:extLst>
                  <a:ext uri="{FF2B5EF4-FFF2-40B4-BE49-F238E27FC236}">
                    <a16:creationId xmlns:a16="http://schemas.microsoft.com/office/drawing/2014/main" id="{DB035EF0-F3DA-4581-9198-447F52894F88}"/>
                  </a:ext>
                </a:extLst>
              </p:cNvPr>
              <p:cNvSpPr/>
              <p:nvPr/>
            </p:nvSpPr>
            <p:spPr>
              <a:xfrm>
                <a:off x="5531644" y="2497017"/>
                <a:ext cx="1643695" cy="1534597"/>
              </a:xfrm>
              <a:custGeom>
                <a:avLst/>
                <a:gdLst>
                  <a:gd name="connsiteX0" fmla="*/ 1483835 w 1643695"/>
                  <a:gd name="connsiteY0" fmla="*/ 1534598 h 1534597"/>
                  <a:gd name="connsiteX1" fmla="*/ 1466690 w 1643695"/>
                  <a:gd name="connsiteY1" fmla="*/ 1533645 h 1534597"/>
                  <a:gd name="connsiteX2" fmla="*/ 143668 w 1643695"/>
                  <a:gd name="connsiteY2" fmla="*/ 1395532 h 1534597"/>
                  <a:gd name="connsiteX3" fmla="*/ 14128 w 1643695"/>
                  <a:gd name="connsiteY3" fmla="*/ 1301235 h 1534597"/>
                  <a:gd name="connsiteX4" fmla="*/ 31273 w 1643695"/>
                  <a:gd name="connsiteY4" fmla="*/ 1142167 h 1534597"/>
                  <a:gd name="connsiteX5" fmla="*/ 813275 w 1643695"/>
                  <a:gd name="connsiteY5" fmla="*/ 65842 h 1534597"/>
                  <a:gd name="connsiteX6" fmla="*/ 959008 w 1643695"/>
                  <a:gd name="connsiteY6" fmla="*/ 1072 h 1534597"/>
                  <a:gd name="connsiteX7" fmla="*/ 1088548 w 1643695"/>
                  <a:gd name="connsiteY7" fmla="*/ 95370 h 1534597"/>
                  <a:gd name="connsiteX8" fmla="*/ 1629568 w 1643695"/>
                  <a:gd name="connsiteY8" fmla="*/ 1310760 h 1534597"/>
                  <a:gd name="connsiteX9" fmla="*/ 1612423 w 1643695"/>
                  <a:gd name="connsiteY9" fmla="*/ 1469827 h 1534597"/>
                  <a:gd name="connsiteX10" fmla="*/ 1483835 w 1643695"/>
                  <a:gd name="connsiteY10" fmla="*/ 1534598 h 1534597"/>
                  <a:gd name="connsiteX11" fmla="*/ 940910 w 1643695"/>
                  <a:gd name="connsiteY11" fmla="*/ 5835 h 1534597"/>
                  <a:gd name="connsiteX12" fmla="*/ 816133 w 1643695"/>
                  <a:gd name="connsiteY12" fmla="*/ 69652 h 1534597"/>
                  <a:gd name="connsiteX13" fmla="*/ 34130 w 1643695"/>
                  <a:gd name="connsiteY13" fmla="*/ 1145977 h 1534597"/>
                  <a:gd name="connsiteX14" fmla="*/ 17938 w 1643695"/>
                  <a:gd name="connsiteY14" fmla="*/ 1299330 h 1534597"/>
                  <a:gd name="connsiteX15" fmla="*/ 142715 w 1643695"/>
                  <a:gd name="connsiteY15" fmla="*/ 1389817 h 1534597"/>
                  <a:gd name="connsiteX16" fmla="*/ 1465738 w 1643695"/>
                  <a:gd name="connsiteY16" fmla="*/ 1528882 h 1534597"/>
                  <a:gd name="connsiteX17" fmla="*/ 1606708 w 1643695"/>
                  <a:gd name="connsiteY17" fmla="*/ 1466017 h 1534597"/>
                  <a:gd name="connsiteX18" fmla="*/ 1622900 w 1643695"/>
                  <a:gd name="connsiteY18" fmla="*/ 1312665 h 1534597"/>
                  <a:gd name="connsiteX19" fmla="*/ 1082833 w 1643695"/>
                  <a:gd name="connsiteY19" fmla="*/ 97275 h 1534597"/>
                  <a:gd name="connsiteX20" fmla="*/ 958055 w 1643695"/>
                  <a:gd name="connsiteY20" fmla="*/ 6787 h 1534597"/>
                  <a:gd name="connsiteX21" fmla="*/ 940910 w 1643695"/>
                  <a:gd name="connsiteY21" fmla="*/ 5835 h 15345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3695" h="1534597">
                    <a:moveTo>
                      <a:pt x="1483835" y="1534598"/>
                    </a:moveTo>
                    <a:cubicBezTo>
                      <a:pt x="1478120" y="1534598"/>
                      <a:pt x="1472405" y="1534598"/>
                      <a:pt x="1466690" y="1533645"/>
                    </a:cubicBezTo>
                    <a:lnTo>
                      <a:pt x="143668" y="1395532"/>
                    </a:lnTo>
                    <a:cubicBezTo>
                      <a:pt x="86518" y="1389817"/>
                      <a:pt x="37940" y="1354575"/>
                      <a:pt x="14128" y="1301235"/>
                    </a:cubicBezTo>
                    <a:cubicBezTo>
                      <a:pt x="-9685" y="1248848"/>
                      <a:pt x="-3017" y="1188840"/>
                      <a:pt x="31273" y="1142167"/>
                    </a:cubicBezTo>
                    <a:lnTo>
                      <a:pt x="813275" y="65842"/>
                    </a:lnTo>
                    <a:cubicBezTo>
                      <a:pt x="847565" y="19170"/>
                      <a:pt x="901858" y="-5595"/>
                      <a:pt x="959008" y="1072"/>
                    </a:cubicBezTo>
                    <a:cubicBezTo>
                      <a:pt x="1016158" y="6787"/>
                      <a:pt x="1064735" y="42030"/>
                      <a:pt x="1088548" y="95370"/>
                    </a:cubicBezTo>
                    <a:lnTo>
                      <a:pt x="1629568" y="1310760"/>
                    </a:lnTo>
                    <a:cubicBezTo>
                      <a:pt x="1653380" y="1363148"/>
                      <a:pt x="1646713" y="1423155"/>
                      <a:pt x="1612423" y="1469827"/>
                    </a:cubicBezTo>
                    <a:cubicBezTo>
                      <a:pt x="1581943" y="1510785"/>
                      <a:pt x="1534318" y="1534598"/>
                      <a:pt x="1483835" y="1534598"/>
                    </a:cubicBezTo>
                    <a:close/>
                    <a:moveTo>
                      <a:pt x="940910" y="5835"/>
                    </a:moveTo>
                    <a:cubicBezTo>
                      <a:pt x="891380" y="5835"/>
                      <a:pt x="845660" y="28695"/>
                      <a:pt x="816133" y="69652"/>
                    </a:cubicBezTo>
                    <a:lnTo>
                      <a:pt x="34130" y="1145977"/>
                    </a:lnTo>
                    <a:cubicBezTo>
                      <a:pt x="1745" y="1190745"/>
                      <a:pt x="-4922" y="1248848"/>
                      <a:pt x="17938" y="1299330"/>
                    </a:cubicBezTo>
                    <a:cubicBezTo>
                      <a:pt x="40798" y="1350765"/>
                      <a:pt x="87470" y="1384102"/>
                      <a:pt x="142715" y="1389817"/>
                    </a:cubicBezTo>
                    <a:lnTo>
                      <a:pt x="1465738" y="1528882"/>
                    </a:lnTo>
                    <a:cubicBezTo>
                      <a:pt x="1520983" y="1534598"/>
                      <a:pt x="1574323" y="1510785"/>
                      <a:pt x="1606708" y="1466017"/>
                    </a:cubicBezTo>
                    <a:cubicBezTo>
                      <a:pt x="1639093" y="1421250"/>
                      <a:pt x="1645760" y="1363148"/>
                      <a:pt x="1622900" y="1312665"/>
                    </a:cubicBezTo>
                    <a:lnTo>
                      <a:pt x="1082833" y="97275"/>
                    </a:lnTo>
                    <a:cubicBezTo>
                      <a:pt x="1059973" y="45840"/>
                      <a:pt x="1013300" y="12502"/>
                      <a:pt x="958055" y="6787"/>
                    </a:cubicBezTo>
                    <a:cubicBezTo>
                      <a:pt x="952340" y="5835"/>
                      <a:pt x="946625" y="5835"/>
                      <a:pt x="940910" y="5835"/>
                    </a:cubicBezTo>
                    <a:close/>
                  </a:path>
                </a:pathLst>
              </a:custGeom>
              <a:grpFill/>
              <a:ln w="9525" cap="flat">
                <a:noFill/>
                <a:prstDash val="solid"/>
                <a:miter/>
              </a:ln>
            </p:spPr>
            <p:txBody>
              <a:bodyPr rtlCol="0" anchor="ctr"/>
              <a:lstStyle/>
              <a:p>
                <a:endParaRPr lang="en-US" sz="1730"/>
              </a:p>
            </p:txBody>
          </p:sp>
          <p:sp>
            <p:nvSpPr>
              <p:cNvPr id="66" name="Freeform: Shape 65">
                <a:extLst>
                  <a:ext uri="{FF2B5EF4-FFF2-40B4-BE49-F238E27FC236}">
                    <a16:creationId xmlns:a16="http://schemas.microsoft.com/office/drawing/2014/main" id="{41AE2AF0-7DD9-443B-8718-D31F62D3CF64}"/>
                  </a:ext>
                </a:extLst>
              </p:cNvPr>
              <p:cNvSpPr/>
              <p:nvPr/>
            </p:nvSpPr>
            <p:spPr>
              <a:xfrm>
                <a:off x="5484232" y="2627034"/>
                <a:ext cx="1525159" cy="1644610"/>
              </a:xfrm>
              <a:custGeom>
                <a:avLst/>
                <a:gdLst>
                  <a:gd name="connsiteX0" fmla="*/ 1365512 w 1525159"/>
                  <a:gd name="connsiteY0" fmla="*/ 1644610 h 1644610"/>
                  <a:gd name="connsiteX1" fmla="*/ 1297885 w 1525159"/>
                  <a:gd name="connsiteY1" fmla="*/ 1629370 h 1644610"/>
                  <a:gd name="connsiteX2" fmla="*/ 92020 w 1525159"/>
                  <a:gd name="connsiteY2" fmla="*/ 1067395 h 1644610"/>
                  <a:gd name="connsiteX3" fmla="*/ 580 w 1525159"/>
                  <a:gd name="connsiteY3" fmla="*/ 936903 h 1644610"/>
                  <a:gd name="connsiteX4" fmla="*/ 68207 w 1525159"/>
                  <a:gd name="connsiteY4" fmla="*/ 792123 h 1644610"/>
                  <a:gd name="connsiteX5" fmla="*/ 1157867 w 1525159"/>
                  <a:gd name="connsiteY5" fmla="*/ 29170 h 1644610"/>
                  <a:gd name="connsiteX6" fmla="*/ 1316935 w 1525159"/>
                  <a:gd name="connsiteY6" fmla="*/ 14883 h 1644610"/>
                  <a:gd name="connsiteX7" fmla="*/ 1408375 w 1525159"/>
                  <a:gd name="connsiteY7" fmla="*/ 145375 h 1644610"/>
                  <a:gd name="connsiteX8" fmla="*/ 1524580 w 1525159"/>
                  <a:gd name="connsiteY8" fmla="*/ 1470303 h 1644610"/>
                  <a:gd name="connsiteX9" fmla="*/ 1456952 w 1525159"/>
                  <a:gd name="connsiteY9" fmla="*/ 1615083 h 1644610"/>
                  <a:gd name="connsiteX10" fmla="*/ 1365512 w 1525159"/>
                  <a:gd name="connsiteY10" fmla="*/ 1644610 h 1644610"/>
                  <a:gd name="connsiteX11" fmla="*/ 1249307 w 1525159"/>
                  <a:gd name="connsiteY11" fmla="*/ 4405 h 1644610"/>
                  <a:gd name="connsiteX12" fmla="*/ 1160725 w 1525159"/>
                  <a:gd name="connsiteY12" fmla="*/ 32980 h 1644610"/>
                  <a:gd name="connsiteX13" fmla="*/ 71065 w 1525159"/>
                  <a:gd name="connsiteY13" fmla="*/ 795933 h 1644610"/>
                  <a:gd name="connsiteX14" fmla="*/ 6295 w 1525159"/>
                  <a:gd name="connsiteY14" fmla="*/ 935950 h 1644610"/>
                  <a:gd name="connsiteX15" fmla="*/ 94877 w 1525159"/>
                  <a:gd name="connsiteY15" fmla="*/ 1062633 h 1644610"/>
                  <a:gd name="connsiteX16" fmla="*/ 1300742 w 1525159"/>
                  <a:gd name="connsiteY16" fmla="*/ 1624608 h 1644610"/>
                  <a:gd name="connsiteX17" fmla="*/ 1454095 w 1525159"/>
                  <a:gd name="connsiteY17" fmla="*/ 1611273 h 1644610"/>
                  <a:gd name="connsiteX18" fmla="*/ 1518865 w 1525159"/>
                  <a:gd name="connsiteY18" fmla="*/ 1471255 h 1644610"/>
                  <a:gd name="connsiteX19" fmla="*/ 1403612 w 1525159"/>
                  <a:gd name="connsiteY19" fmla="*/ 145375 h 1644610"/>
                  <a:gd name="connsiteX20" fmla="*/ 1315030 w 1525159"/>
                  <a:gd name="connsiteY20" fmla="*/ 18693 h 1644610"/>
                  <a:gd name="connsiteX21" fmla="*/ 1249307 w 1525159"/>
                  <a:gd name="connsiteY21" fmla="*/ 4405 h 1644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25159" h="1644610">
                    <a:moveTo>
                      <a:pt x="1365512" y="1644610"/>
                    </a:moveTo>
                    <a:cubicBezTo>
                      <a:pt x="1342652" y="1644610"/>
                      <a:pt x="1319792" y="1639848"/>
                      <a:pt x="1297885" y="1629370"/>
                    </a:cubicBezTo>
                    <a:lnTo>
                      <a:pt x="92020" y="1067395"/>
                    </a:lnTo>
                    <a:cubicBezTo>
                      <a:pt x="39632" y="1042630"/>
                      <a:pt x="5342" y="994053"/>
                      <a:pt x="580" y="936903"/>
                    </a:cubicBezTo>
                    <a:cubicBezTo>
                      <a:pt x="-4183" y="879753"/>
                      <a:pt x="20582" y="825460"/>
                      <a:pt x="68207" y="792123"/>
                    </a:cubicBezTo>
                    <a:lnTo>
                      <a:pt x="1157867" y="29170"/>
                    </a:lnTo>
                    <a:cubicBezTo>
                      <a:pt x="1205492" y="-4167"/>
                      <a:pt x="1264547" y="-8930"/>
                      <a:pt x="1316935" y="14883"/>
                    </a:cubicBezTo>
                    <a:cubicBezTo>
                      <a:pt x="1369322" y="39648"/>
                      <a:pt x="1403612" y="88225"/>
                      <a:pt x="1408375" y="145375"/>
                    </a:cubicBezTo>
                    <a:lnTo>
                      <a:pt x="1524580" y="1470303"/>
                    </a:lnTo>
                    <a:cubicBezTo>
                      <a:pt x="1529342" y="1527453"/>
                      <a:pt x="1504577" y="1581745"/>
                      <a:pt x="1456952" y="1615083"/>
                    </a:cubicBezTo>
                    <a:cubicBezTo>
                      <a:pt x="1429330" y="1634133"/>
                      <a:pt x="1397897" y="1644610"/>
                      <a:pt x="1365512" y="1644610"/>
                    </a:cubicBezTo>
                    <a:close/>
                    <a:moveTo>
                      <a:pt x="1249307" y="4405"/>
                    </a:moveTo>
                    <a:cubicBezTo>
                      <a:pt x="1218827" y="4405"/>
                      <a:pt x="1187395" y="13930"/>
                      <a:pt x="1160725" y="32980"/>
                    </a:cubicBezTo>
                    <a:lnTo>
                      <a:pt x="71065" y="795933"/>
                    </a:lnTo>
                    <a:cubicBezTo>
                      <a:pt x="25345" y="828318"/>
                      <a:pt x="580" y="880705"/>
                      <a:pt x="6295" y="935950"/>
                    </a:cubicBezTo>
                    <a:cubicBezTo>
                      <a:pt x="12010" y="991195"/>
                      <a:pt x="44395" y="1038820"/>
                      <a:pt x="94877" y="1062633"/>
                    </a:cubicBezTo>
                    <a:lnTo>
                      <a:pt x="1300742" y="1624608"/>
                    </a:lnTo>
                    <a:cubicBezTo>
                      <a:pt x="1351225" y="1648420"/>
                      <a:pt x="1408375" y="1642705"/>
                      <a:pt x="1454095" y="1611273"/>
                    </a:cubicBezTo>
                    <a:cubicBezTo>
                      <a:pt x="1499815" y="1578888"/>
                      <a:pt x="1524580" y="1527453"/>
                      <a:pt x="1518865" y="1471255"/>
                    </a:cubicBezTo>
                    <a:lnTo>
                      <a:pt x="1403612" y="145375"/>
                    </a:lnTo>
                    <a:cubicBezTo>
                      <a:pt x="1398850" y="90130"/>
                      <a:pt x="1365512" y="42505"/>
                      <a:pt x="1315030" y="18693"/>
                    </a:cubicBezTo>
                    <a:cubicBezTo>
                      <a:pt x="1294075" y="9168"/>
                      <a:pt x="1271215" y="4405"/>
                      <a:pt x="1249307" y="4405"/>
                    </a:cubicBezTo>
                    <a:close/>
                  </a:path>
                </a:pathLst>
              </a:custGeom>
              <a:grpFill/>
              <a:ln w="9525" cap="flat">
                <a:noFill/>
                <a:prstDash val="solid"/>
                <a:miter/>
              </a:ln>
            </p:spPr>
            <p:txBody>
              <a:bodyPr rtlCol="0" anchor="ctr"/>
              <a:lstStyle/>
              <a:p>
                <a:endParaRPr lang="en-US" sz="1730"/>
              </a:p>
            </p:txBody>
          </p:sp>
          <p:sp>
            <p:nvSpPr>
              <p:cNvPr id="67" name="Freeform: Shape 66">
                <a:extLst>
                  <a:ext uri="{FF2B5EF4-FFF2-40B4-BE49-F238E27FC236}">
                    <a16:creationId xmlns:a16="http://schemas.microsoft.com/office/drawing/2014/main" id="{1CB79995-5784-46B8-8607-92B5827FD726}"/>
                  </a:ext>
                </a:extLst>
              </p:cNvPr>
              <p:cNvSpPr/>
              <p:nvPr/>
            </p:nvSpPr>
            <p:spPr>
              <a:xfrm>
                <a:off x="5498775" y="2833512"/>
                <a:ext cx="1599894" cy="1610534"/>
              </a:xfrm>
              <a:custGeom>
                <a:avLst/>
                <a:gdLst>
                  <a:gd name="connsiteX0" fmla="*/ 1116654 w 1599894"/>
                  <a:gd name="connsiteY0" fmla="*/ 1610535 h 1610534"/>
                  <a:gd name="connsiteX1" fmla="*/ 1006164 w 1599894"/>
                  <a:gd name="connsiteY1" fmla="*/ 1565767 h 1610534"/>
                  <a:gd name="connsiteX2" fmla="*/ 48901 w 1599894"/>
                  <a:gd name="connsiteY2" fmla="*/ 641842 h 1610534"/>
                  <a:gd name="connsiteX3" fmla="*/ 5086 w 1599894"/>
                  <a:gd name="connsiteY3" fmla="*/ 488490 h 1610534"/>
                  <a:gd name="connsiteX4" fmla="*/ 116529 w 1599894"/>
                  <a:gd name="connsiteY4" fmla="*/ 373237 h 1610534"/>
                  <a:gd name="connsiteX5" fmla="*/ 1395736 w 1599894"/>
                  <a:gd name="connsiteY5" fmla="*/ 6525 h 1610534"/>
                  <a:gd name="connsiteX6" fmla="*/ 1550994 w 1599894"/>
                  <a:gd name="connsiteY6" fmla="*/ 45577 h 1610534"/>
                  <a:gd name="connsiteX7" fmla="*/ 1594809 w 1599894"/>
                  <a:gd name="connsiteY7" fmla="*/ 198930 h 1610534"/>
                  <a:gd name="connsiteX8" fmla="*/ 1271911 w 1599894"/>
                  <a:gd name="connsiteY8" fmla="*/ 1488615 h 1610534"/>
                  <a:gd name="connsiteX9" fmla="*/ 1160469 w 1599894"/>
                  <a:gd name="connsiteY9" fmla="*/ 1603867 h 1610534"/>
                  <a:gd name="connsiteX10" fmla="*/ 1116654 w 1599894"/>
                  <a:gd name="connsiteY10" fmla="*/ 1610535 h 1610534"/>
                  <a:gd name="connsiteX11" fmla="*/ 1439551 w 1599894"/>
                  <a:gd name="connsiteY11" fmla="*/ 4620 h 1610534"/>
                  <a:gd name="connsiteX12" fmla="*/ 1396689 w 1599894"/>
                  <a:gd name="connsiteY12" fmla="*/ 10335 h 1610534"/>
                  <a:gd name="connsiteX13" fmla="*/ 117481 w 1599894"/>
                  <a:gd name="connsiteY13" fmla="*/ 378000 h 1610534"/>
                  <a:gd name="connsiteX14" fmla="*/ 9849 w 1599894"/>
                  <a:gd name="connsiteY14" fmla="*/ 489442 h 1610534"/>
                  <a:gd name="connsiteX15" fmla="*/ 52711 w 1599894"/>
                  <a:gd name="connsiteY15" fmla="*/ 638033 h 1610534"/>
                  <a:gd name="connsiteX16" fmla="*/ 1009974 w 1599894"/>
                  <a:gd name="connsiteY16" fmla="*/ 1561958 h 1610534"/>
                  <a:gd name="connsiteX17" fmla="*/ 1159516 w 1599894"/>
                  <a:gd name="connsiteY17" fmla="*/ 1599105 h 1610534"/>
                  <a:gd name="connsiteX18" fmla="*/ 1267149 w 1599894"/>
                  <a:gd name="connsiteY18" fmla="*/ 1487663 h 1610534"/>
                  <a:gd name="connsiteX19" fmla="*/ 1589094 w 1599894"/>
                  <a:gd name="connsiteY19" fmla="*/ 197025 h 1610534"/>
                  <a:gd name="connsiteX20" fmla="*/ 1546231 w 1599894"/>
                  <a:gd name="connsiteY20" fmla="*/ 48435 h 1610534"/>
                  <a:gd name="connsiteX21" fmla="*/ 1439551 w 1599894"/>
                  <a:gd name="connsiteY21" fmla="*/ 4620 h 1610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99894" h="1610534">
                    <a:moveTo>
                      <a:pt x="1116654" y="1610535"/>
                    </a:moveTo>
                    <a:cubicBezTo>
                      <a:pt x="1075696" y="1610535"/>
                      <a:pt x="1036644" y="1595295"/>
                      <a:pt x="1006164" y="1565767"/>
                    </a:cubicBezTo>
                    <a:lnTo>
                      <a:pt x="48901" y="641842"/>
                    </a:lnTo>
                    <a:cubicBezTo>
                      <a:pt x="6991" y="601837"/>
                      <a:pt x="-9201" y="544687"/>
                      <a:pt x="5086" y="488490"/>
                    </a:cubicBezTo>
                    <a:cubicBezTo>
                      <a:pt x="19374" y="432292"/>
                      <a:pt x="60331" y="389430"/>
                      <a:pt x="116529" y="373237"/>
                    </a:cubicBezTo>
                    <a:lnTo>
                      <a:pt x="1395736" y="6525"/>
                    </a:lnTo>
                    <a:cubicBezTo>
                      <a:pt x="1450981" y="-9668"/>
                      <a:pt x="1509084" y="4620"/>
                      <a:pt x="1550994" y="45577"/>
                    </a:cubicBezTo>
                    <a:cubicBezTo>
                      <a:pt x="1592904" y="85582"/>
                      <a:pt x="1609096" y="142732"/>
                      <a:pt x="1594809" y="198930"/>
                    </a:cubicBezTo>
                    <a:lnTo>
                      <a:pt x="1271911" y="1488615"/>
                    </a:lnTo>
                    <a:cubicBezTo>
                      <a:pt x="1257624" y="1544813"/>
                      <a:pt x="1216666" y="1587675"/>
                      <a:pt x="1160469" y="1603867"/>
                    </a:cubicBezTo>
                    <a:cubicBezTo>
                      <a:pt x="1146181" y="1607678"/>
                      <a:pt x="1130941" y="1610535"/>
                      <a:pt x="1116654" y="1610535"/>
                    </a:cubicBezTo>
                    <a:close/>
                    <a:moveTo>
                      <a:pt x="1439551" y="4620"/>
                    </a:moveTo>
                    <a:cubicBezTo>
                      <a:pt x="1425264" y="4620"/>
                      <a:pt x="1410976" y="6525"/>
                      <a:pt x="1396689" y="10335"/>
                    </a:cubicBezTo>
                    <a:lnTo>
                      <a:pt x="117481" y="378000"/>
                    </a:lnTo>
                    <a:cubicBezTo>
                      <a:pt x="64141" y="393240"/>
                      <a:pt x="24136" y="435150"/>
                      <a:pt x="9849" y="489442"/>
                    </a:cubicBezTo>
                    <a:cubicBezTo>
                      <a:pt x="-3487" y="543735"/>
                      <a:pt x="12706" y="598980"/>
                      <a:pt x="52711" y="638033"/>
                    </a:cubicBezTo>
                    <a:lnTo>
                      <a:pt x="1009974" y="1561958"/>
                    </a:lnTo>
                    <a:cubicBezTo>
                      <a:pt x="1049979" y="1601010"/>
                      <a:pt x="1106176" y="1614345"/>
                      <a:pt x="1159516" y="1599105"/>
                    </a:cubicBezTo>
                    <a:cubicBezTo>
                      <a:pt x="1212856" y="1583865"/>
                      <a:pt x="1252861" y="1541955"/>
                      <a:pt x="1267149" y="1487663"/>
                    </a:cubicBezTo>
                    <a:lnTo>
                      <a:pt x="1589094" y="197025"/>
                    </a:lnTo>
                    <a:cubicBezTo>
                      <a:pt x="1602429" y="142732"/>
                      <a:pt x="1586236" y="87487"/>
                      <a:pt x="1546231" y="48435"/>
                    </a:cubicBezTo>
                    <a:cubicBezTo>
                      <a:pt x="1516704" y="19860"/>
                      <a:pt x="1478604" y="4620"/>
                      <a:pt x="1439551" y="4620"/>
                    </a:cubicBezTo>
                    <a:close/>
                  </a:path>
                </a:pathLst>
              </a:custGeom>
              <a:grpFill/>
              <a:ln w="9525" cap="flat">
                <a:noFill/>
                <a:prstDash val="solid"/>
                <a:miter/>
              </a:ln>
            </p:spPr>
            <p:txBody>
              <a:bodyPr rtlCol="0" anchor="ctr"/>
              <a:lstStyle/>
              <a:p>
                <a:endParaRPr lang="en-US" sz="1730"/>
              </a:p>
            </p:txBody>
          </p:sp>
          <p:sp>
            <p:nvSpPr>
              <p:cNvPr id="68" name="Freeform: Shape 67">
                <a:extLst>
                  <a:ext uri="{FF2B5EF4-FFF2-40B4-BE49-F238E27FC236}">
                    <a16:creationId xmlns:a16="http://schemas.microsoft.com/office/drawing/2014/main" id="{C2CD6B3F-A5CA-4C9E-A462-6CF2EE2A5719}"/>
                  </a:ext>
                </a:extLst>
              </p:cNvPr>
              <p:cNvSpPr/>
              <p:nvPr/>
            </p:nvSpPr>
            <p:spPr>
              <a:xfrm>
                <a:off x="5574695" y="3024613"/>
                <a:ext cx="1649985" cy="1506110"/>
              </a:xfrm>
              <a:custGeom>
                <a:avLst/>
                <a:gdLst>
                  <a:gd name="connsiteX0" fmla="*/ 764509 w 1649985"/>
                  <a:gd name="connsiteY0" fmla="*/ 1506111 h 1506110"/>
                  <a:gd name="connsiteX1" fmla="*/ 755937 w 1649985"/>
                  <a:gd name="connsiteY1" fmla="*/ 1506111 h 1506110"/>
                  <a:gd name="connsiteX2" fmla="*/ 621634 w 1649985"/>
                  <a:gd name="connsiteY2" fmla="*/ 1419433 h 1506110"/>
                  <a:gd name="connsiteX3" fmla="*/ 17749 w 1649985"/>
                  <a:gd name="connsiteY3" fmla="*/ 232618 h 1506110"/>
                  <a:gd name="connsiteX4" fmla="*/ 26322 w 1649985"/>
                  <a:gd name="connsiteY4" fmla="*/ 72598 h 1506110"/>
                  <a:gd name="connsiteX5" fmla="*/ 169197 w 1649985"/>
                  <a:gd name="connsiteY5" fmla="*/ 208 h 1506110"/>
                  <a:gd name="connsiteX6" fmla="*/ 1497934 w 1649985"/>
                  <a:gd name="connsiteY6" fmla="*/ 69741 h 1506110"/>
                  <a:gd name="connsiteX7" fmla="*/ 1632237 w 1649985"/>
                  <a:gd name="connsiteY7" fmla="*/ 156418 h 1506110"/>
                  <a:gd name="connsiteX8" fmla="*/ 1623664 w 1649985"/>
                  <a:gd name="connsiteY8" fmla="*/ 316438 h 1506110"/>
                  <a:gd name="connsiteX9" fmla="*/ 898812 w 1649985"/>
                  <a:gd name="connsiteY9" fmla="*/ 1431816 h 1506110"/>
                  <a:gd name="connsiteX10" fmla="*/ 764509 w 1649985"/>
                  <a:gd name="connsiteY10" fmla="*/ 1506111 h 1506110"/>
                  <a:gd name="connsiteX11" fmla="*/ 22512 w 1649985"/>
                  <a:gd name="connsiteY11" fmla="*/ 230713 h 1506110"/>
                  <a:gd name="connsiteX12" fmla="*/ 626397 w 1649985"/>
                  <a:gd name="connsiteY12" fmla="*/ 1415623 h 1506110"/>
                  <a:gd name="connsiteX13" fmla="*/ 755937 w 1649985"/>
                  <a:gd name="connsiteY13" fmla="*/ 1499443 h 1506110"/>
                  <a:gd name="connsiteX14" fmla="*/ 893097 w 1649985"/>
                  <a:gd name="connsiteY14" fmla="*/ 1428958 h 1506110"/>
                  <a:gd name="connsiteX15" fmla="*/ 1617949 w 1649985"/>
                  <a:gd name="connsiteY15" fmla="*/ 313581 h 1506110"/>
                  <a:gd name="connsiteX16" fmla="*/ 1625569 w 1649985"/>
                  <a:gd name="connsiteY16" fmla="*/ 159276 h 1506110"/>
                  <a:gd name="connsiteX17" fmla="*/ 1496029 w 1649985"/>
                  <a:gd name="connsiteY17" fmla="*/ 75456 h 1506110"/>
                  <a:gd name="connsiteX18" fmla="*/ 168244 w 1649985"/>
                  <a:gd name="connsiteY18" fmla="*/ 5923 h 1506110"/>
                  <a:gd name="connsiteX19" fmla="*/ 31084 w 1649985"/>
                  <a:gd name="connsiteY19" fmla="*/ 76408 h 1506110"/>
                  <a:gd name="connsiteX20" fmla="*/ 22512 w 1649985"/>
                  <a:gd name="connsiteY20" fmla="*/ 230713 h 15061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649985" h="1506110">
                    <a:moveTo>
                      <a:pt x="764509" y="1506111"/>
                    </a:moveTo>
                    <a:cubicBezTo>
                      <a:pt x="761652" y="1506111"/>
                      <a:pt x="758794" y="1506111"/>
                      <a:pt x="755937" y="1506111"/>
                    </a:cubicBezTo>
                    <a:cubicBezTo>
                      <a:pt x="697834" y="1503253"/>
                      <a:pt x="648304" y="1470868"/>
                      <a:pt x="621634" y="1419433"/>
                    </a:cubicBezTo>
                    <a:lnTo>
                      <a:pt x="17749" y="232618"/>
                    </a:lnTo>
                    <a:cubicBezTo>
                      <a:pt x="-8921" y="181183"/>
                      <a:pt x="-5111" y="121176"/>
                      <a:pt x="26322" y="72598"/>
                    </a:cubicBezTo>
                    <a:cubicBezTo>
                      <a:pt x="57754" y="24021"/>
                      <a:pt x="111094" y="-2649"/>
                      <a:pt x="169197" y="208"/>
                    </a:cubicBezTo>
                    <a:lnTo>
                      <a:pt x="1497934" y="69741"/>
                    </a:lnTo>
                    <a:cubicBezTo>
                      <a:pt x="1556037" y="72598"/>
                      <a:pt x="1605567" y="104983"/>
                      <a:pt x="1632237" y="156418"/>
                    </a:cubicBezTo>
                    <a:cubicBezTo>
                      <a:pt x="1658907" y="207853"/>
                      <a:pt x="1655097" y="267861"/>
                      <a:pt x="1623664" y="316438"/>
                    </a:cubicBezTo>
                    <a:lnTo>
                      <a:pt x="898812" y="1431816"/>
                    </a:lnTo>
                    <a:cubicBezTo>
                      <a:pt x="868332" y="1478488"/>
                      <a:pt x="818802" y="1506111"/>
                      <a:pt x="764509" y="1506111"/>
                    </a:cubicBezTo>
                    <a:close/>
                    <a:moveTo>
                      <a:pt x="22512" y="230713"/>
                    </a:moveTo>
                    <a:lnTo>
                      <a:pt x="626397" y="1415623"/>
                    </a:lnTo>
                    <a:cubicBezTo>
                      <a:pt x="652114" y="1465153"/>
                      <a:pt x="699739" y="1496586"/>
                      <a:pt x="755937" y="1499443"/>
                    </a:cubicBezTo>
                    <a:cubicBezTo>
                      <a:pt x="812134" y="1502301"/>
                      <a:pt x="862617" y="1476583"/>
                      <a:pt x="893097" y="1428958"/>
                    </a:cubicBezTo>
                    <a:lnTo>
                      <a:pt x="1617949" y="313581"/>
                    </a:lnTo>
                    <a:cubicBezTo>
                      <a:pt x="1648429" y="266908"/>
                      <a:pt x="1651287" y="208806"/>
                      <a:pt x="1625569" y="159276"/>
                    </a:cubicBezTo>
                    <a:cubicBezTo>
                      <a:pt x="1599852" y="109746"/>
                      <a:pt x="1552227" y="78313"/>
                      <a:pt x="1496029" y="75456"/>
                    </a:cubicBezTo>
                    <a:lnTo>
                      <a:pt x="168244" y="5923"/>
                    </a:lnTo>
                    <a:cubicBezTo>
                      <a:pt x="112999" y="3066"/>
                      <a:pt x="61564" y="28783"/>
                      <a:pt x="31084" y="76408"/>
                    </a:cubicBezTo>
                    <a:cubicBezTo>
                      <a:pt x="604" y="123081"/>
                      <a:pt x="-3206" y="181183"/>
                      <a:pt x="22512" y="230713"/>
                    </a:cubicBezTo>
                    <a:close/>
                  </a:path>
                </a:pathLst>
              </a:custGeom>
              <a:grpFill/>
              <a:ln w="9525" cap="flat">
                <a:noFill/>
                <a:prstDash val="solid"/>
                <a:miter/>
              </a:ln>
            </p:spPr>
            <p:txBody>
              <a:bodyPr rtlCol="0" anchor="ctr"/>
              <a:lstStyle/>
              <a:p>
                <a:endParaRPr lang="en-US" sz="1730"/>
              </a:p>
            </p:txBody>
          </p:sp>
          <p:sp>
            <p:nvSpPr>
              <p:cNvPr id="69" name="Freeform: Shape 68">
                <a:extLst>
                  <a:ext uri="{FF2B5EF4-FFF2-40B4-BE49-F238E27FC236}">
                    <a16:creationId xmlns:a16="http://schemas.microsoft.com/office/drawing/2014/main" id="{078CAE18-6328-4577-A1E2-68D4E723AA5D}"/>
                  </a:ext>
                </a:extLst>
              </p:cNvPr>
              <p:cNvSpPr/>
              <p:nvPr/>
            </p:nvSpPr>
            <p:spPr>
              <a:xfrm>
                <a:off x="5703352" y="2884241"/>
                <a:ext cx="1552692" cy="1637910"/>
              </a:xfrm>
              <a:custGeom>
                <a:avLst/>
                <a:gdLst>
                  <a:gd name="connsiteX0" fmla="*/ 345340 w 1552692"/>
                  <a:gd name="connsiteY0" fmla="*/ 1637910 h 1637910"/>
                  <a:gd name="connsiteX1" fmla="*/ 285332 w 1552692"/>
                  <a:gd name="connsiteY1" fmla="*/ 1626480 h 1637910"/>
                  <a:gd name="connsiteX2" fmla="*/ 187225 w 1552692"/>
                  <a:gd name="connsiteY2" fmla="*/ 1500750 h 1637910"/>
                  <a:gd name="connsiteX3" fmla="*/ 1487 w 1552692"/>
                  <a:gd name="connsiteY3" fmla="*/ 182490 h 1637910"/>
                  <a:gd name="connsiteX4" fmla="*/ 61495 w 1552692"/>
                  <a:gd name="connsiteY4" fmla="*/ 33900 h 1637910"/>
                  <a:gd name="connsiteX5" fmla="*/ 219610 w 1552692"/>
                  <a:gd name="connsiteY5" fmla="*/ 11993 h 1637910"/>
                  <a:gd name="connsiteX6" fmla="*/ 1453097 w 1552692"/>
                  <a:gd name="connsiteY6" fmla="*/ 510150 h 1637910"/>
                  <a:gd name="connsiteX7" fmla="*/ 1551205 w 1552692"/>
                  <a:gd name="connsiteY7" fmla="*/ 635880 h 1637910"/>
                  <a:gd name="connsiteX8" fmla="*/ 1491197 w 1552692"/>
                  <a:gd name="connsiteY8" fmla="*/ 784470 h 1637910"/>
                  <a:gd name="connsiteX9" fmla="*/ 442495 w 1552692"/>
                  <a:gd name="connsiteY9" fmla="*/ 1603620 h 1637910"/>
                  <a:gd name="connsiteX10" fmla="*/ 345340 w 1552692"/>
                  <a:gd name="connsiteY10" fmla="*/ 1637910 h 1637910"/>
                  <a:gd name="connsiteX11" fmla="*/ 7202 w 1552692"/>
                  <a:gd name="connsiteY11" fmla="*/ 182490 h 1637910"/>
                  <a:gd name="connsiteX12" fmla="*/ 191987 w 1552692"/>
                  <a:gd name="connsiteY12" fmla="*/ 1499798 h 1637910"/>
                  <a:gd name="connsiteX13" fmla="*/ 287237 w 1552692"/>
                  <a:gd name="connsiteY13" fmla="*/ 1621718 h 1637910"/>
                  <a:gd name="connsiteX14" fmla="*/ 439637 w 1552692"/>
                  <a:gd name="connsiteY14" fmla="*/ 1599810 h 1637910"/>
                  <a:gd name="connsiteX15" fmla="*/ 1488340 w 1552692"/>
                  <a:gd name="connsiteY15" fmla="*/ 780660 h 1637910"/>
                  <a:gd name="connsiteX16" fmla="*/ 1546442 w 1552692"/>
                  <a:gd name="connsiteY16" fmla="*/ 637785 h 1637910"/>
                  <a:gd name="connsiteX17" fmla="*/ 1451192 w 1552692"/>
                  <a:gd name="connsiteY17" fmla="*/ 515865 h 1637910"/>
                  <a:gd name="connsiteX18" fmla="*/ 217705 w 1552692"/>
                  <a:gd name="connsiteY18" fmla="*/ 17708 h 1637910"/>
                  <a:gd name="connsiteX19" fmla="*/ 65305 w 1552692"/>
                  <a:gd name="connsiteY19" fmla="*/ 39615 h 1637910"/>
                  <a:gd name="connsiteX20" fmla="*/ 7202 w 1552692"/>
                  <a:gd name="connsiteY20" fmla="*/ 182490 h 1637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552692" h="1637910">
                    <a:moveTo>
                      <a:pt x="345340" y="1637910"/>
                    </a:moveTo>
                    <a:cubicBezTo>
                      <a:pt x="325337" y="1637910"/>
                      <a:pt x="304382" y="1634100"/>
                      <a:pt x="285332" y="1626480"/>
                    </a:cubicBezTo>
                    <a:cubicBezTo>
                      <a:pt x="231992" y="1604573"/>
                      <a:pt x="194845" y="1557900"/>
                      <a:pt x="187225" y="1500750"/>
                    </a:cubicBezTo>
                    <a:lnTo>
                      <a:pt x="1487" y="182490"/>
                    </a:lnTo>
                    <a:cubicBezTo>
                      <a:pt x="-6133" y="125340"/>
                      <a:pt x="15775" y="70095"/>
                      <a:pt x="61495" y="33900"/>
                    </a:cubicBezTo>
                    <a:cubicBezTo>
                      <a:pt x="107215" y="-1342"/>
                      <a:pt x="166270" y="-9915"/>
                      <a:pt x="219610" y="11993"/>
                    </a:cubicBezTo>
                    <a:lnTo>
                      <a:pt x="1453097" y="510150"/>
                    </a:lnTo>
                    <a:cubicBezTo>
                      <a:pt x="1506437" y="532058"/>
                      <a:pt x="1543585" y="578730"/>
                      <a:pt x="1551205" y="635880"/>
                    </a:cubicBezTo>
                    <a:cubicBezTo>
                      <a:pt x="1558825" y="693030"/>
                      <a:pt x="1536917" y="748275"/>
                      <a:pt x="1491197" y="784470"/>
                    </a:cubicBezTo>
                    <a:lnTo>
                      <a:pt x="442495" y="1603620"/>
                    </a:lnTo>
                    <a:cubicBezTo>
                      <a:pt x="414872" y="1626480"/>
                      <a:pt x="380582" y="1637910"/>
                      <a:pt x="345340" y="1637910"/>
                    </a:cubicBezTo>
                    <a:close/>
                    <a:moveTo>
                      <a:pt x="7202" y="182490"/>
                    </a:moveTo>
                    <a:lnTo>
                      <a:pt x="191987" y="1499798"/>
                    </a:lnTo>
                    <a:cubicBezTo>
                      <a:pt x="199607" y="1555043"/>
                      <a:pt x="234850" y="1600763"/>
                      <a:pt x="287237" y="1621718"/>
                    </a:cubicBezTo>
                    <a:cubicBezTo>
                      <a:pt x="338672" y="1642673"/>
                      <a:pt x="395822" y="1635053"/>
                      <a:pt x="439637" y="1599810"/>
                    </a:cubicBezTo>
                    <a:lnTo>
                      <a:pt x="1488340" y="780660"/>
                    </a:lnTo>
                    <a:cubicBezTo>
                      <a:pt x="1532155" y="746370"/>
                      <a:pt x="1554062" y="693030"/>
                      <a:pt x="1546442" y="637785"/>
                    </a:cubicBezTo>
                    <a:cubicBezTo>
                      <a:pt x="1538822" y="582540"/>
                      <a:pt x="1503580" y="536820"/>
                      <a:pt x="1451192" y="515865"/>
                    </a:cubicBezTo>
                    <a:lnTo>
                      <a:pt x="217705" y="17708"/>
                    </a:lnTo>
                    <a:cubicBezTo>
                      <a:pt x="166270" y="-3247"/>
                      <a:pt x="109120" y="4373"/>
                      <a:pt x="65305" y="39615"/>
                    </a:cubicBezTo>
                    <a:cubicBezTo>
                      <a:pt x="20537" y="72953"/>
                      <a:pt x="-418" y="127245"/>
                      <a:pt x="7202" y="182490"/>
                    </a:cubicBezTo>
                    <a:close/>
                  </a:path>
                </a:pathLst>
              </a:custGeom>
              <a:grpFill/>
              <a:ln w="9525" cap="flat">
                <a:noFill/>
                <a:prstDash val="solid"/>
                <a:miter/>
              </a:ln>
            </p:spPr>
            <p:txBody>
              <a:bodyPr rtlCol="0" anchor="ctr"/>
              <a:lstStyle/>
              <a:p>
                <a:endParaRPr lang="en-US" sz="1730"/>
              </a:p>
            </p:txBody>
          </p:sp>
          <p:sp>
            <p:nvSpPr>
              <p:cNvPr id="70" name="Freeform: Shape 69">
                <a:extLst>
                  <a:ext uri="{FF2B5EF4-FFF2-40B4-BE49-F238E27FC236}">
                    <a16:creationId xmlns:a16="http://schemas.microsoft.com/office/drawing/2014/main" id="{EBA2E409-2F87-44E1-BDE0-C3F0C5F0EE68}"/>
                  </a:ext>
                </a:extLst>
              </p:cNvPr>
              <p:cNvSpPr/>
              <p:nvPr/>
            </p:nvSpPr>
            <p:spPr>
              <a:xfrm>
                <a:off x="5617251" y="2793839"/>
                <a:ext cx="1577256" cy="1626394"/>
              </a:xfrm>
              <a:custGeom>
                <a:avLst/>
                <a:gdLst>
                  <a:gd name="connsiteX0" fmla="*/ 159026 w 1577256"/>
                  <a:gd name="connsiteY0" fmla="*/ 1626395 h 1626394"/>
                  <a:gd name="connsiteX1" fmla="*/ 55203 w 1577256"/>
                  <a:gd name="connsiteY1" fmla="*/ 1587342 h 1626394"/>
                  <a:gd name="connsiteX2" fmla="*/ 2816 w 1577256"/>
                  <a:gd name="connsiteY2" fmla="*/ 1435895 h 1626394"/>
                  <a:gd name="connsiteX3" fmla="*/ 256181 w 1577256"/>
                  <a:gd name="connsiteY3" fmla="*/ 130017 h 1626394"/>
                  <a:gd name="connsiteX4" fmla="*/ 360956 w 1577256"/>
                  <a:gd name="connsiteY4" fmla="*/ 9050 h 1626394"/>
                  <a:gd name="connsiteX5" fmla="*/ 518118 w 1577256"/>
                  <a:gd name="connsiteY5" fmla="*/ 39530 h 1626394"/>
                  <a:gd name="connsiteX6" fmla="*/ 1522053 w 1577256"/>
                  <a:gd name="connsiteY6" fmla="*/ 912019 h 1626394"/>
                  <a:gd name="connsiteX7" fmla="*/ 1574441 w 1577256"/>
                  <a:gd name="connsiteY7" fmla="*/ 1063467 h 1626394"/>
                  <a:gd name="connsiteX8" fmla="*/ 1469666 w 1577256"/>
                  <a:gd name="connsiteY8" fmla="*/ 1184435 h 1626394"/>
                  <a:gd name="connsiteX9" fmla="*/ 211413 w 1577256"/>
                  <a:gd name="connsiteY9" fmla="*/ 1616870 h 1626394"/>
                  <a:gd name="connsiteX10" fmla="*/ 159026 w 1577256"/>
                  <a:gd name="connsiteY10" fmla="*/ 1626395 h 1626394"/>
                  <a:gd name="connsiteX11" fmla="*/ 259038 w 1577256"/>
                  <a:gd name="connsiteY11" fmla="*/ 130017 h 1626394"/>
                  <a:gd name="connsiteX12" fmla="*/ 261896 w 1577256"/>
                  <a:gd name="connsiteY12" fmla="*/ 130970 h 1626394"/>
                  <a:gd name="connsiteX13" fmla="*/ 7578 w 1577256"/>
                  <a:gd name="connsiteY13" fmla="*/ 1436847 h 1626394"/>
                  <a:gd name="connsiteX14" fmla="*/ 58061 w 1577256"/>
                  <a:gd name="connsiteY14" fmla="*/ 1582580 h 1626394"/>
                  <a:gd name="connsiteX15" fmla="*/ 209508 w 1577256"/>
                  <a:gd name="connsiteY15" fmla="*/ 1612107 h 1626394"/>
                  <a:gd name="connsiteX16" fmla="*/ 1467761 w 1577256"/>
                  <a:gd name="connsiteY16" fmla="*/ 1178720 h 1626394"/>
                  <a:gd name="connsiteX17" fmla="*/ 1568726 w 1577256"/>
                  <a:gd name="connsiteY17" fmla="*/ 1062515 h 1626394"/>
                  <a:gd name="connsiteX18" fmla="*/ 1518243 w 1577256"/>
                  <a:gd name="connsiteY18" fmla="*/ 916782 h 1626394"/>
                  <a:gd name="connsiteX19" fmla="*/ 514308 w 1577256"/>
                  <a:gd name="connsiteY19" fmla="*/ 43340 h 1626394"/>
                  <a:gd name="connsiteX20" fmla="*/ 362861 w 1577256"/>
                  <a:gd name="connsiteY20" fmla="*/ 13812 h 1626394"/>
                  <a:gd name="connsiteX21" fmla="*/ 261896 w 1577256"/>
                  <a:gd name="connsiteY21" fmla="*/ 130017 h 1626394"/>
                  <a:gd name="connsiteX22" fmla="*/ 259038 w 1577256"/>
                  <a:gd name="connsiteY22" fmla="*/ 130017 h 1626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577256" h="1626394">
                    <a:moveTo>
                      <a:pt x="159026" y="1626395"/>
                    </a:moveTo>
                    <a:cubicBezTo>
                      <a:pt x="120926" y="1626395"/>
                      <a:pt x="84731" y="1613060"/>
                      <a:pt x="55203" y="1587342"/>
                    </a:cubicBezTo>
                    <a:cubicBezTo>
                      <a:pt x="11388" y="1549242"/>
                      <a:pt x="-7662" y="1493045"/>
                      <a:pt x="2816" y="1435895"/>
                    </a:cubicBezTo>
                    <a:lnTo>
                      <a:pt x="256181" y="130017"/>
                    </a:lnTo>
                    <a:cubicBezTo>
                      <a:pt x="267611" y="72867"/>
                      <a:pt x="306663" y="28100"/>
                      <a:pt x="360956" y="9050"/>
                    </a:cubicBezTo>
                    <a:cubicBezTo>
                      <a:pt x="415248" y="-10000"/>
                      <a:pt x="474303" y="1430"/>
                      <a:pt x="518118" y="39530"/>
                    </a:cubicBezTo>
                    <a:lnTo>
                      <a:pt x="1522053" y="912019"/>
                    </a:lnTo>
                    <a:cubicBezTo>
                      <a:pt x="1565868" y="950119"/>
                      <a:pt x="1584918" y="1006317"/>
                      <a:pt x="1574441" y="1063467"/>
                    </a:cubicBezTo>
                    <a:cubicBezTo>
                      <a:pt x="1563011" y="1120617"/>
                      <a:pt x="1523958" y="1165385"/>
                      <a:pt x="1469666" y="1184435"/>
                    </a:cubicBezTo>
                    <a:lnTo>
                      <a:pt x="211413" y="1616870"/>
                    </a:lnTo>
                    <a:cubicBezTo>
                      <a:pt x="194268" y="1623537"/>
                      <a:pt x="176171" y="1626395"/>
                      <a:pt x="159026" y="1626395"/>
                    </a:cubicBezTo>
                    <a:close/>
                    <a:moveTo>
                      <a:pt x="259038" y="130017"/>
                    </a:moveTo>
                    <a:lnTo>
                      <a:pt x="261896" y="130970"/>
                    </a:lnTo>
                    <a:lnTo>
                      <a:pt x="7578" y="1436847"/>
                    </a:lnTo>
                    <a:cubicBezTo>
                      <a:pt x="-2899" y="1492092"/>
                      <a:pt x="16151" y="1546385"/>
                      <a:pt x="58061" y="1582580"/>
                    </a:cubicBezTo>
                    <a:cubicBezTo>
                      <a:pt x="99971" y="1618775"/>
                      <a:pt x="157121" y="1630205"/>
                      <a:pt x="209508" y="1612107"/>
                    </a:cubicBezTo>
                    <a:lnTo>
                      <a:pt x="1467761" y="1178720"/>
                    </a:lnTo>
                    <a:cubicBezTo>
                      <a:pt x="1520148" y="1160622"/>
                      <a:pt x="1558248" y="1116807"/>
                      <a:pt x="1568726" y="1062515"/>
                    </a:cubicBezTo>
                    <a:cubicBezTo>
                      <a:pt x="1579203" y="1007269"/>
                      <a:pt x="1560153" y="952977"/>
                      <a:pt x="1518243" y="916782"/>
                    </a:cubicBezTo>
                    <a:lnTo>
                      <a:pt x="514308" y="43340"/>
                    </a:lnTo>
                    <a:cubicBezTo>
                      <a:pt x="472398" y="7145"/>
                      <a:pt x="415248" y="-4285"/>
                      <a:pt x="362861" y="13812"/>
                    </a:cubicBezTo>
                    <a:cubicBezTo>
                      <a:pt x="310473" y="31910"/>
                      <a:pt x="272373" y="75725"/>
                      <a:pt x="261896" y="130017"/>
                    </a:cubicBezTo>
                    <a:lnTo>
                      <a:pt x="259038" y="130017"/>
                    </a:lnTo>
                    <a:close/>
                  </a:path>
                </a:pathLst>
              </a:custGeom>
              <a:grpFill/>
              <a:ln w="9525" cap="flat">
                <a:noFill/>
                <a:prstDash val="solid"/>
                <a:miter/>
              </a:ln>
            </p:spPr>
            <p:txBody>
              <a:bodyPr rtlCol="0" anchor="ctr"/>
              <a:lstStyle/>
              <a:p>
                <a:endParaRPr lang="en-US" sz="1730"/>
              </a:p>
            </p:txBody>
          </p:sp>
          <p:sp>
            <p:nvSpPr>
              <p:cNvPr id="71" name="Freeform: Shape 70">
                <a:extLst>
                  <a:ext uri="{FF2B5EF4-FFF2-40B4-BE49-F238E27FC236}">
                    <a16:creationId xmlns:a16="http://schemas.microsoft.com/office/drawing/2014/main" id="{4B3569C1-CDDE-4300-A777-F5A88095235D}"/>
                  </a:ext>
                </a:extLst>
              </p:cNvPr>
              <p:cNvSpPr/>
              <p:nvPr/>
            </p:nvSpPr>
            <p:spPr>
              <a:xfrm>
                <a:off x="5392895" y="2761931"/>
                <a:ext cx="1648777" cy="1472564"/>
              </a:xfrm>
              <a:custGeom>
                <a:avLst/>
                <a:gdLst>
                  <a:gd name="connsiteX0" fmla="*/ 1490186 w 1648777"/>
                  <a:gd name="connsiteY0" fmla="*/ 1472565 h 1472564"/>
                  <a:gd name="connsiteX1" fmla="*/ 159544 w 1648777"/>
                  <a:gd name="connsiteY1" fmla="*/ 1472565 h 1472564"/>
                  <a:gd name="connsiteX2" fmla="*/ 21431 w 1648777"/>
                  <a:gd name="connsiteY2" fmla="*/ 1392555 h 1472564"/>
                  <a:gd name="connsiteX3" fmla="*/ 21431 w 1648777"/>
                  <a:gd name="connsiteY3" fmla="*/ 1232535 h 1472564"/>
                  <a:gd name="connsiteX4" fmla="*/ 686276 w 1648777"/>
                  <a:gd name="connsiteY4" fmla="*/ 80010 h 1472564"/>
                  <a:gd name="connsiteX5" fmla="*/ 824389 w 1648777"/>
                  <a:gd name="connsiteY5" fmla="*/ 0 h 1472564"/>
                  <a:gd name="connsiteX6" fmla="*/ 824389 w 1648777"/>
                  <a:gd name="connsiteY6" fmla="*/ 0 h 1472564"/>
                  <a:gd name="connsiteX7" fmla="*/ 962501 w 1648777"/>
                  <a:gd name="connsiteY7" fmla="*/ 80010 h 1472564"/>
                  <a:gd name="connsiteX8" fmla="*/ 1627346 w 1648777"/>
                  <a:gd name="connsiteY8" fmla="*/ 1232535 h 1472564"/>
                  <a:gd name="connsiteX9" fmla="*/ 1627346 w 1648777"/>
                  <a:gd name="connsiteY9" fmla="*/ 1392555 h 1472564"/>
                  <a:gd name="connsiteX10" fmla="*/ 1490186 w 1648777"/>
                  <a:gd name="connsiteY10" fmla="*/ 1472565 h 1472564"/>
                  <a:gd name="connsiteX11" fmla="*/ 691039 w 1648777"/>
                  <a:gd name="connsiteY11" fmla="*/ 83820 h 1472564"/>
                  <a:gd name="connsiteX12" fmla="*/ 26194 w 1648777"/>
                  <a:gd name="connsiteY12" fmla="*/ 1236345 h 1472564"/>
                  <a:gd name="connsiteX13" fmla="*/ 26194 w 1648777"/>
                  <a:gd name="connsiteY13" fmla="*/ 1390650 h 1472564"/>
                  <a:gd name="connsiteX14" fmla="*/ 159544 w 1648777"/>
                  <a:gd name="connsiteY14" fmla="*/ 1467803 h 1472564"/>
                  <a:gd name="connsiteX15" fmla="*/ 1490186 w 1648777"/>
                  <a:gd name="connsiteY15" fmla="*/ 1467803 h 1472564"/>
                  <a:gd name="connsiteX16" fmla="*/ 1623536 w 1648777"/>
                  <a:gd name="connsiteY16" fmla="*/ 1390650 h 1472564"/>
                  <a:gd name="connsiteX17" fmla="*/ 1623536 w 1648777"/>
                  <a:gd name="connsiteY17" fmla="*/ 1236345 h 1472564"/>
                  <a:gd name="connsiteX18" fmla="*/ 958691 w 1648777"/>
                  <a:gd name="connsiteY18" fmla="*/ 83820 h 1472564"/>
                  <a:gd name="connsiteX19" fmla="*/ 825341 w 1648777"/>
                  <a:gd name="connsiteY19" fmla="*/ 6668 h 1472564"/>
                  <a:gd name="connsiteX20" fmla="*/ 691039 w 1648777"/>
                  <a:gd name="connsiteY20" fmla="*/ 83820 h 1472564"/>
                  <a:gd name="connsiteX21" fmla="*/ 691039 w 1648777"/>
                  <a:gd name="connsiteY21" fmla="*/ 83820 h 14725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8777" h="1472564">
                    <a:moveTo>
                      <a:pt x="1490186" y="1472565"/>
                    </a:moveTo>
                    <a:lnTo>
                      <a:pt x="159544" y="1472565"/>
                    </a:lnTo>
                    <a:cubicBezTo>
                      <a:pt x="101441" y="1472565"/>
                      <a:pt x="50006" y="1443038"/>
                      <a:pt x="21431" y="1392555"/>
                    </a:cubicBezTo>
                    <a:cubicBezTo>
                      <a:pt x="-7144" y="1342073"/>
                      <a:pt x="-7144" y="1283018"/>
                      <a:pt x="21431" y="1232535"/>
                    </a:cubicBezTo>
                    <a:lnTo>
                      <a:pt x="686276" y="80010"/>
                    </a:lnTo>
                    <a:cubicBezTo>
                      <a:pt x="714851" y="29528"/>
                      <a:pt x="767239" y="0"/>
                      <a:pt x="824389" y="0"/>
                    </a:cubicBezTo>
                    <a:cubicBezTo>
                      <a:pt x="824389" y="0"/>
                      <a:pt x="824389" y="0"/>
                      <a:pt x="824389" y="0"/>
                    </a:cubicBezTo>
                    <a:cubicBezTo>
                      <a:pt x="882491" y="0"/>
                      <a:pt x="933926" y="29528"/>
                      <a:pt x="962501" y="80010"/>
                    </a:cubicBezTo>
                    <a:lnTo>
                      <a:pt x="1627346" y="1232535"/>
                    </a:lnTo>
                    <a:cubicBezTo>
                      <a:pt x="1655921" y="1283018"/>
                      <a:pt x="1655921" y="1342073"/>
                      <a:pt x="1627346" y="1392555"/>
                    </a:cubicBezTo>
                    <a:cubicBezTo>
                      <a:pt x="1599724" y="1443038"/>
                      <a:pt x="1548289" y="1472565"/>
                      <a:pt x="1490186" y="1472565"/>
                    </a:cubicBezTo>
                    <a:close/>
                    <a:moveTo>
                      <a:pt x="691039" y="83820"/>
                    </a:moveTo>
                    <a:lnTo>
                      <a:pt x="26194" y="1236345"/>
                    </a:lnTo>
                    <a:cubicBezTo>
                      <a:pt x="-1429" y="1284923"/>
                      <a:pt x="-1429" y="1342073"/>
                      <a:pt x="26194" y="1390650"/>
                    </a:cubicBezTo>
                    <a:cubicBezTo>
                      <a:pt x="53816" y="1439228"/>
                      <a:pt x="104299" y="1467803"/>
                      <a:pt x="159544" y="1467803"/>
                    </a:cubicBezTo>
                    <a:lnTo>
                      <a:pt x="1490186" y="1467803"/>
                    </a:lnTo>
                    <a:cubicBezTo>
                      <a:pt x="1546384" y="1467803"/>
                      <a:pt x="1595914" y="1439228"/>
                      <a:pt x="1623536" y="1390650"/>
                    </a:cubicBezTo>
                    <a:cubicBezTo>
                      <a:pt x="1651159" y="1342073"/>
                      <a:pt x="1651159" y="1284923"/>
                      <a:pt x="1623536" y="1236345"/>
                    </a:cubicBezTo>
                    <a:lnTo>
                      <a:pt x="958691" y="83820"/>
                    </a:lnTo>
                    <a:cubicBezTo>
                      <a:pt x="931069" y="35243"/>
                      <a:pt x="880586" y="6668"/>
                      <a:pt x="825341" y="6668"/>
                    </a:cubicBezTo>
                    <a:cubicBezTo>
                      <a:pt x="769144" y="6668"/>
                      <a:pt x="719614" y="35243"/>
                      <a:pt x="691039" y="83820"/>
                    </a:cubicBezTo>
                    <a:lnTo>
                      <a:pt x="691039" y="83820"/>
                    </a:lnTo>
                    <a:close/>
                  </a:path>
                </a:pathLst>
              </a:custGeom>
              <a:grpFill/>
              <a:ln w="9525" cap="flat">
                <a:noFill/>
                <a:prstDash val="solid"/>
                <a:miter/>
              </a:ln>
            </p:spPr>
            <p:txBody>
              <a:bodyPr rtlCol="0" anchor="ctr"/>
              <a:lstStyle/>
              <a:p>
                <a:endParaRPr lang="en-US" sz="1730"/>
              </a:p>
            </p:txBody>
          </p:sp>
        </p:grpSp>
        <p:sp>
          <p:nvSpPr>
            <p:cNvPr id="39" name="Oval 38">
              <a:extLst>
                <a:ext uri="{FF2B5EF4-FFF2-40B4-BE49-F238E27FC236}">
                  <a16:creationId xmlns:a16="http://schemas.microsoft.com/office/drawing/2014/main" id="{9AE111FB-FF99-4626-BF15-A4F33CA3E1B5}"/>
                </a:ext>
              </a:extLst>
            </p:cNvPr>
            <p:cNvSpPr/>
            <p:nvPr userDrawn="1"/>
          </p:nvSpPr>
          <p:spPr bwMode="auto">
            <a:xfrm>
              <a:off x="7282905" y="3548967"/>
              <a:ext cx="124272" cy="124290"/>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err="1">
                <a:gradFill>
                  <a:gsLst>
                    <a:gs pos="0">
                      <a:srgbClr val="FFFFFF"/>
                    </a:gs>
                    <a:gs pos="100000">
                      <a:srgbClr val="FFFFFF"/>
                    </a:gs>
                  </a:gsLst>
                  <a:lin ang="5400000" scaled="0"/>
                </a:gradFill>
                <a:ea typeface="Segoe UI" pitchFamily="34" charset="0"/>
                <a:cs typeface="Segoe UI" pitchFamily="34" charset="0"/>
              </a:endParaRPr>
            </a:p>
          </p:txBody>
        </p:sp>
        <p:sp>
          <p:nvSpPr>
            <p:cNvPr id="40" name="Oval 39">
              <a:extLst>
                <a:ext uri="{FF2B5EF4-FFF2-40B4-BE49-F238E27FC236}">
                  <a16:creationId xmlns:a16="http://schemas.microsoft.com/office/drawing/2014/main" id="{EEBF4D1F-7718-4CBE-B978-16FFCC2E3239}"/>
                </a:ext>
              </a:extLst>
            </p:cNvPr>
            <p:cNvSpPr/>
            <p:nvPr userDrawn="1"/>
          </p:nvSpPr>
          <p:spPr bwMode="auto">
            <a:xfrm>
              <a:off x="10896617" y="2909240"/>
              <a:ext cx="124272" cy="124290"/>
            </a:xfrm>
            <a:prstGeom prst="ellipse">
              <a:avLst/>
            </a:prstGeom>
            <a:solidFill>
              <a:schemeClr val="accent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err="1">
                <a:gradFill>
                  <a:gsLst>
                    <a:gs pos="0">
                      <a:srgbClr val="FFFFFF"/>
                    </a:gs>
                    <a:gs pos="100000">
                      <a:srgbClr val="FFFFFF"/>
                    </a:gs>
                  </a:gsLst>
                  <a:lin ang="5400000" scaled="0"/>
                </a:gradFill>
                <a:ea typeface="Segoe UI" pitchFamily="34" charset="0"/>
                <a:cs typeface="Segoe UI" pitchFamily="34" charset="0"/>
              </a:endParaRPr>
            </a:p>
          </p:txBody>
        </p:sp>
        <p:sp>
          <p:nvSpPr>
            <p:cNvPr id="41" name="Oval 40">
              <a:extLst>
                <a:ext uri="{FF2B5EF4-FFF2-40B4-BE49-F238E27FC236}">
                  <a16:creationId xmlns:a16="http://schemas.microsoft.com/office/drawing/2014/main" id="{59426D11-A3B4-4FDE-8641-D925588DAB39}"/>
                </a:ext>
              </a:extLst>
            </p:cNvPr>
            <p:cNvSpPr/>
            <p:nvPr userDrawn="1"/>
          </p:nvSpPr>
          <p:spPr bwMode="auto">
            <a:xfrm>
              <a:off x="9437993" y="5187887"/>
              <a:ext cx="124272" cy="124290"/>
            </a:xfrm>
            <a:prstGeom prst="ellipse">
              <a:avLst/>
            </a:prstGeom>
            <a:solidFill>
              <a:schemeClr val="accent5">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err="1">
                <a:gradFill>
                  <a:gsLst>
                    <a:gs pos="0">
                      <a:srgbClr val="FFFFFF"/>
                    </a:gs>
                    <a:gs pos="100000">
                      <a:srgbClr val="FFFFFF"/>
                    </a:gs>
                  </a:gsLst>
                  <a:lin ang="5400000" scaled="0"/>
                </a:gradFill>
                <a:ea typeface="Segoe UI" pitchFamily="34" charset="0"/>
                <a:cs typeface="Segoe UI" pitchFamily="34" charset="0"/>
              </a:endParaRPr>
            </a:p>
          </p:txBody>
        </p:sp>
        <p:sp>
          <p:nvSpPr>
            <p:cNvPr id="42" name="Oval 41">
              <a:extLst>
                <a:ext uri="{FF2B5EF4-FFF2-40B4-BE49-F238E27FC236}">
                  <a16:creationId xmlns:a16="http://schemas.microsoft.com/office/drawing/2014/main" id="{57EDB010-9BE7-4344-984B-7453B4FF8307}"/>
                </a:ext>
              </a:extLst>
            </p:cNvPr>
            <p:cNvSpPr/>
            <p:nvPr userDrawn="1"/>
          </p:nvSpPr>
          <p:spPr bwMode="auto">
            <a:xfrm>
              <a:off x="9087616" y="1541433"/>
              <a:ext cx="124272" cy="124290"/>
            </a:xfrm>
            <a:prstGeom prst="ellipse">
              <a:avLst/>
            </a:prstGeom>
            <a:solidFill>
              <a:schemeClr val="accent5">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err="1">
                <a:gradFill>
                  <a:gsLst>
                    <a:gs pos="0">
                      <a:srgbClr val="FFFFFF"/>
                    </a:gs>
                    <a:gs pos="100000">
                      <a:srgbClr val="FFFFFF"/>
                    </a:gs>
                  </a:gsLst>
                  <a:lin ang="5400000" scaled="0"/>
                </a:gradFill>
                <a:ea typeface="Segoe UI" pitchFamily="34" charset="0"/>
                <a:cs typeface="Segoe UI" pitchFamily="34" charset="0"/>
              </a:endParaRPr>
            </a:p>
          </p:txBody>
        </p:sp>
        <p:sp>
          <p:nvSpPr>
            <p:cNvPr id="43" name="Oval 42">
              <a:extLst>
                <a:ext uri="{FF2B5EF4-FFF2-40B4-BE49-F238E27FC236}">
                  <a16:creationId xmlns:a16="http://schemas.microsoft.com/office/drawing/2014/main" id="{786CA2CE-9797-4C92-9057-B3C8D9338727}"/>
                </a:ext>
              </a:extLst>
            </p:cNvPr>
            <p:cNvSpPr/>
            <p:nvPr userDrawn="1"/>
          </p:nvSpPr>
          <p:spPr bwMode="auto">
            <a:xfrm>
              <a:off x="9052314" y="3314275"/>
              <a:ext cx="229418" cy="229450"/>
            </a:xfrm>
            <a:prstGeom prst="ellipse">
              <a:avLst/>
            </a:prstGeom>
            <a:solidFill>
              <a:schemeClr val="accent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err="1">
                <a:gradFill>
                  <a:gsLst>
                    <a:gs pos="0">
                      <a:srgbClr val="FFFFFF"/>
                    </a:gs>
                    <a:gs pos="100000">
                      <a:srgbClr val="FFFFFF"/>
                    </a:gs>
                  </a:gsLst>
                  <a:lin ang="5400000" scaled="0"/>
                </a:gradFill>
                <a:ea typeface="Segoe UI" pitchFamily="34" charset="0"/>
                <a:cs typeface="Segoe UI" pitchFamily="34" charset="0"/>
              </a:endParaRPr>
            </a:p>
          </p:txBody>
        </p:sp>
        <p:sp>
          <p:nvSpPr>
            <p:cNvPr id="44" name="Oval 43">
              <a:extLst>
                <a:ext uri="{FF2B5EF4-FFF2-40B4-BE49-F238E27FC236}">
                  <a16:creationId xmlns:a16="http://schemas.microsoft.com/office/drawing/2014/main" id="{F9A1662E-1481-432B-8DC4-FF834AA60F57}"/>
                </a:ext>
              </a:extLst>
            </p:cNvPr>
            <p:cNvSpPr/>
            <p:nvPr userDrawn="1"/>
          </p:nvSpPr>
          <p:spPr bwMode="auto">
            <a:xfrm>
              <a:off x="9104887" y="2889394"/>
              <a:ext cx="124272" cy="124290"/>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err="1">
                <a:gradFill>
                  <a:gsLst>
                    <a:gs pos="0">
                      <a:srgbClr val="FFFFFF"/>
                    </a:gs>
                    <a:gs pos="100000">
                      <a:srgbClr val="FFFFFF"/>
                    </a:gs>
                  </a:gsLst>
                  <a:lin ang="5400000" scaled="0"/>
                </a:gradFill>
                <a:ea typeface="Segoe UI" pitchFamily="34" charset="0"/>
                <a:cs typeface="Segoe UI" pitchFamily="34" charset="0"/>
              </a:endParaRPr>
            </a:p>
          </p:txBody>
        </p:sp>
        <p:sp>
          <p:nvSpPr>
            <p:cNvPr id="45" name="Oval 44">
              <a:extLst>
                <a:ext uri="{FF2B5EF4-FFF2-40B4-BE49-F238E27FC236}">
                  <a16:creationId xmlns:a16="http://schemas.microsoft.com/office/drawing/2014/main" id="{715F718A-84C5-42DA-9B9C-64E200753714}"/>
                </a:ext>
              </a:extLst>
            </p:cNvPr>
            <p:cNvSpPr/>
            <p:nvPr userDrawn="1"/>
          </p:nvSpPr>
          <p:spPr bwMode="auto">
            <a:xfrm>
              <a:off x="9104887" y="3844315"/>
              <a:ext cx="124272" cy="124290"/>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err="1">
                <a:gradFill>
                  <a:gsLst>
                    <a:gs pos="0">
                      <a:srgbClr val="FFFFFF"/>
                    </a:gs>
                    <a:gs pos="100000">
                      <a:srgbClr val="FFFFFF"/>
                    </a:gs>
                  </a:gsLst>
                  <a:lin ang="5400000" scaled="0"/>
                </a:gradFill>
                <a:ea typeface="Segoe UI" pitchFamily="34" charset="0"/>
                <a:cs typeface="Segoe UI" pitchFamily="34" charset="0"/>
              </a:endParaRPr>
            </a:p>
          </p:txBody>
        </p:sp>
        <p:sp>
          <p:nvSpPr>
            <p:cNvPr id="46" name="Oval 45">
              <a:extLst>
                <a:ext uri="{FF2B5EF4-FFF2-40B4-BE49-F238E27FC236}">
                  <a16:creationId xmlns:a16="http://schemas.microsoft.com/office/drawing/2014/main" id="{48AC1770-CB0D-4E0F-BBE4-41A23A7256AC}"/>
                </a:ext>
              </a:extLst>
            </p:cNvPr>
            <p:cNvSpPr/>
            <p:nvPr userDrawn="1"/>
          </p:nvSpPr>
          <p:spPr bwMode="auto">
            <a:xfrm rot="16200000">
              <a:off x="8628699" y="3366864"/>
              <a:ext cx="124290" cy="124272"/>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err="1">
                <a:gradFill>
                  <a:gsLst>
                    <a:gs pos="0">
                      <a:srgbClr val="FFFFFF"/>
                    </a:gs>
                    <a:gs pos="100000">
                      <a:srgbClr val="FFFFFF"/>
                    </a:gs>
                  </a:gsLst>
                  <a:lin ang="5400000" scaled="0"/>
                </a:gradFill>
                <a:ea typeface="Segoe UI" pitchFamily="34" charset="0"/>
                <a:cs typeface="Segoe UI" pitchFamily="34" charset="0"/>
              </a:endParaRPr>
            </a:p>
          </p:txBody>
        </p:sp>
        <p:sp>
          <p:nvSpPr>
            <p:cNvPr id="47" name="Oval 46">
              <a:extLst>
                <a:ext uri="{FF2B5EF4-FFF2-40B4-BE49-F238E27FC236}">
                  <a16:creationId xmlns:a16="http://schemas.microsoft.com/office/drawing/2014/main" id="{4DE4736B-6655-4B31-833F-1C130B67E3D0}"/>
                </a:ext>
              </a:extLst>
            </p:cNvPr>
            <p:cNvSpPr/>
            <p:nvPr userDrawn="1"/>
          </p:nvSpPr>
          <p:spPr bwMode="auto">
            <a:xfrm rot="16200000">
              <a:off x="9583486" y="3366864"/>
              <a:ext cx="124290" cy="124272"/>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err="1">
                <a:gradFill>
                  <a:gsLst>
                    <a:gs pos="0">
                      <a:srgbClr val="FFFFFF"/>
                    </a:gs>
                    <a:gs pos="100000">
                      <a:srgbClr val="FFFFFF"/>
                    </a:gs>
                  </a:gsLst>
                  <a:lin ang="5400000" scaled="0"/>
                </a:gradFill>
                <a:ea typeface="Segoe UI" pitchFamily="34" charset="0"/>
                <a:cs typeface="Segoe UI" pitchFamily="34" charset="0"/>
              </a:endParaRPr>
            </a:p>
          </p:txBody>
        </p:sp>
      </p:grpSp>
    </p:spTree>
    <p:extLst>
      <p:ext uri="{BB962C8B-B14F-4D97-AF65-F5344CB8AC3E}">
        <p14:creationId xmlns:p14="http://schemas.microsoft.com/office/powerpoint/2010/main" val="820691641"/>
      </p:ext>
    </p:extLst>
  </p:cSld>
  <p:clrMapOvr>
    <a:masterClrMapping/>
  </p:clrMapOvr>
  <p:transition>
    <p:fade/>
  </p:transition>
  <p:hf sldNum="0" hdr="0" ftr="0" dt="0"/>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Title slide with graphic 3">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F7E4AC65-3150-034F-B089-A8B21D5F2E61}"/>
              </a:ext>
            </a:extLst>
          </p:cNvPr>
          <p:cNvSpPr>
            <a:spLocks noGrp="1"/>
          </p:cNvSpPr>
          <p:nvPr>
            <p:ph type="title" hasCustomPrompt="1"/>
          </p:nvPr>
        </p:nvSpPr>
        <p:spPr>
          <a:xfrm>
            <a:off x="428681" y="2532448"/>
            <a:ext cx="5428936" cy="1793104"/>
          </a:xfrm>
          <a:prstGeom prst="rect">
            <a:avLst/>
          </a:prstGeom>
          <a:noFill/>
        </p:spPr>
        <p:txBody>
          <a:bodyPr lIns="0" tIns="0" rIns="0" bIns="182880" anchor="b" anchorCtr="0"/>
          <a:lstStyle>
            <a:lvl1pPr>
              <a:defRPr sz="4800" strike="noStrike" spc="-49" baseline="0">
                <a:solidFill>
                  <a:schemeClr val="tx1"/>
                </a:solidFill>
              </a:defRPr>
            </a:lvl1pPr>
          </a:lstStyle>
          <a:p>
            <a:r>
              <a:rPr lang="en-US"/>
              <a:t>Azure presentation</a:t>
            </a:r>
            <a:br>
              <a:rPr lang="en-US"/>
            </a:br>
            <a:r>
              <a:rPr lang="en-US"/>
              <a:t>title or event name</a:t>
            </a:r>
          </a:p>
        </p:txBody>
      </p:sp>
      <p:sp>
        <p:nvSpPr>
          <p:cNvPr id="6" name="Text Placeholder 10">
            <a:extLst>
              <a:ext uri="{FF2B5EF4-FFF2-40B4-BE49-F238E27FC236}">
                <a16:creationId xmlns:a16="http://schemas.microsoft.com/office/drawing/2014/main" id="{29B09652-4E45-F04D-8357-20491F718B1A}"/>
              </a:ext>
            </a:extLst>
          </p:cNvPr>
          <p:cNvSpPr>
            <a:spLocks noGrp="1"/>
          </p:cNvSpPr>
          <p:nvPr>
            <p:ph type="body" sz="quarter" idx="15" hasCustomPrompt="1"/>
          </p:nvPr>
        </p:nvSpPr>
        <p:spPr>
          <a:xfrm>
            <a:off x="442466" y="4350114"/>
            <a:ext cx="5413394" cy="738664"/>
          </a:xfrm>
          <a:prstGeom prst="rect">
            <a:avLst/>
          </a:prstGeom>
        </p:spPr>
        <p:txBody>
          <a:bodyPr/>
          <a:lstStyle>
            <a:lvl1pPr>
              <a:defRPr sz="1800">
                <a:solidFill>
                  <a:schemeClr val="tx1"/>
                </a:solidFill>
              </a:defRPr>
            </a:lvl1pPr>
            <a:lvl2pPr>
              <a:defRPr sz="1765">
                <a:solidFill>
                  <a:srgbClr val="000000"/>
                </a:solidFill>
              </a:defRPr>
            </a:lvl2pPr>
            <a:lvl3pPr>
              <a:defRPr sz="1372"/>
            </a:lvl3pPr>
            <a:lvl4pPr>
              <a:defRPr sz="1372"/>
            </a:lvl4pPr>
            <a:lvl5pPr>
              <a:defRPr sz="1029"/>
            </a:lvl5pPr>
          </a:lstStyle>
          <a:p>
            <a:pPr lvl="0"/>
            <a:r>
              <a:rPr lang="en-US"/>
              <a:t>Author name</a:t>
            </a:r>
            <a:br>
              <a:rPr lang="en-US"/>
            </a:br>
            <a:r>
              <a:rPr lang="en-US"/>
              <a:t>Date</a:t>
            </a:r>
          </a:p>
        </p:txBody>
      </p:sp>
      <p:sp>
        <p:nvSpPr>
          <p:cNvPr id="2" name="Footer Placeholder 1">
            <a:extLst>
              <a:ext uri="{FF2B5EF4-FFF2-40B4-BE49-F238E27FC236}">
                <a16:creationId xmlns:a16="http://schemas.microsoft.com/office/drawing/2014/main" id="{C579B1D0-8CEE-4E42-8540-F752DBF0F648}"/>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pic>
        <p:nvPicPr>
          <p:cNvPr id="4" name="Picture 3" descr="A picture containing drawing&#10;&#10;Description automatically generated">
            <a:extLst>
              <a:ext uri="{FF2B5EF4-FFF2-40B4-BE49-F238E27FC236}">
                <a16:creationId xmlns:a16="http://schemas.microsoft.com/office/drawing/2014/main" id="{57D6331F-1A15-46AA-A57A-300CC97487E4}"/>
              </a:ext>
            </a:extLst>
          </p:cNvPr>
          <p:cNvPicPr>
            <a:picLocks noChangeAspect="1"/>
          </p:cNvPicPr>
          <p:nvPr/>
        </p:nvPicPr>
        <p:blipFill>
          <a:blip r:embed="rId2"/>
          <a:stretch>
            <a:fillRect/>
          </a:stretch>
        </p:blipFill>
        <p:spPr>
          <a:xfrm>
            <a:off x="136885" y="159691"/>
            <a:ext cx="2635247" cy="871753"/>
          </a:xfrm>
          <a:prstGeom prst="rect">
            <a:avLst/>
          </a:prstGeom>
        </p:spPr>
      </p:pic>
      <p:sp>
        <p:nvSpPr>
          <p:cNvPr id="72" name="Rectangle 71">
            <a:extLst>
              <a:ext uri="{FF2B5EF4-FFF2-40B4-BE49-F238E27FC236}">
                <a16:creationId xmlns:a16="http://schemas.microsoft.com/office/drawing/2014/main" id="{5E3B1CB1-53A4-41B0-A2BE-8C0CF51F9838}"/>
              </a:ext>
            </a:extLst>
          </p:cNvPr>
          <p:cNvSpPr/>
          <p:nvPr/>
        </p:nvSpPr>
        <p:spPr bwMode="auto">
          <a:xfrm>
            <a:off x="6229842" y="0"/>
            <a:ext cx="5962158" cy="6858000"/>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err="1">
              <a:gradFill>
                <a:gsLst>
                  <a:gs pos="0">
                    <a:srgbClr val="FFFFFF"/>
                  </a:gs>
                  <a:gs pos="100000">
                    <a:srgbClr val="FFFFFF"/>
                  </a:gs>
                </a:gsLst>
                <a:lin ang="5400000" scaled="0"/>
              </a:gradFill>
              <a:ea typeface="Segoe UI" pitchFamily="34" charset="0"/>
              <a:cs typeface="Segoe UI" pitchFamily="34" charset="0"/>
            </a:endParaRPr>
          </a:p>
        </p:txBody>
      </p:sp>
      <p:pic>
        <p:nvPicPr>
          <p:cNvPr id="73" name="Picture 72">
            <a:extLst>
              <a:ext uri="{FF2B5EF4-FFF2-40B4-BE49-F238E27FC236}">
                <a16:creationId xmlns:a16="http://schemas.microsoft.com/office/drawing/2014/main" id="{D680D2A1-07E3-478C-BBA8-560737A24311}"/>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a:stretch/>
        </p:blipFill>
        <p:spPr>
          <a:xfrm>
            <a:off x="6111901" y="0"/>
            <a:ext cx="6080099" cy="6858000"/>
          </a:xfrm>
          <a:prstGeom prst="rect">
            <a:avLst/>
          </a:prstGeom>
        </p:spPr>
      </p:pic>
      <p:grpSp>
        <p:nvGrpSpPr>
          <p:cNvPr id="74" name="Graphic 1">
            <a:extLst>
              <a:ext uri="{FF2B5EF4-FFF2-40B4-BE49-F238E27FC236}">
                <a16:creationId xmlns:a16="http://schemas.microsoft.com/office/drawing/2014/main" id="{4D1B2C3D-109D-46DF-9BA8-640EAF66A03A}"/>
              </a:ext>
            </a:extLst>
          </p:cNvPr>
          <p:cNvGrpSpPr/>
          <p:nvPr/>
        </p:nvGrpSpPr>
        <p:grpSpPr>
          <a:xfrm>
            <a:off x="6600946" y="859776"/>
            <a:ext cx="5148588" cy="5138447"/>
            <a:chOff x="5179859" y="2459480"/>
            <a:chExt cx="2077534" cy="2073148"/>
          </a:xfrm>
          <a:gradFill>
            <a:gsLst>
              <a:gs pos="100000">
                <a:schemeClr val="tx2"/>
              </a:gs>
              <a:gs pos="23000">
                <a:schemeClr val="accent5"/>
              </a:gs>
            </a:gsLst>
            <a:lin ang="10800000" scaled="1"/>
          </a:gradFill>
        </p:grpSpPr>
        <p:sp>
          <p:nvSpPr>
            <p:cNvPr id="75" name="Freeform: Shape 74">
              <a:extLst>
                <a:ext uri="{FF2B5EF4-FFF2-40B4-BE49-F238E27FC236}">
                  <a16:creationId xmlns:a16="http://schemas.microsoft.com/office/drawing/2014/main" id="{4DD6AF04-319F-47B0-AAC8-6520DF9B67CE}"/>
                </a:ext>
              </a:extLst>
            </p:cNvPr>
            <p:cNvSpPr/>
            <p:nvPr/>
          </p:nvSpPr>
          <p:spPr>
            <a:xfrm>
              <a:off x="5496685" y="2820334"/>
              <a:ext cx="1592644" cy="1616092"/>
            </a:xfrm>
            <a:custGeom>
              <a:avLst/>
              <a:gdLst>
                <a:gd name="connsiteX0" fmla="*/ 1132079 w 1592644"/>
                <a:gd name="connsiteY0" fmla="*/ 1616093 h 1616092"/>
                <a:gd name="connsiteX1" fmla="*/ 1023494 w 1592644"/>
                <a:gd name="connsiteY1" fmla="*/ 1573230 h 1616092"/>
                <a:gd name="connsiteX2" fmla="*/ 50991 w 1592644"/>
                <a:gd name="connsiteY2" fmla="*/ 665498 h 1616092"/>
                <a:gd name="connsiteX3" fmla="*/ 4319 w 1592644"/>
                <a:gd name="connsiteY3" fmla="*/ 513098 h 1616092"/>
                <a:gd name="connsiteX4" fmla="*/ 112904 w 1592644"/>
                <a:gd name="connsiteY4" fmla="*/ 395940 h 1616092"/>
                <a:gd name="connsiteX5" fmla="*/ 1385444 w 1592644"/>
                <a:gd name="connsiteY5" fmla="*/ 7320 h 1616092"/>
                <a:gd name="connsiteX6" fmla="*/ 1541654 w 1592644"/>
                <a:gd name="connsiteY6" fmla="*/ 43515 h 1616092"/>
                <a:gd name="connsiteX7" fmla="*/ 1588326 w 1592644"/>
                <a:gd name="connsiteY7" fmla="*/ 195915 h 1616092"/>
                <a:gd name="connsiteX8" fmla="*/ 1289241 w 1592644"/>
                <a:gd name="connsiteY8" fmla="*/ 1492268 h 1616092"/>
                <a:gd name="connsiteX9" fmla="*/ 1180656 w 1592644"/>
                <a:gd name="connsiteY9" fmla="*/ 1609425 h 1616092"/>
                <a:gd name="connsiteX10" fmla="*/ 1132079 w 1592644"/>
                <a:gd name="connsiteY10" fmla="*/ 1616093 h 1616092"/>
                <a:gd name="connsiteX11" fmla="*/ 54801 w 1592644"/>
                <a:gd name="connsiteY11" fmla="*/ 661688 h 1616092"/>
                <a:gd name="connsiteX12" fmla="*/ 1028256 w 1592644"/>
                <a:gd name="connsiteY12" fmla="*/ 1569420 h 1616092"/>
                <a:gd name="connsiteX13" fmla="*/ 1178751 w 1592644"/>
                <a:gd name="connsiteY13" fmla="*/ 1603710 h 1616092"/>
                <a:gd name="connsiteX14" fmla="*/ 1284479 w 1592644"/>
                <a:gd name="connsiteY14" fmla="*/ 1490363 h 1616092"/>
                <a:gd name="connsiteX15" fmla="*/ 1583564 w 1592644"/>
                <a:gd name="connsiteY15" fmla="*/ 194010 h 1616092"/>
                <a:gd name="connsiteX16" fmla="*/ 1538796 w 1592644"/>
                <a:gd name="connsiteY16" fmla="*/ 46373 h 1616092"/>
                <a:gd name="connsiteX17" fmla="*/ 1388301 w 1592644"/>
                <a:gd name="connsiteY17" fmla="*/ 12083 h 1616092"/>
                <a:gd name="connsiteX18" fmla="*/ 114809 w 1592644"/>
                <a:gd name="connsiteY18" fmla="*/ 401655 h 1616092"/>
                <a:gd name="connsiteX19" fmla="*/ 9081 w 1592644"/>
                <a:gd name="connsiteY19" fmla="*/ 515003 h 1616092"/>
                <a:gd name="connsiteX20" fmla="*/ 54801 w 1592644"/>
                <a:gd name="connsiteY20" fmla="*/ 661688 h 1616092"/>
                <a:gd name="connsiteX21" fmla="*/ 54801 w 1592644"/>
                <a:gd name="connsiteY21" fmla="*/ 661688 h 16160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92644" h="1616092">
                  <a:moveTo>
                    <a:pt x="1132079" y="1616093"/>
                  </a:moveTo>
                  <a:cubicBezTo>
                    <a:pt x="1092074" y="1616093"/>
                    <a:pt x="1053974" y="1600853"/>
                    <a:pt x="1023494" y="1573230"/>
                  </a:cubicBezTo>
                  <a:lnTo>
                    <a:pt x="50991" y="665498"/>
                  </a:lnTo>
                  <a:cubicBezTo>
                    <a:pt x="9081" y="626445"/>
                    <a:pt x="-9016" y="569295"/>
                    <a:pt x="4319" y="513098"/>
                  </a:cubicBezTo>
                  <a:cubicBezTo>
                    <a:pt x="17654" y="456900"/>
                    <a:pt x="57659" y="413085"/>
                    <a:pt x="112904" y="395940"/>
                  </a:cubicBezTo>
                  <a:lnTo>
                    <a:pt x="1385444" y="7320"/>
                  </a:lnTo>
                  <a:cubicBezTo>
                    <a:pt x="1440689" y="-9825"/>
                    <a:pt x="1498791" y="3510"/>
                    <a:pt x="1541654" y="43515"/>
                  </a:cubicBezTo>
                  <a:cubicBezTo>
                    <a:pt x="1583564" y="82568"/>
                    <a:pt x="1601661" y="139718"/>
                    <a:pt x="1588326" y="195915"/>
                  </a:cubicBezTo>
                  <a:lnTo>
                    <a:pt x="1289241" y="1492268"/>
                  </a:lnTo>
                  <a:cubicBezTo>
                    <a:pt x="1275906" y="1548465"/>
                    <a:pt x="1235901" y="1592280"/>
                    <a:pt x="1180656" y="1609425"/>
                  </a:cubicBezTo>
                  <a:cubicBezTo>
                    <a:pt x="1163511" y="1614188"/>
                    <a:pt x="1148271" y="1616093"/>
                    <a:pt x="1132079" y="1616093"/>
                  </a:cubicBezTo>
                  <a:close/>
                  <a:moveTo>
                    <a:pt x="54801" y="661688"/>
                  </a:moveTo>
                  <a:lnTo>
                    <a:pt x="1028256" y="1569420"/>
                  </a:lnTo>
                  <a:cubicBezTo>
                    <a:pt x="1069214" y="1607520"/>
                    <a:pt x="1125411" y="1620855"/>
                    <a:pt x="1178751" y="1603710"/>
                  </a:cubicBezTo>
                  <a:cubicBezTo>
                    <a:pt x="1232091" y="1587518"/>
                    <a:pt x="1271144" y="1545608"/>
                    <a:pt x="1284479" y="1490363"/>
                  </a:cubicBezTo>
                  <a:lnTo>
                    <a:pt x="1583564" y="194010"/>
                  </a:lnTo>
                  <a:cubicBezTo>
                    <a:pt x="1595946" y="139718"/>
                    <a:pt x="1578801" y="84473"/>
                    <a:pt x="1538796" y="46373"/>
                  </a:cubicBezTo>
                  <a:cubicBezTo>
                    <a:pt x="1497839" y="8273"/>
                    <a:pt x="1441641" y="-5062"/>
                    <a:pt x="1388301" y="12083"/>
                  </a:cubicBezTo>
                  <a:lnTo>
                    <a:pt x="114809" y="401655"/>
                  </a:lnTo>
                  <a:cubicBezTo>
                    <a:pt x="61469" y="417848"/>
                    <a:pt x="22416" y="459758"/>
                    <a:pt x="9081" y="515003"/>
                  </a:cubicBezTo>
                  <a:cubicBezTo>
                    <a:pt x="-3301" y="568343"/>
                    <a:pt x="13844" y="623588"/>
                    <a:pt x="54801" y="661688"/>
                  </a:cubicBezTo>
                  <a:lnTo>
                    <a:pt x="54801" y="661688"/>
                  </a:lnTo>
                  <a:close/>
                </a:path>
              </a:pathLst>
            </a:custGeom>
            <a:grpFill/>
            <a:ln w="9525" cap="flat">
              <a:noFill/>
              <a:prstDash val="solid"/>
              <a:miter/>
            </a:ln>
          </p:spPr>
          <p:txBody>
            <a:bodyPr rtlCol="0" anchor="ctr"/>
            <a:lstStyle/>
            <a:p>
              <a:endParaRPr lang="en-US" sz="1730"/>
            </a:p>
          </p:txBody>
        </p:sp>
        <p:sp>
          <p:nvSpPr>
            <p:cNvPr id="76" name="Freeform: Shape 75">
              <a:extLst>
                <a:ext uri="{FF2B5EF4-FFF2-40B4-BE49-F238E27FC236}">
                  <a16:creationId xmlns:a16="http://schemas.microsoft.com/office/drawing/2014/main" id="{283985E4-C6DA-4D56-A4B2-188AF3D29025}"/>
                </a:ext>
              </a:extLst>
            </p:cNvPr>
            <p:cNvSpPr/>
            <p:nvPr/>
          </p:nvSpPr>
          <p:spPr>
            <a:xfrm>
              <a:off x="5569965" y="3033304"/>
              <a:ext cx="1648967" cy="1494562"/>
            </a:xfrm>
            <a:custGeom>
              <a:avLst/>
              <a:gdLst>
                <a:gd name="connsiteX0" fmla="*/ 784479 w 1648967"/>
                <a:gd name="connsiteY0" fmla="*/ 1494562 h 1494562"/>
                <a:gd name="connsiteX1" fmla="*/ 778764 w 1648967"/>
                <a:gd name="connsiteY1" fmla="*/ 1494562 h 1494562"/>
                <a:gd name="connsiteX2" fmla="*/ 643509 w 1648967"/>
                <a:gd name="connsiteY2" fmla="*/ 1409790 h 1494562"/>
                <a:gd name="connsiteX3" fmla="*/ 18669 w 1648967"/>
                <a:gd name="connsiteY3" fmla="*/ 235357 h 1494562"/>
                <a:gd name="connsiteX4" fmla="*/ 18669 w 1648967"/>
                <a:gd name="connsiteY4" fmla="*/ 235357 h 1494562"/>
                <a:gd name="connsiteX5" fmla="*/ 24384 w 1648967"/>
                <a:gd name="connsiteY5" fmla="*/ 75337 h 1494562"/>
                <a:gd name="connsiteX6" fmla="*/ 165354 w 1648967"/>
                <a:gd name="connsiteY6" fmla="*/ 90 h 1494562"/>
                <a:gd name="connsiteX7" fmla="*/ 1495044 w 1648967"/>
                <a:gd name="connsiteY7" fmla="*/ 46762 h 1494562"/>
                <a:gd name="connsiteX8" fmla="*/ 1630299 w 1648967"/>
                <a:gd name="connsiteY8" fmla="*/ 131535 h 1494562"/>
                <a:gd name="connsiteX9" fmla="*/ 1624584 w 1648967"/>
                <a:gd name="connsiteY9" fmla="*/ 291555 h 1494562"/>
                <a:gd name="connsiteX10" fmla="*/ 919734 w 1648967"/>
                <a:gd name="connsiteY10" fmla="*/ 1419315 h 1494562"/>
                <a:gd name="connsiteX11" fmla="*/ 784479 w 1648967"/>
                <a:gd name="connsiteY11" fmla="*/ 1494562 h 1494562"/>
                <a:gd name="connsiteX12" fmla="*/ 158686 w 1648967"/>
                <a:gd name="connsiteY12" fmla="*/ 5805 h 1494562"/>
                <a:gd name="connsiteX13" fmla="*/ 28194 w 1648967"/>
                <a:gd name="connsiteY13" fmla="*/ 78195 h 1494562"/>
                <a:gd name="connsiteX14" fmla="*/ 22479 w 1648967"/>
                <a:gd name="connsiteY14" fmla="*/ 232500 h 1494562"/>
                <a:gd name="connsiteX15" fmla="*/ 22479 w 1648967"/>
                <a:gd name="connsiteY15" fmla="*/ 232500 h 1494562"/>
                <a:gd name="connsiteX16" fmla="*/ 647319 w 1648967"/>
                <a:gd name="connsiteY16" fmla="*/ 1406932 h 1494562"/>
                <a:gd name="connsiteX17" fmla="*/ 777812 w 1648967"/>
                <a:gd name="connsiteY17" fmla="*/ 1488847 h 1494562"/>
                <a:gd name="connsiteX18" fmla="*/ 914019 w 1648967"/>
                <a:gd name="connsiteY18" fmla="*/ 1416457 h 1494562"/>
                <a:gd name="connsiteX19" fmla="*/ 1618869 w 1648967"/>
                <a:gd name="connsiteY19" fmla="*/ 288697 h 1494562"/>
                <a:gd name="connsiteX20" fmla="*/ 1624584 w 1648967"/>
                <a:gd name="connsiteY20" fmla="*/ 134392 h 1494562"/>
                <a:gd name="connsiteX21" fmla="*/ 1494092 w 1648967"/>
                <a:gd name="connsiteY21" fmla="*/ 52477 h 1494562"/>
                <a:gd name="connsiteX22" fmla="*/ 164402 w 1648967"/>
                <a:gd name="connsiteY22" fmla="*/ 5805 h 1494562"/>
                <a:gd name="connsiteX23" fmla="*/ 158686 w 1648967"/>
                <a:gd name="connsiteY23" fmla="*/ 5805 h 14945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48967" h="1494562">
                  <a:moveTo>
                    <a:pt x="784479" y="1494562"/>
                  </a:moveTo>
                  <a:cubicBezTo>
                    <a:pt x="782574" y="1494562"/>
                    <a:pt x="780669" y="1494562"/>
                    <a:pt x="778764" y="1494562"/>
                  </a:cubicBezTo>
                  <a:cubicBezTo>
                    <a:pt x="720662" y="1492657"/>
                    <a:pt x="670179" y="1461225"/>
                    <a:pt x="643509" y="1409790"/>
                  </a:cubicBezTo>
                  <a:lnTo>
                    <a:pt x="18669" y="235357"/>
                  </a:lnTo>
                  <a:lnTo>
                    <a:pt x="18669" y="235357"/>
                  </a:lnTo>
                  <a:cubicBezTo>
                    <a:pt x="-8001" y="183922"/>
                    <a:pt x="-6096" y="124867"/>
                    <a:pt x="24384" y="75337"/>
                  </a:cubicBezTo>
                  <a:cubicBezTo>
                    <a:pt x="54864" y="26760"/>
                    <a:pt x="107252" y="-1815"/>
                    <a:pt x="165354" y="90"/>
                  </a:cubicBezTo>
                  <a:lnTo>
                    <a:pt x="1495044" y="46762"/>
                  </a:lnTo>
                  <a:cubicBezTo>
                    <a:pt x="1553147" y="48667"/>
                    <a:pt x="1603629" y="80100"/>
                    <a:pt x="1630299" y="131535"/>
                  </a:cubicBezTo>
                  <a:cubicBezTo>
                    <a:pt x="1656969" y="182970"/>
                    <a:pt x="1655064" y="242025"/>
                    <a:pt x="1624584" y="291555"/>
                  </a:cubicBezTo>
                  <a:lnTo>
                    <a:pt x="919734" y="1419315"/>
                  </a:lnTo>
                  <a:cubicBezTo>
                    <a:pt x="890206" y="1466940"/>
                    <a:pt x="839724" y="1494562"/>
                    <a:pt x="784479" y="1494562"/>
                  </a:cubicBezTo>
                  <a:close/>
                  <a:moveTo>
                    <a:pt x="158686" y="5805"/>
                  </a:moveTo>
                  <a:cubicBezTo>
                    <a:pt x="105347" y="5805"/>
                    <a:pt x="56769" y="32475"/>
                    <a:pt x="28194" y="78195"/>
                  </a:cubicBezTo>
                  <a:cubicBezTo>
                    <a:pt x="-1334" y="125820"/>
                    <a:pt x="-3239" y="182970"/>
                    <a:pt x="22479" y="232500"/>
                  </a:cubicBezTo>
                  <a:lnTo>
                    <a:pt x="22479" y="232500"/>
                  </a:lnTo>
                  <a:lnTo>
                    <a:pt x="647319" y="1406932"/>
                  </a:lnTo>
                  <a:cubicBezTo>
                    <a:pt x="673989" y="1456462"/>
                    <a:pt x="722567" y="1486942"/>
                    <a:pt x="777812" y="1488847"/>
                  </a:cubicBezTo>
                  <a:cubicBezTo>
                    <a:pt x="834009" y="1490752"/>
                    <a:pt x="884492" y="1464082"/>
                    <a:pt x="914019" y="1416457"/>
                  </a:cubicBezTo>
                  <a:lnTo>
                    <a:pt x="1618869" y="288697"/>
                  </a:lnTo>
                  <a:cubicBezTo>
                    <a:pt x="1648397" y="241072"/>
                    <a:pt x="1650302" y="183922"/>
                    <a:pt x="1624584" y="134392"/>
                  </a:cubicBezTo>
                  <a:cubicBezTo>
                    <a:pt x="1597914" y="84862"/>
                    <a:pt x="1549337" y="54382"/>
                    <a:pt x="1494092" y="52477"/>
                  </a:cubicBezTo>
                  <a:lnTo>
                    <a:pt x="164402" y="5805"/>
                  </a:lnTo>
                  <a:cubicBezTo>
                    <a:pt x="162497" y="5805"/>
                    <a:pt x="160592" y="5805"/>
                    <a:pt x="158686" y="5805"/>
                  </a:cubicBezTo>
                  <a:close/>
                </a:path>
              </a:pathLst>
            </a:custGeom>
            <a:grpFill/>
            <a:ln w="9525" cap="flat">
              <a:noFill/>
              <a:prstDash val="solid"/>
              <a:miter/>
            </a:ln>
          </p:spPr>
          <p:txBody>
            <a:bodyPr rtlCol="0" anchor="ctr"/>
            <a:lstStyle/>
            <a:p>
              <a:endParaRPr lang="en-US" sz="1730"/>
            </a:p>
          </p:txBody>
        </p:sp>
        <p:sp>
          <p:nvSpPr>
            <p:cNvPr id="77" name="Freeform: Shape 76">
              <a:extLst>
                <a:ext uri="{FF2B5EF4-FFF2-40B4-BE49-F238E27FC236}">
                  <a16:creationId xmlns:a16="http://schemas.microsoft.com/office/drawing/2014/main" id="{720519B8-1B86-435B-BE56-B5FAEAD39754}"/>
                </a:ext>
              </a:extLst>
            </p:cNvPr>
            <p:cNvSpPr/>
            <p:nvPr/>
          </p:nvSpPr>
          <p:spPr>
            <a:xfrm>
              <a:off x="5695335" y="2890984"/>
              <a:ext cx="1562058" cy="1634024"/>
            </a:xfrm>
            <a:custGeom>
              <a:avLst/>
              <a:gdLst>
                <a:gd name="connsiteX0" fmla="*/ 368597 w 1562058"/>
                <a:gd name="connsiteY0" fmla="*/ 1634025 h 1634024"/>
                <a:gd name="connsiteX1" fmla="*/ 310494 w 1562058"/>
                <a:gd name="connsiteY1" fmla="*/ 1623547 h 1634024"/>
                <a:gd name="connsiteX2" fmla="*/ 209529 w 1562058"/>
                <a:gd name="connsiteY2" fmla="*/ 1499722 h 1634024"/>
                <a:gd name="connsiteX3" fmla="*/ 1884 w 1562058"/>
                <a:gd name="connsiteY3" fmla="*/ 185272 h 1634024"/>
                <a:gd name="connsiteX4" fmla="*/ 59034 w 1562058"/>
                <a:gd name="connsiteY4" fmla="*/ 35730 h 1634024"/>
                <a:gd name="connsiteX5" fmla="*/ 217149 w 1562058"/>
                <a:gd name="connsiteY5" fmla="*/ 10965 h 1634024"/>
                <a:gd name="connsiteX6" fmla="*/ 1459210 w 1562058"/>
                <a:gd name="connsiteY6" fmla="*/ 488167 h 1634024"/>
                <a:gd name="connsiteX7" fmla="*/ 1560174 w 1562058"/>
                <a:gd name="connsiteY7" fmla="*/ 611992 h 1634024"/>
                <a:gd name="connsiteX8" fmla="*/ 1503024 w 1562058"/>
                <a:gd name="connsiteY8" fmla="*/ 761535 h 1634024"/>
                <a:gd name="connsiteX9" fmla="*/ 469562 w 1562058"/>
                <a:gd name="connsiteY9" fmla="*/ 1598782 h 1634024"/>
                <a:gd name="connsiteX10" fmla="*/ 368597 w 1562058"/>
                <a:gd name="connsiteY10" fmla="*/ 1634025 h 1634024"/>
                <a:gd name="connsiteX11" fmla="*/ 159047 w 1562058"/>
                <a:gd name="connsiteY11" fmla="*/ 5250 h 1634024"/>
                <a:gd name="connsiteX12" fmla="*/ 62844 w 1562058"/>
                <a:gd name="connsiteY12" fmla="*/ 39540 h 1634024"/>
                <a:gd name="connsiteX13" fmla="*/ 7599 w 1562058"/>
                <a:gd name="connsiteY13" fmla="*/ 183367 h 1634024"/>
                <a:gd name="connsiteX14" fmla="*/ 215244 w 1562058"/>
                <a:gd name="connsiteY14" fmla="*/ 1497818 h 1634024"/>
                <a:gd name="connsiteX15" fmla="*/ 312399 w 1562058"/>
                <a:gd name="connsiteY15" fmla="*/ 1617832 h 1634024"/>
                <a:gd name="connsiteX16" fmla="*/ 464799 w 1562058"/>
                <a:gd name="connsiteY16" fmla="*/ 1594020 h 1634024"/>
                <a:gd name="connsiteX17" fmla="*/ 1498262 w 1562058"/>
                <a:gd name="connsiteY17" fmla="*/ 756772 h 1634024"/>
                <a:gd name="connsiteX18" fmla="*/ 1553507 w 1562058"/>
                <a:gd name="connsiteY18" fmla="*/ 612945 h 1634024"/>
                <a:gd name="connsiteX19" fmla="*/ 1456352 w 1562058"/>
                <a:gd name="connsiteY19" fmla="*/ 492930 h 1634024"/>
                <a:gd name="connsiteX20" fmla="*/ 215244 w 1562058"/>
                <a:gd name="connsiteY20" fmla="*/ 15727 h 1634024"/>
                <a:gd name="connsiteX21" fmla="*/ 159047 w 1562058"/>
                <a:gd name="connsiteY21" fmla="*/ 5250 h 16340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62058" h="1634024">
                  <a:moveTo>
                    <a:pt x="368597" y="1634025"/>
                  </a:moveTo>
                  <a:cubicBezTo>
                    <a:pt x="349547" y="1634025"/>
                    <a:pt x="329544" y="1630215"/>
                    <a:pt x="310494" y="1623547"/>
                  </a:cubicBezTo>
                  <a:cubicBezTo>
                    <a:pt x="256202" y="1602593"/>
                    <a:pt x="219054" y="1556872"/>
                    <a:pt x="209529" y="1499722"/>
                  </a:cubicBezTo>
                  <a:lnTo>
                    <a:pt x="1884" y="185272"/>
                  </a:lnTo>
                  <a:cubicBezTo>
                    <a:pt x="-6688" y="128122"/>
                    <a:pt x="14267" y="72877"/>
                    <a:pt x="59034" y="35730"/>
                  </a:cubicBezTo>
                  <a:cubicBezTo>
                    <a:pt x="103802" y="-465"/>
                    <a:pt x="162857" y="-9990"/>
                    <a:pt x="217149" y="10965"/>
                  </a:cubicBezTo>
                  <a:lnTo>
                    <a:pt x="1459210" y="488167"/>
                  </a:lnTo>
                  <a:cubicBezTo>
                    <a:pt x="1513502" y="509122"/>
                    <a:pt x="1550649" y="554842"/>
                    <a:pt x="1560174" y="611992"/>
                  </a:cubicBezTo>
                  <a:cubicBezTo>
                    <a:pt x="1568747" y="669142"/>
                    <a:pt x="1547792" y="724387"/>
                    <a:pt x="1503024" y="761535"/>
                  </a:cubicBezTo>
                  <a:lnTo>
                    <a:pt x="469562" y="1598782"/>
                  </a:lnTo>
                  <a:cubicBezTo>
                    <a:pt x="439082" y="1621643"/>
                    <a:pt x="404792" y="1634025"/>
                    <a:pt x="368597" y="1634025"/>
                  </a:cubicBezTo>
                  <a:close/>
                  <a:moveTo>
                    <a:pt x="159047" y="5250"/>
                  </a:moveTo>
                  <a:cubicBezTo>
                    <a:pt x="124757" y="5250"/>
                    <a:pt x="90467" y="16680"/>
                    <a:pt x="62844" y="39540"/>
                  </a:cubicBezTo>
                  <a:cubicBezTo>
                    <a:pt x="19029" y="74782"/>
                    <a:pt x="-973" y="128122"/>
                    <a:pt x="7599" y="183367"/>
                  </a:cubicBezTo>
                  <a:lnTo>
                    <a:pt x="215244" y="1497818"/>
                  </a:lnTo>
                  <a:cubicBezTo>
                    <a:pt x="223817" y="1553062"/>
                    <a:pt x="260012" y="1597830"/>
                    <a:pt x="312399" y="1617832"/>
                  </a:cubicBezTo>
                  <a:cubicBezTo>
                    <a:pt x="364787" y="1637835"/>
                    <a:pt x="421937" y="1629262"/>
                    <a:pt x="464799" y="1594020"/>
                  </a:cubicBezTo>
                  <a:lnTo>
                    <a:pt x="1498262" y="756772"/>
                  </a:lnTo>
                  <a:cubicBezTo>
                    <a:pt x="1542077" y="721530"/>
                    <a:pt x="1562080" y="668190"/>
                    <a:pt x="1553507" y="612945"/>
                  </a:cubicBezTo>
                  <a:cubicBezTo>
                    <a:pt x="1544935" y="557700"/>
                    <a:pt x="1508740" y="512932"/>
                    <a:pt x="1456352" y="492930"/>
                  </a:cubicBezTo>
                  <a:lnTo>
                    <a:pt x="215244" y="15727"/>
                  </a:lnTo>
                  <a:cubicBezTo>
                    <a:pt x="197147" y="9060"/>
                    <a:pt x="178097" y="5250"/>
                    <a:pt x="159047" y="5250"/>
                  </a:cubicBezTo>
                  <a:close/>
                </a:path>
              </a:pathLst>
            </a:custGeom>
            <a:grpFill/>
            <a:ln w="9525" cap="flat">
              <a:noFill/>
              <a:prstDash val="solid"/>
              <a:miter/>
            </a:ln>
          </p:spPr>
          <p:txBody>
            <a:bodyPr rtlCol="0" anchor="ctr"/>
            <a:lstStyle/>
            <a:p>
              <a:endParaRPr lang="en-US" sz="1730"/>
            </a:p>
          </p:txBody>
        </p:sp>
        <p:sp>
          <p:nvSpPr>
            <p:cNvPr id="78" name="Freeform: Shape 77">
              <a:extLst>
                <a:ext uri="{FF2B5EF4-FFF2-40B4-BE49-F238E27FC236}">
                  <a16:creationId xmlns:a16="http://schemas.microsoft.com/office/drawing/2014/main" id="{DF83B222-A47F-44B5-9AB0-6ED40197E618}"/>
                </a:ext>
              </a:extLst>
            </p:cNvPr>
            <p:cNvSpPr/>
            <p:nvPr/>
          </p:nvSpPr>
          <p:spPr>
            <a:xfrm>
              <a:off x="5630741" y="2796715"/>
              <a:ext cx="1568373" cy="1631138"/>
            </a:xfrm>
            <a:custGeom>
              <a:avLst/>
              <a:gdLst>
                <a:gd name="connsiteX0" fmla="*/ 158870 w 1568373"/>
                <a:gd name="connsiteY0" fmla="*/ 1631139 h 1631138"/>
                <a:gd name="connsiteX1" fmla="*/ 56953 w 1568373"/>
                <a:gd name="connsiteY1" fmla="*/ 1593991 h 1631138"/>
                <a:gd name="connsiteX2" fmla="*/ 2660 w 1568373"/>
                <a:gd name="connsiteY2" fmla="*/ 1443496 h 1631138"/>
                <a:gd name="connsiteX3" fmla="*/ 232213 w 1568373"/>
                <a:gd name="connsiteY3" fmla="*/ 132856 h 1631138"/>
                <a:gd name="connsiteX4" fmla="*/ 335083 w 1568373"/>
                <a:gd name="connsiteY4" fmla="*/ 9984 h 1631138"/>
                <a:gd name="connsiteX5" fmla="*/ 492246 w 1568373"/>
                <a:gd name="connsiteY5" fmla="*/ 37606 h 1631138"/>
                <a:gd name="connsiteX6" fmla="*/ 1511421 w 1568373"/>
                <a:gd name="connsiteY6" fmla="*/ 892951 h 1631138"/>
                <a:gd name="connsiteX7" fmla="*/ 1565713 w 1568373"/>
                <a:gd name="connsiteY7" fmla="*/ 1043446 h 1631138"/>
                <a:gd name="connsiteX8" fmla="*/ 1462843 w 1568373"/>
                <a:gd name="connsiteY8" fmla="*/ 1166319 h 1631138"/>
                <a:gd name="connsiteX9" fmla="*/ 214116 w 1568373"/>
                <a:gd name="connsiteY9" fmla="*/ 1620662 h 1631138"/>
                <a:gd name="connsiteX10" fmla="*/ 158870 w 1568373"/>
                <a:gd name="connsiteY10" fmla="*/ 1631139 h 1631138"/>
                <a:gd name="connsiteX11" fmla="*/ 390328 w 1568373"/>
                <a:gd name="connsiteY11" fmla="*/ 6174 h 1631138"/>
                <a:gd name="connsiteX12" fmla="*/ 336988 w 1568373"/>
                <a:gd name="connsiteY12" fmla="*/ 15699 h 1631138"/>
                <a:gd name="connsiteX13" fmla="*/ 237928 w 1568373"/>
                <a:gd name="connsiteY13" fmla="*/ 133809 h 1631138"/>
                <a:gd name="connsiteX14" fmla="*/ 7423 w 1568373"/>
                <a:gd name="connsiteY14" fmla="*/ 1444449 h 1631138"/>
                <a:gd name="connsiteX15" fmla="*/ 59810 w 1568373"/>
                <a:gd name="connsiteY15" fmla="*/ 1589229 h 1631138"/>
                <a:gd name="connsiteX16" fmla="*/ 212210 w 1568373"/>
                <a:gd name="connsiteY16" fmla="*/ 1615899 h 1631138"/>
                <a:gd name="connsiteX17" fmla="*/ 1461891 w 1568373"/>
                <a:gd name="connsiteY17" fmla="*/ 1160604 h 1631138"/>
                <a:gd name="connsiteX18" fmla="*/ 1560951 w 1568373"/>
                <a:gd name="connsiteY18" fmla="*/ 1042494 h 1631138"/>
                <a:gd name="connsiteX19" fmla="*/ 1508563 w 1568373"/>
                <a:gd name="connsiteY19" fmla="*/ 897714 h 1631138"/>
                <a:gd name="connsiteX20" fmla="*/ 489388 w 1568373"/>
                <a:gd name="connsiteY20" fmla="*/ 42369 h 1631138"/>
                <a:gd name="connsiteX21" fmla="*/ 390328 w 1568373"/>
                <a:gd name="connsiteY21" fmla="*/ 6174 h 1631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68373" h="1631138">
                  <a:moveTo>
                    <a:pt x="158870" y="1631139"/>
                  </a:moveTo>
                  <a:cubicBezTo>
                    <a:pt x="121723" y="1631139"/>
                    <a:pt x="86481" y="1617804"/>
                    <a:pt x="56953" y="1593991"/>
                  </a:cubicBezTo>
                  <a:cubicBezTo>
                    <a:pt x="13138" y="1556844"/>
                    <a:pt x="-7817" y="1500646"/>
                    <a:pt x="2660" y="1443496"/>
                  </a:cubicBezTo>
                  <a:lnTo>
                    <a:pt x="232213" y="132856"/>
                  </a:lnTo>
                  <a:cubicBezTo>
                    <a:pt x="242691" y="75706"/>
                    <a:pt x="280791" y="29986"/>
                    <a:pt x="335083" y="9984"/>
                  </a:cubicBezTo>
                  <a:cubicBezTo>
                    <a:pt x="389375" y="-10019"/>
                    <a:pt x="448431" y="459"/>
                    <a:pt x="492246" y="37606"/>
                  </a:cubicBezTo>
                  <a:lnTo>
                    <a:pt x="1511421" y="892951"/>
                  </a:lnTo>
                  <a:cubicBezTo>
                    <a:pt x="1555236" y="930099"/>
                    <a:pt x="1576191" y="986296"/>
                    <a:pt x="1565713" y="1043446"/>
                  </a:cubicBezTo>
                  <a:cubicBezTo>
                    <a:pt x="1555236" y="1100596"/>
                    <a:pt x="1517136" y="1146316"/>
                    <a:pt x="1462843" y="1166319"/>
                  </a:cubicBezTo>
                  <a:lnTo>
                    <a:pt x="214116" y="1620662"/>
                  </a:lnTo>
                  <a:cubicBezTo>
                    <a:pt x="196018" y="1627329"/>
                    <a:pt x="176968" y="1631139"/>
                    <a:pt x="158870" y="1631139"/>
                  </a:cubicBezTo>
                  <a:close/>
                  <a:moveTo>
                    <a:pt x="390328" y="6174"/>
                  </a:moveTo>
                  <a:cubicBezTo>
                    <a:pt x="372231" y="6174"/>
                    <a:pt x="354133" y="9031"/>
                    <a:pt x="336988" y="15699"/>
                  </a:cubicBezTo>
                  <a:cubicBezTo>
                    <a:pt x="284600" y="34749"/>
                    <a:pt x="247453" y="78564"/>
                    <a:pt x="237928" y="133809"/>
                  </a:cubicBezTo>
                  <a:lnTo>
                    <a:pt x="7423" y="1444449"/>
                  </a:lnTo>
                  <a:cubicBezTo>
                    <a:pt x="-2102" y="1499694"/>
                    <a:pt x="17900" y="1553987"/>
                    <a:pt x="59810" y="1589229"/>
                  </a:cubicBezTo>
                  <a:cubicBezTo>
                    <a:pt x="102673" y="1625424"/>
                    <a:pt x="159823" y="1634949"/>
                    <a:pt x="212210" y="1615899"/>
                  </a:cubicBezTo>
                  <a:lnTo>
                    <a:pt x="1461891" y="1160604"/>
                  </a:lnTo>
                  <a:cubicBezTo>
                    <a:pt x="1514278" y="1141554"/>
                    <a:pt x="1551426" y="1097739"/>
                    <a:pt x="1560951" y="1042494"/>
                  </a:cubicBezTo>
                  <a:cubicBezTo>
                    <a:pt x="1570476" y="987249"/>
                    <a:pt x="1550473" y="932956"/>
                    <a:pt x="1508563" y="897714"/>
                  </a:cubicBezTo>
                  <a:lnTo>
                    <a:pt x="489388" y="42369"/>
                  </a:lnTo>
                  <a:cubicBezTo>
                    <a:pt x="460813" y="18556"/>
                    <a:pt x="426523" y="6174"/>
                    <a:pt x="390328" y="6174"/>
                  </a:cubicBezTo>
                  <a:close/>
                </a:path>
              </a:pathLst>
            </a:custGeom>
            <a:grpFill/>
            <a:ln w="9525" cap="flat">
              <a:noFill/>
              <a:prstDash val="solid"/>
              <a:miter/>
            </a:ln>
          </p:spPr>
          <p:txBody>
            <a:bodyPr rtlCol="0" anchor="ctr"/>
            <a:lstStyle/>
            <a:p>
              <a:endParaRPr lang="en-US" sz="1730"/>
            </a:p>
          </p:txBody>
        </p:sp>
        <p:sp>
          <p:nvSpPr>
            <p:cNvPr id="79" name="Freeform: Shape 78">
              <a:extLst>
                <a:ext uri="{FF2B5EF4-FFF2-40B4-BE49-F238E27FC236}">
                  <a16:creationId xmlns:a16="http://schemas.microsoft.com/office/drawing/2014/main" id="{589A001D-6C7B-4022-B9DE-F83CEC98FE10}"/>
                </a:ext>
              </a:extLst>
            </p:cNvPr>
            <p:cNvSpPr/>
            <p:nvPr/>
          </p:nvSpPr>
          <p:spPr>
            <a:xfrm>
              <a:off x="5402873" y="2763813"/>
              <a:ext cx="1649777" cy="1482113"/>
            </a:xfrm>
            <a:custGeom>
              <a:avLst/>
              <a:gdLst>
                <a:gd name="connsiteX0" fmla="*/ 160044 w 1649777"/>
                <a:gd name="connsiteY0" fmla="*/ 1482113 h 1482113"/>
                <a:gd name="connsiteX1" fmla="*/ 22884 w 1649777"/>
                <a:gd name="connsiteY1" fmla="*/ 1404961 h 1482113"/>
                <a:gd name="connsiteX2" fmla="*/ 20026 w 1649777"/>
                <a:gd name="connsiteY2" fmla="*/ 1244941 h 1482113"/>
                <a:gd name="connsiteX3" fmla="*/ 664869 w 1649777"/>
                <a:gd name="connsiteY3" fmla="*/ 81938 h 1482113"/>
                <a:gd name="connsiteX4" fmla="*/ 667726 w 1649777"/>
                <a:gd name="connsiteY4" fmla="*/ 82891 h 1482113"/>
                <a:gd name="connsiteX5" fmla="*/ 664869 w 1649777"/>
                <a:gd name="connsiteY5" fmla="*/ 81938 h 1482113"/>
                <a:gd name="connsiteX6" fmla="*/ 802029 w 1649777"/>
                <a:gd name="connsiteY6" fmla="*/ 23 h 1482113"/>
                <a:gd name="connsiteX7" fmla="*/ 942046 w 1649777"/>
                <a:gd name="connsiteY7" fmla="*/ 77176 h 1482113"/>
                <a:gd name="connsiteX8" fmla="*/ 1626894 w 1649777"/>
                <a:gd name="connsiteY8" fmla="*/ 1217318 h 1482113"/>
                <a:gd name="connsiteX9" fmla="*/ 1629751 w 1649777"/>
                <a:gd name="connsiteY9" fmla="*/ 1377338 h 1482113"/>
                <a:gd name="connsiteX10" fmla="*/ 1492591 w 1649777"/>
                <a:gd name="connsiteY10" fmla="*/ 1459253 h 1482113"/>
                <a:gd name="connsiteX11" fmla="*/ 161949 w 1649777"/>
                <a:gd name="connsiteY11" fmla="*/ 1482113 h 1482113"/>
                <a:gd name="connsiteX12" fmla="*/ 160044 w 1649777"/>
                <a:gd name="connsiteY12" fmla="*/ 1482113 h 1482113"/>
                <a:gd name="connsiteX13" fmla="*/ 804886 w 1649777"/>
                <a:gd name="connsiteY13" fmla="*/ 4786 h 1482113"/>
                <a:gd name="connsiteX14" fmla="*/ 802029 w 1649777"/>
                <a:gd name="connsiteY14" fmla="*/ 4786 h 1482113"/>
                <a:gd name="connsiteX15" fmla="*/ 669631 w 1649777"/>
                <a:gd name="connsiteY15" fmla="*/ 83843 h 1482113"/>
                <a:gd name="connsiteX16" fmla="*/ 24789 w 1649777"/>
                <a:gd name="connsiteY16" fmla="*/ 1247798 h 1482113"/>
                <a:gd name="connsiteX17" fmla="*/ 27646 w 1649777"/>
                <a:gd name="connsiteY17" fmla="*/ 1402103 h 1482113"/>
                <a:gd name="connsiteX18" fmla="*/ 162901 w 1649777"/>
                <a:gd name="connsiteY18" fmla="*/ 1477351 h 1482113"/>
                <a:gd name="connsiteX19" fmla="*/ 1493544 w 1649777"/>
                <a:gd name="connsiteY19" fmla="*/ 1454491 h 1482113"/>
                <a:gd name="connsiteX20" fmla="*/ 1625941 w 1649777"/>
                <a:gd name="connsiteY20" fmla="*/ 1375433 h 1482113"/>
                <a:gd name="connsiteX21" fmla="*/ 1623084 w 1649777"/>
                <a:gd name="connsiteY21" fmla="*/ 1221128 h 1482113"/>
                <a:gd name="connsiteX22" fmla="*/ 937284 w 1649777"/>
                <a:gd name="connsiteY22" fmla="*/ 79081 h 1482113"/>
                <a:gd name="connsiteX23" fmla="*/ 804886 w 1649777"/>
                <a:gd name="connsiteY23" fmla="*/ 4786 h 14821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49777" h="1482113">
                  <a:moveTo>
                    <a:pt x="160044" y="1482113"/>
                  </a:moveTo>
                  <a:cubicBezTo>
                    <a:pt x="103846" y="1482113"/>
                    <a:pt x="52411" y="1453538"/>
                    <a:pt x="22884" y="1404961"/>
                  </a:cubicBezTo>
                  <a:cubicBezTo>
                    <a:pt x="-6644" y="1355431"/>
                    <a:pt x="-7596" y="1295423"/>
                    <a:pt x="20026" y="1244941"/>
                  </a:cubicBezTo>
                  <a:lnTo>
                    <a:pt x="664869" y="81938"/>
                  </a:lnTo>
                  <a:lnTo>
                    <a:pt x="667726" y="82891"/>
                  </a:lnTo>
                  <a:lnTo>
                    <a:pt x="664869" y="81938"/>
                  </a:lnTo>
                  <a:cubicBezTo>
                    <a:pt x="692491" y="31456"/>
                    <a:pt x="743926" y="976"/>
                    <a:pt x="802029" y="23"/>
                  </a:cubicBezTo>
                  <a:cubicBezTo>
                    <a:pt x="859179" y="-929"/>
                    <a:pt x="912519" y="27646"/>
                    <a:pt x="942046" y="77176"/>
                  </a:cubicBezTo>
                  <a:lnTo>
                    <a:pt x="1626894" y="1217318"/>
                  </a:lnTo>
                  <a:cubicBezTo>
                    <a:pt x="1656421" y="1266848"/>
                    <a:pt x="1657374" y="1326856"/>
                    <a:pt x="1629751" y="1377338"/>
                  </a:cubicBezTo>
                  <a:cubicBezTo>
                    <a:pt x="1602129" y="1427821"/>
                    <a:pt x="1550694" y="1458301"/>
                    <a:pt x="1492591" y="1459253"/>
                  </a:cubicBezTo>
                  <a:lnTo>
                    <a:pt x="161949" y="1482113"/>
                  </a:lnTo>
                  <a:cubicBezTo>
                    <a:pt x="161949" y="1482113"/>
                    <a:pt x="160996" y="1482113"/>
                    <a:pt x="160044" y="1482113"/>
                  </a:cubicBezTo>
                  <a:close/>
                  <a:moveTo>
                    <a:pt x="804886" y="4786"/>
                  </a:moveTo>
                  <a:cubicBezTo>
                    <a:pt x="803934" y="4786"/>
                    <a:pt x="802981" y="4786"/>
                    <a:pt x="802029" y="4786"/>
                  </a:cubicBezTo>
                  <a:cubicBezTo>
                    <a:pt x="745831" y="5738"/>
                    <a:pt x="697254" y="35266"/>
                    <a:pt x="669631" y="83843"/>
                  </a:cubicBezTo>
                  <a:lnTo>
                    <a:pt x="24789" y="1247798"/>
                  </a:lnTo>
                  <a:cubicBezTo>
                    <a:pt x="-1881" y="1296376"/>
                    <a:pt x="-929" y="1354478"/>
                    <a:pt x="27646" y="1402103"/>
                  </a:cubicBezTo>
                  <a:cubicBezTo>
                    <a:pt x="56221" y="1449728"/>
                    <a:pt x="106704" y="1478303"/>
                    <a:pt x="162901" y="1477351"/>
                  </a:cubicBezTo>
                  <a:lnTo>
                    <a:pt x="1493544" y="1454491"/>
                  </a:lnTo>
                  <a:cubicBezTo>
                    <a:pt x="1549741" y="1453538"/>
                    <a:pt x="1598319" y="1424011"/>
                    <a:pt x="1625941" y="1375433"/>
                  </a:cubicBezTo>
                  <a:cubicBezTo>
                    <a:pt x="1652611" y="1326856"/>
                    <a:pt x="1651659" y="1268753"/>
                    <a:pt x="1623084" y="1221128"/>
                  </a:cubicBezTo>
                  <a:lnTo>
                    <a:pt x="937284" y="79081"/>
                  </a:lnTo>
                  <a:cubicBezTo>
                    <a:pt x="908709" y="32408"/>
                    <a:pt x="860131" y="4786"/>
                    <a:pt x="804886" y="4786"/>
                  </a:cubicBezTo>
                  <a:close/>
                </a:path>
              </a:pathLst>
            </a:custGeom>
            <a:grpFill/>
            <a:ln w="9525" cap="flat">
              <a:noFill/>
              <a:prstDash val="solid"/>
              <a:miter/>
            </a:ln>
          </p:spPr>
          <p:txBody>
            <a:bodyPr rtlCol="0" anchor="ctr"/>
            <a:lstStyle/>
            <a:p>
              <a:endParaRPr lang="en-US" sz="1730"/>
            </a:p>
          </p:txBody>
        </p:sp>
        <p:sp>
          <p:nvSpPr>
            <p:cNvPr id="80" name="Freeform: Shape 79">
              <a:extLst>
                <a:ext uri="{FF2B5EF4-FFF2-40B4-BE49-F238E27FC236}">
                  <a16:creationId xmlns:a16="http://schemas.microsoft.com/office/drawing/2014/main" id="{5DCC5C22-8F39-4F71-91FB-71155D0A374F}"/>
                </a:ext>
              </a:extLst>
            </p:cNvPr>
            <p:cNvSpPr/>
            <p:nvPr/>
          </p:nvSpPr>
          <p:spPr>
            <a:xfrm>
              <a:off x="5247730" y="2789965"/>
              <a:ext cx="1584777" cy="1622649"/>
            </a:xfrm>
            <a:custGeom>
              <a:avLst/>
              <a:gdLst>
                <a:gd name="connsiteX0" fmla="*/ 1425801 w 1584777"/>
                <a:gd name="connsiteY0" fmla="*/ 1622649 h 1622649"/>
                <a:gd name="connsiteX1" fmla="*/ 1375319 w 1584777"/>
                <a:gd name="connsiteY1" fmla="*/ 1615029 h 1622649"/>
                <a:gd name="connsiteX2" fmla="*/ 110399 w 1584777"/>
                <a:gd name="connsiteY2" fmla="*/ 1203549 h 1622649"/>
                <a:gd name="connsiteX3" fmla="*/ 3719 w 1584777"/>
                <a:gd name="connsiteY3" fmla="*/ 1084487 h 1622649"/>
                <a:gd name="connsiteX4" fmla="*/ 53249 w 1584777"/>
                <a:gd name="connsiteY4" fmla="*/ 932087 h 1622649"/>
                <a:gd name="connsiteX5" fmla="*/ 1041944 w 1584777"/>
                <a:gd name="connsiteY5" fmla="*/ 41499 h 1622649"/>
                <a:gd name="connsiteX6" fmla="*/ 1043849 w 1584777"/>
                <a:gd name="connsiteY6" fmla="*/ 43404 h 1622649"/>
                <a:gd name="connsiteX7" fmla="*/ 1041944 w 1584777"/>
                <a:gd name="connsiteY7" fmla="*/ 41499 h 1622649"/>
                <a:gd name="connsiteX8" fmla="*/ 1198154 w 1584777"/>
                <a:gd name="connsiteY8" fmla="*/ 8162 h 1622649"/>
                <a:gd name="connsiteX9" fmla="*/ 1304834 w 1584777"/>
                <a:gd name="connsiteY9" fmla="*/ 127224 h 1622649"/>
                <a:gd name="connsiteX10" fmla="*/ 1581059 w 1584777"/>
                <a:gd name="connsiteY10" fmla="*/ 1428339 h 1622649"/>
                <a:gd name="connsiteX11" fmla="*/ 1531529 w 1584777"/>
                <a:gd name="connsiteY11" fmla="*/ 1580739 h 1622649"/>
                <a:gd name="connsiteX12" fmla="*/ 1425801 w 1584777"/>
                <a:gd name="connsiteY12" fmla="*/ 1622649 h 1622649"/>
                <a:gd name="connsiteX13" fmla="*/ 1147671 w 1584777"/>
                <a:gd name="connsiteY13" fmla="*/ 6257 h 1622649"/>
                <a:gd name="connsiteX14" fmla="*/ 1044801 w 1584777"/>
                <a:gd name="connsiteY14" fmla="*/ 46262 h 1622649"/>
                <a:gd name="connsiteX15" fmla="*/ 56106 w 1584777"/>
                <a:gd name="connsiteY15" fmla="*/ 936849 h 1622649"/>
                <a:gd name="connsiteX16" fmla="*/ 8481 w 1584777"/>
                <a:gd name="connsiteY16" fmla="*/ 1083534 h 1622649"/>
                <a:gd name="connsiteX17" fmla="*/ 111351 w 1584777"/>
                <a:gd name="connsiteY17" fmla="*/ 1197834 h 1622649"/>
                <a:gd name="connsiteX18" fmla="*/ 1376272 w 1584777"/>
                <a:gd name="connsiteY18" fmla="*/ 1609314 h 1622649"/>
                <a:gd name="connsiteX19" fmla="*/ 1526766 w 1584777"/>
                <a:gd name="connsiteY19" fmla="*/ 1576929 h 1622649"/>
                <a:gd name="connsiteX20" fmla="*/ 1574391 w 1584777"/>
                <a:gd name="connsiteY20" fmla="*/ 1430244 h 1622649"/>
                <a:gd name="connsiteX21" fmla="*/ 1298166 w 1584777"/>
                <a:gd name="connsiteY21" fmla="*/ 129129 h 1622649"/>
                <a:gd name="connsiteX22" fmla="*/ 1195297 w 1584777"/>
                <a:gd name="connsiteY22" fmla="*/ 14829 h 1622649"/>
                <a:gd name="connsiteX23" fmla="*/ 1147671 w 1584777"/>
                <a:gd name="connsiteY23" fmla="*/ 6257 h 16226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584777" h="1622649">
                  <a:moveTo>
                    <a:pt x="1425801" y="1622649"/>
                  </a:moveTo>
                  <a:cubicBezTo>
                    <a:pt x="1409609" y="1622649"/>
                    <a:pt x="1392464" y="1619792"/>
                    <a:pt x="1375319" y="1615029"/>
                  </a:cubicBezTo>
                  <a:lnTo>
                    <a:pt x="110399" y="1203549"/>
                  </a:lnTo>
                  <a:cubicBezTo>
                    <a:pt x="55154" y="1185452"/>
                    <a:pt x="15149" y="1141637"/>
                    <a:pt x="3719" y="1084487"/>
                  </a:cubicBezTo>
                  <a:cubicBezTo>
                    <a:pt x="-8664" y="1028289"/>
                    <a:pt x="10386" y="971139"/>
                    <a:pt x="53249" y="932087"/>
                  </a:cubicBezTo>
                  <a:lnTo>
                    <a:pt x="1041944" y="41499"/>
                  </a:lnTo>
                  <a:lnTo>
                    <a:pt x="1043849" y="43404"/>
                  </a:lnTo>
                  <a:lnTo>
                    <a:pt x="1041944" y="41499"/>
                  </a:lnTo>
                  <a:cubicBezTo>
                    <a:pt x="1084806" y="2447"/>
                    <a:pt x="1142909" y="-9936"/>
                    <a:pt x="1198154" y="8162"/>
                  </a:cubicBezTo>
                  <a:cubicBezTo>
                    <a:pt x="1253399" y="26259"/>
                    <a:pt x="1293404" y="70074"/>
                    <a:pt x="1304834" y="127224"/>
                  </a:cubicBezTo>
                  <a:lnTo>
                    <a:pt x="1581059" y="1428339"/>
                  </a:lnTo>
                  <a:cubicBezTo>
                    <a:pt x="1593441" y="1484537"/>
                    <a:pt x="1574391" y="1541687"/>
                    <a:pt x="1531529" y="1580739"/>
                  </a:cubicBezTo>
                  <a:cubicBezTo>
                    <a:pt x="1502001" y="1608362"/>
                    <a:pt x="1463901" y="1622649"/>
                    <a:pt x="1425801" y="1622649"/>
                  </a:cubicBezTo>
                  <a:close/>
                  <a:moveTo>
                    <a:pt x="1147671" y="6257"/>
                  </a:moveTo>
                  <a:cubicBezTo>
                    <a:pt x="1110524" y="6257"/>
                    <a:pt x="1074329" y="19592"/>
                    <a:pt x="1044801" y="46262"/>
                  </a:cubicBezTo>
                  <a:lnTo>
                    <a:pt x="56106" y="936849"/>
                  </a:lnTo>
                  <a:cubicBezTo>
                    <a:pt x="14196" y="973997"/>
                    <a:pt x="-2949" y="1029242"/>
                    <a:pt x="8481" y="1083534"/>
                  </a:cubicBezTo>
                  <a:cubicBezTo>
                    <a:pt x="19911" y="1137827"/>
                    <a:pt x="58964" y="1180689"/>
                    <a:pt x="111351" y="1197834"/>
                  </a:cubicBezTo>
                  <a:lnTo>
                    <a:pt x="1376272" y="1609314"/>
                  </a:lnTo>
                  <a:cubicBezTo>
                    <a:pt x="1429611" y="1626459"/>
                    <a:pt x="1485809" y="1615029"/>
                    <a:pt x="1526766" y="1576929"/>
                  </a:cubicBezTo>
                  <a:cubicBezTo>
                    <a:pt x="1568676" y="1539782"/>
                    <a:pt x="1585822" y="1484537"/>
                    <a:pt x="1574391" y="1430244"/>
                  </a:cubicBezTo>
                  <a:lnTo>
                    <a:pt x="1298166" y="129129"/>
                  </a:lnTo>
                  <a:cubicBezTo>
                    <a:pt x="1286736" y="74837"/>
                    <a:pt x="1247684" y="31974"/>
                    <a:pt x="1195297" y="14829"/>
                  </a:cubicBezTo>
                  <a:cubicBezTo>
                    <a:pt x="1180056" y="9114"/>
                    <a:pt x="1163864" y="6257"/>
                    <a:pt x="1147671" y="6257"/>
                  </a:cubicBezTo>
                  <a:close/>
                </a:path>
              </a:pathLst>
            </a:custGeom>
            <a:grpFill/>
            <a:ln w="9525" cap="flat">
              <a:noFill/>
              <a:prstDash val="solid"/>
              <a:miter/>
            </a:ln>
          </p:spPr>
          <p:txBody>
            <a:bodyPr rtlCol="0" anchor="ctr"/>
            <a:lstStyle/>
            <a:p>
              <a:endParaRPr lang="en-US" sz="1730"/>
            </a:p>
          </p:txBody>
        </p:sp>
        <p:sp>
          <p:nvSpPr>
            <p:cNvPr id="81" name="Freeform: Shape 80">
              <a:extLst>
                <a:ext uri="{FF2B5EF4-FFF2-40B4-BE49-F238E27FC236}">
                  <a16:creationId xmlns:a16="http://schemas.microsoft.com/office/drawing/2014/main" id="{0ABDA59A-625F-451E-BBC5-4F89B8E5CA51}"/>
                </a:ext>
              </a:extLst>
            </p:cNvPr>
            <p:cNvSpPr/>
            <p:nvPr/>
          </p:nvSpPr>
          <p:spPr>
            <a:xfrm>
              <a:off x="5179859" y="2878404"/>
              <a:ext cx="1545260" cy="1640889"/>
            </a:xfrm>
            <a:custGeom>
              <a:avLst/>
              <a:gdLst>
                <a:gd name="connsiteX0" fmla="*/ 1222210 w 1545260"/>
                <a:gd name="connsiteY0" fmla="*/ 1640890 h 1640889"/>
                <a:gd name="connsiteX1" fmla="*/ 1126008 w 1545260"/>
                <a:gd name="connsiteY1" fmla="*/ 1608505 h 1640889"/>
                <a:gd name="connsiteX2" fmla="*/ 63970 w 1545260"/>
                <a:gd name="connsiteY2" fmla="*/ 807452 h 1640889"/>
                <a:gd name="connsiteX3" fmla="*/ 1105 w 1545260"/>
                <a:gd name="connsiteY3" fmla="*/ 660767 h 1640889"/>
                <a:gd name="connsiteX4" fmla="*/ 97308 w 1545260"/>
                <a:gd name="connsiteY4" fmla="*/ 533132 h 1640889"/>
                <a:gd name="connsiteX5" fmla="*/ 1322223 w 1545260"/>
                <a:gd name="connsiteY5" fmla="*/ 13067 h 1640889"/>
                <a:gd name="connsiteX6" fmla="*/ 1481290 w 1545260"/>
                <a:gd name="connsiteY6" fmla="*/ 32117 h 1640889"/>
                <a:gd name="connsiteX7" fmla="*/ 1544155 w 1545260"/>
                <a:gd name="connsiteY7" fmla="*/ 178802 h 1640889"/>
                <a:gd name="connsiteX8" fmla="*/ 1382230 w 1545260"/>
                <a:gd name="connsiteY8" fmla="*/ 1498967 h 1640889"/>
                <a:gd name="connsiteX9" fmla="*/ 1286028 w 1545260"/>
                <a:gd name="connsiteY9" fmla="*/ 1626602 h 1640889"/>
                <a:gd name="connsiteX10" fmla="*/ 1222210 w 1545260"/>
                <a:gd name="connsiteY10" fmla="*/ 1640890 h 1640889"/>
                <a:gd name="connsiteX11" fmla="*/ 1323175 w 1545260"/>
                <a:gd name="connsiteY11" fmla="*/ 15925 h 1640889"/>
                <a:gd name="connsiteX12" fmla="*/ 1324128 w 1545260"/>
                <a:gd name="connsiteY12" fmla="*/ 18782 h 1640889"/>
                <a:gd name="connsiteX13" fmla="*/ 100165 w 1545260"/>
                <a:gd name="connsiteY13" fmla="*/ 537895 h 1640889"/>
                <a:gd name="connsiteX14" fmla="*/ 6820 w 1545260"/>
                <a:gd name="connsiteY14" fmla="*/ 660767 h 1640889"/>
                <a:gd name="connsiteX15" fmla="*/ 66828 w 1545260"/>
                <a:gd name="connsiteY15" fmla="*/ 803642 h 1640889"/>
                <a:gd name="connsiteX16" fmla="*/ 1128865 w 1545260"/>
                <a:gd name="connsiteY16" fmla="*/ 1604695 h 1640889"/>
                <a:gd name="connsiteX17" fmla="*/ 1282218 w 1545260"/>
                <a:gd name="connsiteY17" fmla="*/ 1623745 h 1640889"/>
                <a:gd name="connsiteX18" fmla="*/ 1375563 w 1545260"/>
                <a:gd name="connsiteY18" fmla="*/ 1500872 h 1640889"/>
                <a:gd name="connsiteX19" fmla="*/ 1537488 w 1545260"/>
                <a:gd name="connsiteY19" fmla="*/ 180707 h 1640889"/>
                <a:gd name="connsiteX20" fmla="*/ 1477480 w 1545260"/>
                <a:gd name="connsiteY20" fmla="*/ 38785 h 1640889"/>
                <a:gd name="connsiteX21" fmla="*/ 1324128 w 1545260"/>
                <a:gd name="connsiteY21" fmla="*/ 19735 h 1640889"/>
                <a:gd name="connsiteX22" fmla="*/ 1323175 w 1545260"/>
                <a:gd name="connsiteY22" fmla="*/ 15925 h 16408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545260" h="1640889">
                  <a:moveTo>
                    <a:pt x="1222210" y="1640890"/>
                  </a:moveTo>
                  <a:cubicBezTo>
                    <a:pt x="1187920" y="1640890"/>
                    <a:pt x="1154583" y="1629460"/>
                    <a:pt x="1126008" y="1608505"/>
                  </a:cubicBezTo>
                  <a:lnTo>
                    <a:pt x="63970" y="807452"/>
                  </a:lnTo>
                  <a:cubicBezTo>
                    <a:pt x="18250" y="772210"/>
                    <a:pt x="-5562" y="717917"/>
                    <a:pt x="1105" y="660767"/>
                  </a:cubicBezTo>
                  <a:cubicBezTo>
                    <a:pt x="7773" y="603617"/>
                    <a:pt x="43968" y="555992"/>
                    <a:pt x="97308" y="533132"/>
                  </a:cubicBezTo>
                  <a:lnTo>
                    <a:pt x="1322223" y="13067"/>
                  </a:lnTo>
                  <a:cubicBezTo>
                    <a:pt x="1375563" y="-9793"/>
                    <a:pt x="1434618" y="-2173"/>
                    <a:pt x="1481290" y="32117"/>
                  </a:cubicBezTo>
                  <a:cubicBezTo>
                    <a:pt x="1527010" y="67360"/>
                    <a:pt x="1550823" y="121652"/>
                    <a:pt x="1544155" y="178802"/>
                  </a:cubicBezTo>
                  <a:lnTo>
                    <a:pt x="1382230" y="1498967"/>
                  </a:lnTo>
                  <a:cubicBezTo>
                    <a:pt x="1375563" y="1556117"/>
                    <a:pt x="1339368" y="1603742"/>
                    <a:pt x="1286028" y="1626602"/>
                  </a:cubicBezTo>
                  <a:cubicBezTo>
                    <a:pt x="1264120" y="1636127"/>
                    <a:pt x="1243165" y="1640890"/>
                    <a:pt x="1222210" y="1640890"/>
                  </a:cubicBezTo>
                  <a:close/>
                  <a:moveTo>
                    <a:pt x="1323175" y="15925"/>
                  </a:moveTo>
                  <a:lnTo>
                    <a:pt x="1324128" y="18782"/>
                  </a:lnTo>
                  <a:lnTo>
                    <a:pt x="100165" y="537895"/>
                  </a:lnTo>
                  <a:cubicBezTo>
                    <a:pt x="48730" y="559802"/>
                    <a:pt x="14440" y="605522"/>
                    <a:pt x="6820" y="660767"/>
                  </a:cubicBezTo>
                  <a:cubicBezTo>
                    <a:pt x="153" y="716965"/>
                    <a:pt x="23013" y="769352"/>
                    <a:pt x="66828" y="803642"/>
                  </a:cubicBezTo>
                  <a:lnTo>
                    <a:pt x="1128865" y="1604695"/>
                  </a:lnTo>
                  <a:cubicBezTo>
                    <a:pt x="1173633" y="1638032"/>
                    <a:pt x="1230783" y="1645652"/>
                    <a:pt x="1282218" y="1623745"/>
                  </a:cubicBezTo>
                  <a:cubicBezTo>
                    <a:pt x="1333653" y="1601837"/>
                    <a:pt x="1367943" y="1556117"/>
                    <a:pt x="1375563" y="1500872"/>
                  </a:cubicBezTo>
                  <a:lnTo>
                    <a:pt x="1537488" y="180707"/>
                  </a:lnTo>
                  <a:cubicBezTo>
                    <a:pt x="1544155" y="125462"/>
                    <a:pt x="1521295" y="72122"/>
                    <a:pt x="1477480" y="38785"/>
                  </a:cubicBezTo>
                  <a:cubicBezTo>
                    <a:pt x="1432713" y="5447"/>
                    <a:pt x="1375563" y="-2173"/>
                    <a:pt x="1324128" y="19735"/>
                  </a:cubicBezTo>
                  <a:lnTo>
                    <a:pt x="1323175" y="15925"/>
                  </a:lnTo>
                  <a:close/>
                </a:path>
              </a:pathLst>
            </a:custGeom>
            <a:grpFill/>
            <a:ln w="9525" cap="flat">
              <a:noFill/>
              <a:prstDash val="solid"/>
              <a:miter/>
            </a:ln>
          </p:spPr>
          <p:txBody>
            <a:bodyPr rtlCol="0" anchor="ctr"/>
            <a:lstStyle/>
            <a:p>
              <a:endParaRPr lang="en-US" sz="1730"/>
            </a:p>
          </p:txBody>
        </p:sp>
        <p:sp>
          <p:nvSpPr>
            <p:cNvPr id="82" name="Freeform: Shape 81">
              <a:extLst>
                <a:ext uri="{FF2B5EF4-FFF2-40B4-BE49-F238E27FC236}">
                  <a16:creationId xmlns:a16="http://schemas.microsoft.com/office/drawing/2014/main" id="{8FF37886-1883-475A-9E61-5E78DBBEDDAE}"/>
                </a:ext>
              </a:extLst>
            </p:cNvPr>
            <p:cNvSpPr/>
            <p:nvPr/>
          </p:nvSpPr>
          <p:spPr>
            <a:xfrm>
              <a:off x="5208682" y="3017783"/>
              <a:ext cx="1646681" cy="1514845"/>
            </a:xfrm>
            <a:custGeom>
              <a:avLst/>
              <a:gdLst>
                <a:gd name="connsiteX0" fmla="*/ 902875 w 1646681"/>
                <a:gd name="connsiteY0" fmla="*/ 1514846 h 1514845"/>
                <a:gd name="connsiteX1" fmla="*/ 770477 w 1646681"/>
                <a:gd name="connsiteY1" fmla="*/ 1444361 h 1514845"/>
                <a:gd name="connsiteX2" fmla="*/ 27527 w 1646681"/>
                <a:gd name="connsiteY2" fmla="*/ 341366 h 1514845"/>
                <a:gd name="connsiteX3" fmla="*/ 16097 w 1646681"/>
                <a:gd name="connsiteY3" fmla="*/ 182298 h 1514845"/>
                <a:gd name="connsiteX4" fmla="*/ 148495 w 1646681"/>
                <a:gd name="connsiteY4" fmla="*/ 92763 h 1514845"/>
                <a:gd name="connsiteX5" fmla="*/ 1475327 w 1646681"/>
                <a:gd name="connsiteY5" fmla="*/ 371 h 1514845"/>
                <a:gd name="connsiteX6" fmla="*/ 1619155 w 1646681"/>
                <a:gd name="connsiteY6" fmla="*/ 70856 h 1514845"/>
                <a:gd name="connsiteX7" fmla="*/ 1630585 w 1646681"/>
                <a:gd name="connsiteY7" fmla="*/ 229923 h 1514845"/>
                <a:gd name="connsiteX8" fmla="*/ 1047655 w 1646681"/>
                <a:gd name="connsiteY8" fmla="*/ 1424358 h 1514845"/>
                <a:gd name="connsiteX9" fmla="*/ 915257 w 1646681"/>
                <a:gd name="connsiteY9" fmla="*/ 1513893 h 1514845"/>
                <a:gd name="connsiteX10" fmla="*/ 902875 w 1646681"/>
                <a:gd name="connsiteY10" fmla="*/ 1514846 h 1514845"/>
                <a:gd name="connsiteX11" fmla="*/ 1475327 w 1646681"/>
                <a:gd name="connsiteY11" fmla="*/ 2276 h 1514845"/>
                <a:gd name="connsiteX12" fmla="*/ 1475327 w 1646681"/>
                <a:gd name="connsiteY12" fmla="*/ 5133 h 1514845"/>
                <a:gd name="connsiteX13" fmla="*/ 148495 w 1646681"/>
                <a:gd name="connsiteY13" fmla="*/ 97526 h 1514845"/>
                <a:gd name="connsiteX14" fmla="*/ 20860 w 1646681"/>
                <a:gd name="connsiteY14" fmla="*/ 184203 h 1514845"/>
                <a:gd name="connsiteX15" fmla="*/ 31337 w 1646681"/>
                <a:gd name="connsiteY15" fmla="*/ 338508 h 1514845"/>
                <a:gd name="connsiteX16" fmla="*/ 775240 w 1646681"/>
                <a:gd name="connsiteY16" fmla="*/ 1441503 h 1514845"/>
                <a:gd name="connsiteX17" fmla="*/ 914305 w 1646681"/>
                <a:gd name="connsiteY17" fmla="*/ 1509131 h 1514845"/>
                <a:gd name="connsiteX18" fmla="*/ 1041940 w 1646681"/>
                <a:gd name="connsiteY18" fmla="*/ 1422453 h 1514845"/>
                <a:gd name="connsiteX19" fmla="*/ 1624870 w 1646681"/>
                <a:gd name="connsiteY19" fmla="*/ 227066 h 1514845"/>
                <a:gd name="connsiteX20" fmla="*/ 1614392 w 1646681"/>
                <a:gd name="connsiteY20" fmla="*/ 72761 h 1514845"/>
                <a:gd name="connsiteX21" fmla="*/ 1475327 w 1646681"/>
                <a:gd name="connsiteY21" fmla="*/ 5133 h 1514845"/>
                <a:gd name="connsiteX22" fmla="*/ 1475327 w 1646681"/>
                <a:gd name="connsiteY22" fmla="*/ 2276 h 1514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646681" h="1514845">
                  <a:moveTo>
                    <a:pt x="902875" y="1514846"/>
                  </a:moveTo>
                  <a:cubicBezTo>
                    <a:pt x="849535" y="1514846"/>
                    <a:pt x="800957" y="1489128"/>
                    <a:pt x="770477" y="1444361"/>
                  </a:cubicBezTo>
                  <a:lnTo>
                    <a:pt x="27527" y="341366"/>
                  </a:lnTo>
                  <a:cubicBezTo>
                    <a:pt x="-4858" y="293741"/>
                    <a:pt x="-8668" y="233733"/>
                    <a:pt x="16097" y="182298"/>
                  </a:cubicBezTo>
                  <a:cubicBezTo>
                    <a:pt x="41815" y="129911"/>
                    <a:pt x="91345" y="96573"/>
                    <a:pt x="148495" y="92763"/>
                  </a:cubicBezTo>
                  <a:lnTo>
                    <a:pt x="1475327" y="371"/>
                  </a:lnTo>
                  <a:cubicBezTo>
                    <a:pt x="1533430" y="-3439"/>
                    <a:pt x="1586770" y="22278"/>
                    <a:pt x="1619155" y="70856"/>
                  </a:cubicBezTo>
                  <a:cubicBezTo>
                    <a:pt x="1651540" y="118481"/>
                    <a:pt x="1655350" y="178488"/>
                    <a:pt x="1630585" y="229923"/>
                  </a:cubicBezTo>
                  <a:lnTo>
                    <a:pt x="1047655" y="1424358"/>
                  </a:lnTo>
                  <a:cubicBezTo>
                    <a:pt x="1021937" y="1476746"/>
                    <a:pt x="972407" y="1510083"/>
                    <a:pt x="915257" y="1513893"/>
                  </a:cubicBezTo>
                  <a:cubicBezTo>
                    <a:pt x="910495" y="1513893"/>
                    <a:pt x="906685" y="1514846"/>
                    <a:pt x="902875" y="1514846"/>
                  </a:cubicBezTo>
                  <a:close/>
                  <a:moveTo>
                    <a:pt x="1475327" y="2276"/>
                  </a:moveTo>
                  <a:lnTo>
                    <a:pt x="1475327" y="5133"/>
                  </a:lnTo>
                  <a:lnTo>
                    <a:pt x="148495" y="97526"/>
                  </a:lnTo>
                  <a:cubicBezTo>
                    <a:pt x="93250" y="101336"/>
                    <a:pt x="45625" y="133720"/>
                    <a:pt x="20860" y="184203"/>
                  </a:cubicBezTo>
                  <a:cubicBezTo>
                    <a:pt x="-3905" y="234686"/>
                    <a:pt x="857" y="291836"/>
                    <a:pt x="31337" y="338508"/>
                  </a:cubicBezTo>
                  <a:lnTo>
                    <a:pt x="775240" y="1441503"/>
                  </a:lnTo>
                  <a:cubicBezTo>
                    <a:pt x="806672" y="1488176"/>
                    <a:pt x="858107" y="1512941"/>
                    <a:pt x="914305" y="1509131"/>
                  </a:cubicBezTo>
                  <a:cubicBezTo>
                    <a:pt x="969550" y="1505321"/>
                    <a:pt x="1018127" y="1472936"/>
                    <a:pt x="1041940" y="1422453"/>
                  </a:cubicBezTo>
                  <a:lnTo>
                    <a:pt x="1624870" y="227066"/>
                  </a:lnTo>
                  <a:cubicBezTo>
                    <a:pt x="1649635" y="176583"/>
                    <a:pt x="1644872" y="119433"/>
                    <a:pt x="1614392" y="72761"/>
                  </a:cubicBezTo>
                  <a:cubicBezTo>
                    <a:pt x="1582960" y="26088"/>
                    <a:pt x="1531525" y="1323"/>
                    <a:pt x="1475327" y="5133"/>
                  </a:cubicBezTo>
                  <a:lnTo>
                    <a:pt x="1475327" y="2276"/>
                  </a:lnTo>
                  <a:close/>
                </a:path>
              </a:pathLst>
            </a:custGeom>
            <a:grpFill/>
            <a:ln w="9525" cap="flat">
              <a:noFill/>
              <a:prstDash val="solid"/>
              <a:miter/>
            </a:ln>
          </p:spPr>
          <p:txBody>
            <a:bodyPr rtlCol="0" anchor="ctr"/>
            <a:lstStyle/>
            <a:p>
              <a:endParaRPr lang="en-US" sz="1730"/>
            </a:p>
          </p:txBody>
        </p:sp>
        <p:sp>
          <p:nvSpPr>
            <p:cNvPr id="83" name="Freeform: Shape 82">
              <a:extLst>
                <a:ext uri="{FF2B5EF4-FFF2-40B4-BE49-F238E27FC236}">
                  <a16:creationId xmlns:a16="http://schemas.microsoft.com/office/drawing/2014/main" id="{798377FB-665F-4899-86A8-48FF769AC164}"/>
                </a:ext>
              </a:extLst>
            </p:cNvPr>
            <p:cNvSpPr/>
            <p:nvPr/>
          </p:nvSpPr>
          <p:spPr>
            <a:xfrm>
              <a:off x="5329614" y="2845675"/>
              <a:ext cx="1604843" cy="1605039"/>
            </a:xfrm>
            <a:custGeom>
              <a:avLst/>
              <a:gdLst>
                <a:gd name="connsiteX0" fmla="*/ 504765 w 1604843"/>
                <a:gd name="connsiteY0" fmla="*/ 1605039 h 1605039"/>
                <a:gd name="connsiteX1" fmla="*/ 462856 w 1604843"/>
                <a:gd name="connsiteY1" fmla="*/ 1599324 h 1605039"/>
                <a:gd name="connsiteX2" fmla="*/ 349508 w 1604843"/>
                <a:gd name="connsiteY2" fmla="*/ 1485977 h 1605039"/>
                <a:gd name="connsiteX3" fmla="*/ 5655 w 1604843"/>
                <a:gd name="connsiteY3" fmla="*/ 201054 h 1605039"/>
                <a:gd name="connsiteX4" fmla="*/ 46613 w 1604843"/>
                <a:gd name="connsiteY4" fmla="*/ 46749 h 1605039"/>
                <a:gd name="connsiteX5" fmla="*/ 200918 w 1604843"/>
                <a:gd name="connsiteY5" fmla="*/ 5792 h 1605039"/>
                <a:gd name="connsiteX6" fmla="*/ 1485841 w 1604843"/>
                <a:gd name="connsiteY6" fmla="*/ 350597 h 1605039"/>
                <a:gd name="connsiteX7" fmla="*/ 1599188 w 1604843"/>
                <a:gd name="connsiteY7" fmla="*/ 463944 h 1605039"/>
                <a:gd name="connsiteX8" fmla="*/ 1558231 w 1604843"/>
                <a:gd name="connsiteY8" fmla="*/ 618249 h 1605039"/>
                <a:gd name="connsiteX9" fmla="*/ 617161 w 1604843"/>
                <a:gd name="connsiteY9" fmla="*/ 1559319 h 1605039"/>
                <a:gd name="connsiteX10" fmla="*/ 504765 w 1604843"/>
                <a:gd name="connsiteY10" fmla="*/ 1605039 h 1605039"/>
                <a:gd name="connsiteX11" fmla="*/ 159008 w 1604843"/>
                <a:gd name="connsiteY11" fmla="*/ 4839 h 1605039"/>
                <a:gd name="connsiteX12" fmla="*/ 50423 w 1604843"/>
                <a:gd name="connsiteY12" fmla="*/ 50559 h 1605039"/>
                <a:gd name="connsiteX13" fmla="*/ 10418 w 1604843"/>
                <a:gd name="connsiteY13" fmla="*/ 200102 h 1605039"/>
                <a:gd name="connsiteX14" fmla="*/ 355223 w 1604843"/>
                <a:gd name="connsiteY14" fmla="*/ 1485024 h 1605039"/>
                <a:gd name="connsiteX15" fmla="*/ 464760 w 1604843"/>
                <a:gd name="connsiteY15" fmla="*/ 1594562 h 1605039"/>
                <a:gd name="connsiteX16" fmla="*/ 614303 w 1604843"/>
                <a:gd name="connsiteY16" fmla="*/ 1554557 h 1605039"/>
                <a:gd name="connsiteX17" fmla="*/ 1555373 w 1604843"/>
                <a:gd name="connsiteY17" fmla="*/ 613487 h 1605039"/>
                <a:gd name="connsiteX18" fmla="*/ 1595378 w 1604843"/>
                <a:gd name="connsiteY18" fmla="*/ 463944 h 1605039"/>
                <a:gd name="connsiteX19" fmla="*/ 1485841 w 1604843"/>
                <a:gd name="connsiteY19" fmla="*/ 354407 h 1605039"/>
                <a:gd name="connsiteX20" fmla="*/ 199965 w 1604843"/>
                <a:gd name="connsiteY20" fmla="*/ 10554 h 1605039"/>
                <a:gd name="connsiteX21" fmla="*/ 159008 w 1604843"/>
                <a:gd name="connsiteY21" fmla="*/ 4839 h 1605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04843" h="1605039">
                  <a:moveTo>
                    <a:pt x="504765" y="1605039"/>
                  </a:moveTo>
                  <a:cubicBezTo>
                    <a:pt x="490478" y="1605039"/>
                    <a:pt x="477143" y="1603134"/>
                    <a:pt x="462856" y="1599324"/>
                  </a:cubicBezTo>
                  <a:cubicBezTo>
                    <a:pt x="406658" y="1584084"/>
                    <a:pt x="364748" y="1542174"/>
                    <a:pt x="349508" y="1485977"/>
                  </a:cubicBezTo>
                  <a:lnTo>
                    <a:pt x="5655" y="201054"/>
                  </a:lnTo>
                  <a:cubicBezTo>
                    <a:pt x="-9585" y="144857"/>
                    <a:pt x="6608" y="87707"/>
                    <a:pt x="46613" y="46749"/>
                  </a:cubicBezTo>
                  <a:cubicBezTo>
                    <a:pt x="87570" y="5792"/>
                    <a:pt x="144720" y="-9448"/>
                    <a:pt x="200918" y="5792"/>
                  </a:cubicBezTo>
                  <a:lnTo>
                    <a:pt x="1485841" y="350597"/>
                  </a:lnTo>
                  <a:cubicBezTo>
                    <a:pt x="1542038" y="365837"/>
                    <a:pt x="1583948" y="407747"/>
                    <a:pt x="1599188" y="463944"/>
                  </a:cubicBezTo>
                  <a:cubicBezTo>
                    <a:pt x="1614428" y="520142"/>
                    <a:pt x="1598236" y="577292"/>
                    <a:pt x="1558231" y="618249"/>
                  </a:cubicBezTo>
                  <a:lnTo>
                    <a:pt x="617161" y="1559319"/>
                  </a:lnTo>
                  <a:cubicBezTo>
                    <a:pt x="586681" y="1588847"/>
                    <a:pt x="546675" y="1605039"/>
                    <a:pt x="504765" y="1605039"/>
                  </a:cubicBezTo>
                  <a:close/>
                  <a:moveTo>
                    <a:pt x="159008" y="4839"/>
                  </a:moveTo>
                  <a:cubicBezTo>
                    <a:pt x="119003" y="4839"/>
                    <a:pt x="79950" y="21032"/>
                    <a:pt x="50423" y="50559"/>
                  </a:cubicBezTo>
                  <a:cubicBezTo>
                    <a:pt x="11370" y="89612"/>
                    <a:pt x="-3870" y="145809"/>
                    <a:pt x="10418" y="200102"/>
                  </a:cubicBezTo>
                  <a:lnTo>
                    <a:pt x="355223" y="1485024"/>
                  </a:lnTo>
                  <a:cubicBezTo>
                    <a:pt x="369510" y="1539317"/>
                    <a:pt x="410468" y="1579322"/>
                    <a:pt x="464760" y="1594562"/>
                  </a:cubicBezTo>
                  <a:cubicBezTo>
                    <a:pt x="519053" y="1608849"/>
                    <a:pt x="574298" y="1593609"/>
                    <a:pt x="614303" y="1554557"/>
                  </a:cubicBezTo>
                  <a:lnTo>
                    <a:pt x="1555373" y="613487"/>
                  </a:lnTo>
                  <a:cubicBezTo>
                    <a:pt x="1594426" y="574434"/>
                    <a:pt x="1609666" y="518237"/>
                    <a:pt x="1595378" y="463944"/>
                  </a:cubicBezTo>
                  <a:cubicBezTo>
                    <a:pt x="1581091" y="409652"/>
                    <a:pt x="1540133" y="369647"/>
                    <a:pt x="1485841" y="354407"/>
                  </a:cubicBezTo>
                  <a:lnTo>
                    <a:pt x="199965" y="10554"/>
                  </a:lnTo>
                  <a:cubicBezTo>
                    <a:pt x="185678" y="6744"/>
                    <a:pt x="172343" y="4839"/>
                    <a:pt x="159008" y="4839"/>
                  </a:cubicBezTo>
                  <a:close/>
                </a:path>
              </a:pathLst>
            </a:custGeom>
            <a:grpFill/>
            <a:ln w="9525" cap="flat">
              <a:noFill/>
              <a:prstDash val="solid"/>
              <a:miter/>
            </a:ln>
          </p:spPr>
          <p:txBody>
            <a:bodyPr rtlCol="0" anchor="ctr"/>
            <a:lstStyle/>
            <a:p>
              <a:endParaRPr lang="en-US" sz="1730"/>
            </a:p>
          </p:txBody>
        </p:sp>
        <p:sp>
          <p:nvSpPr>
            <p:cNvPr id="84" name="Freeform: Shape 83">
              <a:extLst>
                <a:ext uri="{FF2B5EF4-FFF2-40B4-BE49-F238E27FC236}">
                  <a16:creationId xmlns:a16="http://schemas.microsoft.com/office/drawing/2014/main" id="{A1B6E554-C7FE-437C-B43A-26461DDBED1D}"/>
                </a:ext>
              </a:extLst>
            </p:cNvPr>
            <p:cNvSpPr/>
            <p:nvPr/>
          </p:nvSpPr>
          <p:spPr>
            <a:xfrm>
              <a:off x="5435874" y="2634946"/>
              <a:ext cx="1515194" cy="1647175"/>
            </a:xfrm>
            <a:custGeom>
              <a:avLst/>
              <a:gdLst>
                <a:gd name="connsiteX0" fmla="*/ 160380 w 1515194"/>
                <a:gd name="connsiteY0" fmla="*/ 1647176 h 1647175"/>
                <a:gd name="connsiteX1" fmla="*/ 70845 w 1515194"/>
                <a:gd name="connsiteY1" fmla="*/ 1619553 h 1647175"/>
                <a:gd name="connsiteX2" fmla="*/ 360 w 1515194"/>
                <a:gd name="connsiteY2" fmla="*/ 1475726 h 1647175"/>
                <a:gd name="connsiteX3" fmla="*/ 92752 w 1515194"/>
                <a:gd name="connsiteY3" fmla="*/ 148893 h 1647175"/>
                <a:gd name="connsiteX4" fmla="*/ 182287 w 1515194"/>
                <a:gd name="connsiteY4" fmla="*/ 16496 h 1647175"/>
                <a:gd name="connsiteX5" fmla="*/ 341355 w 1515194"/>
                <a:gd name="connsiteY5" fmla="*/ 27926 h 1647175"/>
                <a:gd name="connsiteX6" fmla="*/ 1444350 w 1515194"/>
                <a:gd name="connsiteY6" fmla="*/ 771828 h 1647175"/>
                <a:gd name="connsiteX7" fmla="*/ 1514835 w 1515194"/>
                <a:gd name="connsiteY7" fmla="*/ 915656 h 1647175"/>
                <a:gd name="connsiteX8" fmla="*/ 1425300 w 1515194"/>
                <a:gd name="connsiteY8" fmla="*/ 1048053 h 1647175"/>
                <a:gd name="connsiteX9" fmla="*/ 230865 w 1515194"/>
                <a:gd name="connsiteY9" fmla="*/ 1630983 h 1647175"/>
                <a:gd name="connsiteX10" fmla="*/ 160380 w 1515194"/>
                <a:gd name="connsiteY10" fmla="*/ 1647176 h 1647175"/>
                <a:gd name="connsiteX11" fmla="*/ 253725 w 1515194"/>
                <a:gd name="connsiteY11" fmla="*/ 5066 h 1647175"/>
                <a:gd name="connsiteX12" fmla="*/ 186097 w 1515194"/>
                <a:gd name="connsiteY12" fmla="*/ 21258 h 1647175"/>
                <a:gd name="connsiteX13" fmla="*/ 99420 w 1515194"/>
                <a:gd name="connsiteY13" fmla="*/ 148893 h 1647175"/>
                <a:gd name="connsiteX14" fmla="*/ 7027 w 1515194"/>
                <a:gd name="connsiteY14" fmla="*/ 1475726 h 1647175"/>
                <a:gd name="connsiteX15" fmla="*/ 74655 w 1515194"/>
                <a:gd name="connsiteY15" fmla="*/ 1614791 h 1647175"/>
                <a:gd name="connsiteX16" fmla="*/ 228960 w 1515194"/>
                <a:gd name="connsiteY16" fmla="*/ 1625268 h 1647175"/>
                <a:gd name="connsiteX17" fmla="*/ 1424347 w 1515194"/>
                <a:gd name="connsiteY17" fmla="*/ 1042338 h 1647175"/>
                <a:gd name="connsiteX18" fmla="*/ 1511025 w 1515194"/>
                <a:gd name="connsiteY18" fmla="*/ 914703 h 1647175"/>
                <a:gd name="connsiteX19" fmla="*/ 1443397 w 1515194"/>
                <a:gd name="connsiteY19" fmla="*/ 775638 h 1647175"/>
                <a:gd name="connsiteX20" fmla="*/ 340402 w 1515194"/>
                <a:gd name="connsiteY20" fmla="*/ 31736 h 1647175"/>
                <a:gd name="connsiteX21" fmla="*/ 253725 w 1515194"/>
                <a:gd name="connsiteY21" fmla="*/ 5066 h 1647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15194" h="1647175">
                  <a:moveTo>
                    <a:pt x="160380" y="1647176"/>
                  </a:moveTo>
                  <a:cubicBezTo>
                    <a:pt x="128947" y="1647176"/>
                    <a:pt x="98467" y="1637651"/>
                    <a:pt x="70845" y="1619553"/>
                  </a:cubicBezTo>
                  <a:cubicBezTo>
                    <a:pt x="23220" y="1587168"/>
                    <a:pt x="-3450" y="1533828"/>
                    <a:pt x="360" y="1475726"/>
                  </a:cubicBezTo>
                  <a:lnTo>
                    <a:pt x="92752" y="148893"/>
                  </a:lnTo>
                  <a:cubicBezTo>
                    <a:pt x="96562" y="90791"/>
                    <a:pt x="129900" y="41261"/>
                    <a:pt x="182287" y="16496"/>
                  </a:cubicBezTo>
                  <a:cubicBezTo>
                    <a:pt x="234675" y="-9222"/>
                    <a:pt x="293730" y="-4459"/>
                    <a:pt x="341355" y="27926"/>
                  </a:cubicBezTo>
                  <a:lnTo>
                    <a:pt x="1444350" y="771828"/>
                  </a:lnTo>
                  <a:cubicBezTo>
                    <a:pt x="1491975" y="804213"/>
                    <a:pt x="1518645" y="857553"/>
                    <a:pt x="1514835" y="915656"/>
                  </a:cubicBezTo>
                  <a:cubicBezTo>
                    <a:pt x="1511025" y="973758"/>
                    <a:pt x="1477687" y="1023288"/>
                    <a:pt x="1425300" y="1048053"/>
                  </a:cubicBezTo>
                  <a:lnTo>
                    <a:pt x="230865" y="1630983"/>
                  </a:lnTo>
                  <a:cubicBezTo>
                    <a:pt x="208005" y="1641461"/>
                    <a:pt x="184192" y="1647176"/>
                    <a:pt x="160380" y="1647176"/>
                  </a:cubicBezTo>
                  <a:close/>
                  <a:moveTo>
                    <a:pt x="253725" y="5066"/>
                  </a:moveTo>
                  <a:cubicBezTo>
                    <a:pt x="230865" y="5066"/>
                    <a:pt x="208005" y="10781"/>
                    <a:pt x="186097" y="21258"/>
                  </a:cubicBezTo>
                  <a:cubicBezTo>
                    <a:pt x="135615" y="46023"/>
                    <a:pt x="103230" y="93648"/>
                    <a:pt x="99420" y="148893"/>
                  </a:cubicBezTo>
                  <a:lnTo>
                    <a:pt x="7027" y="1475726"/>
                  </a:lnTo>
                  <a:cubicBezTo>
                    <a:pt x="3217" y="1530971"/>
                    <a:pt x="27982" y="1583358"/>
                    <a:pt x="74655" y="1614791"/>
                  </a:cubicBezTo>
                  <a:cubicBezTo>
                    <a:pt x="121327" y="1646223"/>
                    <a:pt x="178477" y="1650033"/>
                    <a:pt x="228960" y="1625268"/>
                  </a:cubicBezTo>
                  <a:lnTo>
                    <a:pt x="1424347" y="1042338"/>
                  </a:lnTo>
                  <a:cubicBezTo>
                    <a:pt x="1474830" y="1017573"/>
                    <a:pt x="1507215" y="969948"/>
                    <a:pt x="1511025" y="914703"/>
                  </a:cubicBezTo>
                  <a:cubicBezTo>
                    <a:pt x="1514835" y="859458"/>
                    <a:pt x="1490070" y="807071"/>
                    <a:pt x="1443397" y="775638"/>
                  </a:cubicBezTo>
                  <a:lnTo>
                    <a:pt x="340402" y="31736"/>
                  </a:lnTo>
                  <a:cubicBezTo>
                    <a:pt x="313732" y="14591"/>
                    <a:pt x="284205" y="5066"/>
                    <a:pt x="253725" y="5066"/>
                  </a:cubicBezTo>
                  <a:close/>
                </a:path>
              </a:pathLst>
            </a:custGeom>
            <a:grpFill/>
            <a:ln w="9525" cap="flat">
              <a:noFill/>
              <a:prstDash val="solid"/>
              <a:miter/>
            </a:ln>
          </p:spPr>
          <p:txBody>
            <a:bodyPr rtlCol="0" anchor="ctr"/>
            <a:lstStyle/>
            <a:p>
              <a:endParaRPr lang="en-US" sz="1730"/>
            </a:p>
          </p:txBody>
        </p:sp>
        <p:sp>
          <p:nvSpPr>
            <p:cNvPr id="85" name="Freeform: Shape 84">
              <a:extLst>
                <a:ext uri="{FF2B5EF4-FFF2-40B4-BE49-F238E27FC236}">
                  <a16:creationId xmlns:a16="http://schemas.microsoft.com/office/drawing/2014/main" id="{6916078A-4E6C-4B1D-8F43-B3F2605CCBBA}"/>
                </a:ext>
              </a:extLst>
            </p:cNvPr>
            <p:cNvSpPr/>
            <p:nvPr/>
          </p:nvSpPr>
          <p:spPr>
            <a:xfrm>
              <a:off x="5267647" y="2501714"/>
              <a:ext cx="1640193" cy="1544187"/>
            </a:xfrm>
            <a:custGeom>
              <a:avLst/>
              <a:gdLst>
                <a:gd name="connsiteX0" fmla="*/ 159062 w 1640193"/>
                <a:gd name="connsiteY0" fmla="*/ 1544188 h 1544187"/>
                <a:gd name="connsiteX1" fmla="*/ 32379 w 1640193"/>
                <a:gd name="connsiteY1" fmla="*/ 1480370 h 1544187"/>
                <a:gd name="connsiteX2" fmla="*/ 13329 w 1640193"/>
                <a:gd name="connsiteY2" fmla="*/ 1321303 h 1544187"/>
                <a:gd name="connsiteX3" fmla="*/ 532442 w 1640193"/>
                <a:gd name="connsiteY3" fmla="*/ 97340 h 1544187"/>
                <a:gd name="connsiteX4" fmla="*/ 660077 w 1640193"/>
                <a:gd name="connsiteY4" fmla="*/ 1138 h 1544187"/>
                <a:gd name="connsiteX5" fmla="*/ 806762 w 1640193"/>
                <a:gd name="connsiteY5" fmla="*/ 64003 h 1544187"/>
                <a:gd name="connsiteX6" fmla="*/ 1607814 w 1640193"/>
                <a:gd name="connsiteY6" fmla="*/ 1126040 h 1544187"/>
                <a:gd name="connsiteX7" fmla="*/ 1626864 w 1640193"/>
                <a:gd name="connsiteY7" fmla="*/ 1285108 h 1544187"/>
                <a:gd name="connsiteX8" fmla="*/ 1499229 w 1640193"/>
                <a:gd name="connsiteY8" fmla="*/ 1381310 h 1544187"/>
                <a:gd name="connsiteX9" fmla="*/ 179064 w 1640193"/>
                <a:gd name="connsiteY9" fmla="*/ 1543235 h 1544187"/>
                <a:gd name="connsiteX10" fmla="*/ 159062 w 1640193"/>
                <a:gd name="connsiteY10" fmla="*/ 1544188 h 1544187"/>
                <a:gd name="connsiteX11" fmla="*/ 680079 w 1640193"/>
                <a:gd name="connsiteY11" fmla="*/ 4948 h 1544187"/>
                <a:gd name="connsiteX12" fmla="*/ 661029 w 1640193"/>
                <a:gd name="connsiteY12" fmla="*/ 5900 h 1544187"/>
                <a:gd name="connsiteX13" fmla="*/ 538157 w 1640193"/>
                <a:gd name="connsiteY13" fmla="*/ 99245 h 1544187"/>
                <a:gd name="connsiteX14" fmla="*/ 18092 w 1640193"/>
                <a:gd name="connsiteY14" fmla="*/ 1324160 h 1544187"/>
                <a:gd name="connsiteX15" fmla="*/ 37142 w 1640193"/>
                <a:gd name="connsiteY15" fmla="*/ 1477513 h 1544187"/>
                <a:gd name="connsiteX16" fmla="*/ 179064 w 1640193"/>
                <a:gd name="connsiteY16" fmla="*/ 1537520 h 1544187"/>
                <a:gd name="connsiteX17" fmla="*/ 1499229 w 1640193"/>
                <a:gd name="connsiteY17" fmla="*/ 1375595 h 1544187"/>
                <a:gd name="connsiteX18" fmla="*/ 1622102 w 1640193"/>
                <a:gd name="connsiteY18" fmla="*/ 1282250 h 1544187"/>
                <a:gd name="connsiteX19" fmla="*/ 1603052 w 1640193"/>
                <a:gd name="connsiteY19" fmla="*/ 1128898 h 1544187"/>
                <a:gd name="connsiteX20" fmla="*/ 802952 w 1640193"/>
                <a:gd name="connsiteY20" fmla="*/ 66860 h 1544187"/>
                <a:gd name="connsiteX21" fmla="*/ 680079 w 1640193"/>
                <a:gd name="connsiteY21" fmla="*/ 4948 h 1544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0193" h="1544187">
                  <a:moveTo>
                    <a:pt x="159062" y="1544188"/>
                  </a:moveTo>
                  <a:cubicBezTo>
                    <a:pt x="109532" y="1544188"/>
                    <a:pt x="62859" y="1521328"/>
                    <a:pt x="32379" y="1480370"/>
                  </a:cubicBezTo>
                  <a:cubicBezTo>
                    <a:pt x="-2863" y="1434650"/>
                    <a:pt x="-9531" y="1374643"/>
                    <a:pt x="13329" y="1321303"/>
                  </a:cubicBezTo>
                  <a:lnTo>
                    <a:pt x="532442" y="97340"/>
                  </a:lnTo>
                  <a:cubicBezTo>
                    <a:pt x="555302" y="44000"/>
                    <a:pt x="602927" y="7805"/>
                    <a:pt x="660077" y="1138"/>
                  </a:cubicBezTo>
                  <a:cubicBezTo>
                    <a:pt x="717227" y="-5530"/>
                    <a:pt x="772472" y="17330"/>
                    <a:pt x="806762" y="64003"/>
                  </a:cubicBezTo>
                  <a:lnTo>
                    <a:pt x="1607814" y="1126040"/>
                  </a:lnTo>
                  <a:cubicBezTo>
                    <a:pt x="1643057" y="1171760"/>
                    <a:pt x="1649724" y="1231768"/>
                    <a:pt x="1626864" y="1285108"/>
                  </a:cubicBezTo>
                  <a:cubicBezTo>
                    <a:pt x="1604004" y="1338448"/>
                    <a:pt x="1556379" y="1374643"/>
                    <a:pt x="1499229" y="1381310"/>
                  </a:cubicBezTo>
                  <a:lnTo>
                    <a:pt x="179064" y="1543235"/>
                  </a:lnTo>
                  <a:cubicBezTo>
                    <a:pt x="172397" y="1544188"/>
                    <a:pt x="165729" y="1544188"/>
                    <a:pt x="159062" y="1544188"/>
                  </a:cubicBezTo>
                  <a:close/>
                  <a:moveTo>
                    <a:pt x="680079" y="4948"/>
                  </a:moveTo>
                  <a:cubicBezTo>
                    <a:pt x="673412" y="4948"/>
                    <a:pt x="666744" y="4948"/>
                    <a:pt x="661029" y="5900"/>
                  </a:cubicBezTo>
                  <a:cubicBezTo>
                    <a:pt x="605784" y="12568"/>
                    <a:pt x="559112" y="47810"/>
                    <a:pt x="538157" y="99245"/>
                  </a:cubicBezTo>
                  <a:lnTo>
                    <a:pt x="18092" y="1324160"/>
                  </a:lnTo>
                  <a:cubicBezTo>
                    <a:pt x="-3816" y="1375595"/>
                    <a:pt x="2852" y="1432745"/>
                    <a:pt x="37142" y="1477513"/>
                  </a:cubicBezTo>
                  <a:cubicBezTo>
                    <a:pt x="70479" y="1522280"/>
                    <a:pt x="123819" y="1544188"/>
                    <a:pt x="179064" y="1537520"/>
                  </a:cubicBezTo>
                  <a:lnTo>
                    <a:pt x="1499229" y="1375595"/>
                  </a:lnTo>
                  <a:cubicBezTo>
                    <a:pt x="1554474" y="1368928"/>
                    <a:pt x="1601147" y="1333685"/>
                    <a:pt x="1622102" y="1282250"/>
                  </a:cubicBezTo>
                  <a:cubicBezTo>
                    <a:pt x="1644009" y="1230815"/>
                    <a:pt x="1637342" y="1173665"/>
                    <a:pt x="1603052" y="1128898"/>
                  </a:cubicBezTo>
                  <a:lnTo>
                    <a:pt x="802952" y="66860"/>
                  </a:lnTo>
                  <a:cubicBezTo>
                    <a:pt x="773424" y="27808"/>
                    <a:pt x="728657" y="4948"/>
                    <a:pt x="680079" y="4948"/>
                  </a:cubicBezTo>
                  <a:close/>
                </a:path>
              </a:pathLst>
            </a:custGeom>
            <a:grpFill/>
            <a:ln w="9525" cap="flat">
              <a:noFill/>
              <a:prstDash val="solid"/>
              <a:miter/>
            </a:ln>
          </p:spPr>
          <p:txBody>
            <a:bodyPr rtlCol="0" anchor="ctr"/>
            <a:lstStyle/>
            <a:p>
              <a:endParaRPr lang="en-US" sz="1730"/>
            </a:p>
          </p:txBody>
        </p:sp>
        <p:sp>
          <p:nvSpPr>
            <p:cNvPr id="86" name="Freeform: Shape 85">
              <a:extLst>
                <a:ext uri="{FF2B5EF4-FFF2-40B4-BE49-F238E27FC236}">
                  <a16:creationId xmlns:a16="http://schemas.microsoft.com/office/drawing/2014/main" id="{870BEE33-905A-44A9-86EB-CC160AFE1010}"/>
                </a:ext>
              </a:extLst>
            </p:cNvPr>
            <p:cNvSpPr/>
            <p:nvPr/>
          </p:nvSpPr>
          <p:spPr>
            <a:xfrm>
              <a:off x="5184232" y="2459493"/>
              <a:ext cx="1623190" cy="1584503"/>
            </a:xfrm>
            <a:custGeom>
              <a:avLst/>
              <a:gdLst>
                <a:gd name="connsiteX0" fmla="*/ 1462629 w 1623190"/>
                <a:gd name="connsiteY0" fmla="*/ 1584504 h 1584503"/>
                <a:gd name="connsiteX1" fmla="*/ 1428339 w 1623190"/>
                <a:gd name="connsiteY1" fmla="*/ 1580694 h 1584503"/>
                <a:gd name="connsiteX2" fmla="*/ 127224 w 1623190"/>
                <a:gd name="connsiteY2" fmla="*/ 1304469 h 1584503"/>
                <a:gd name="connsiteX3" fmla="*/ 8162 w 1623190"/>
                <a:gd name="connsiteY3" fmla="*/ 1197789 h 1584503"/>
                <a:gd name="connsiteX4" fmla="*/ 41499 w 1623190"/>
                <a:gd name="connsiteY4" fmla="*/ 1041579 h 1584503"/>
                <a:gd name="connsiteX5" fmla="*/ 932087 w 1623190"/>
                <a:gd name="connsiteY5" fmla="*/ 52884 h 1584503"/>
                <a:gd name="connsiteX6" fmla="*/ 1084487 w 1623190"/>
                <a:gd name="connsiteY6" fmla="*/ 3354 h 1584503"/>
                <a:gd name="connsiteX7" fmla="*/ 1203549 w 1623190"/>
                <a:gd name="connsiteY7" fmla="*/ 110034 h 1584503"/>
                <a:gd name="connsiteX8" fmla="*/ 1615029 w 1623190"/>
                <a:gd name="connsiteY8" fmla="*/ 1374954 h 1584503"/>
                <a:gd name="connsiteX9" fmla="*/ 1581692 w 1623190"/>
                <a:gd name="connsiteY9" fmla="*/ 1531164 h 1584503"/>
                <a:gd name="connsiteX10" fmla="*/ 1462629 w 1623190"/>
                <a:gd name="connsiteY10" fmla="*/ 1584504 h 1584503"/>
                <a:gd name="connsiteX11" fmla="*/ 1050197 w 1623190"/>
                <a:gd name="connsiteY11" fmla="*/ 5259 h 1584503"/>
                <a:gd name="connsiteX12" fmla="*/ 935897 w 1623190"/>
                <a:gd name="connsiteY12" fmla="*/ 56694 h 1584503"/>
                <a:gd name="connsiteX13" fmla="*/ 45309 w 1623190"/>
                <a:gd name="connsiteY13" fmla="*/ 1044436 h 1584503"/>
                <a:gd name="connsiteX14" fmla="*/ 12924 w 1623190"/>
                <a:gd name="connsiteY14" fmla="*/ 1194931 h 1584503"/>
                <a:gd name="connsiteX15" fmla="*/ 127224 w 1623190"/>
                <a:gd name="connsiteY15" fmla="*/ 1297801 h 1584503"/>
                <a:gd name="connsiteX16" fmla="*/ 1428339 w 1623190"/>
                <a:gd name="connsiteY16" fmla="*/ 1574026 h 1584503"/>
                <a:gd name="connsiteX17" fmla="*/ 1575024 w 1623190"/>
                <a:gd name="connsiteY17" fmla="*/ 1526401 h 1584503"/>
                <a:gd name="connsiteX18" fmla="*/ 1607409 w 1623190"/>
                <a:gd name="connsiteY18" fmla="*/ 1375906 h 1584503"/>
                <a:gd name="connsiteX19" fmla="*/ 1197834 w 1623190"/>
                <a:gd name="connsiteY19" fmla="*/ 111939 h 1584503"/>
                <a:gd name="connsiteX20" fmla="*/ 1083534 w 1623190"/>
                <a:gd name="connsiteY20" fmla="*/ 9069 h 1584503"/>
                <a:gd name="connsiteX21" fmla="*/ 1050197 w 1623190"/>
                <a:gd name="connsiteY21" fmla="*/ 5259 h 15845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23190" h="1584503">
                  <a:moveTo>
                    <a:pt x="1462629" y="1584504"/>
                  </a:moveTo>
                  <a:cubicBezTo>
                    <a:pt x="1451199" y="1584504"/>
                    <a:pt x="1439769" y="1583551"/>
                    <a:pt x="1428339" y="1580694"/>
                  </a:cubicBezTo>
                  <a:lnTo>
                    <a:pt x="127224" y="1304469"/>
                  </a:lnTo>
                  <a:cubicBezTo>
                    <a:pt x="71027" y="1292086"/>
                    <a:pt x="26259" y="1252081"/>
                    <a:pt x="8162" y="1197789"/>
                  </a:cubicBezTo>
                  <a:cubicBezTo>
                    <a:pt x="-9936" y="1142544"/>
                    <a:pt x="2447" y="1084441"/>
                    <a:pt x="41499" y="1041579"/>
                  </a:cubicBezTo>
                  <a:lnTo>
                    <a:pt x="932087" y="52884"/>
                  </a:lnTo>
                  <a:cubicBezTo>
                    <a:pt x="971139" y="10021"/>
                    <a:pt x="1027337" y="-8076"/>
                    <a:pt x="1084487" y="3354"/>
                  </a:cubicBezTo>
                  <a:cubicBezTo>
                    <a:pt x="1140684" y="15736"/>
                    <a:pt x="1185452" y="55741"/>
                    <a:pt x="1203549" y="110034"/>
                  </a:cubicBezTo>
                  <a:lnTo>
                    <a:pt x="1615029" y="1374954"/>
                  </a:lnTo>
                  <a:cubicBezTo>
                    <a:pt x="1633127" y="1430199"/>
                    <a:pt x="1620744" y="1488301"/>
                    <a:pt x="1581692" y="1531164"/>
                  </a:cubicBezTo>
                  <a:cubicBezTo>
                    <a:pt x="1549307" y="1566406"/>
                    <a:pt x="1507397" y="1584504"/>
                    <a:pt x="1462629" y="1584504"/>
                  </a:cubicBezTo>
                  <a:close/>
                  <a:moveTo>
                    <a:pt x="1050197" y="5259"/>
                  </a:moveTo>
                  <a:cubicBezTo>
                    <a:pt x="1007334" y="5259"/>
                    <a:pt x="966377" y="23356"/>
                    <a:pt x="935897" y="56694"/>
                  </a:cubicBezTo>
                  <a:lnTo>
                    <a:pt x="45309" y="1044436"/>
                  </a:lnTo>
                  <a:cubicBezTo>
                    <a:pt x="8162" y="1086346"/>
                    <a:pt x="-4221" y="1142544"/>
                    <a:pt x="12924" y="1194931"/>
                  </a:cubicBezTo>
                  <a:cubicBezTo>
                    <a:pt x="30069" y="1248271"/>
                    <a:pt x="72932" y="1286371"/>
                    <a:pt x="127224" y="1297801"/>
                  </a:cubicBezTo>
                  <a:lnTo>
                    <a:pt x="1428339" y="1574026"/>
                  </a:lnTo>
                  <a:cubicBezTo>
                    <a:pt x="1482632" y="1585456"/>
                    <a:pt x="1537877" y="1567359"/>
                    <a:pt x="1575024" y="1526401"/>
                  </a:cubicBezTo>
                  <a:cubicBezTo>
                    <a:pt x="1612172" y="1484491"/>
                    <a:pt x="1624554" y="1428294"/>
                    <a:pt x="1607409" y="1375906"/>
                  </a:cubicBezTo>
                  <a:lnTo>
                    <a:pt x="1197834" y="111939"/>
                  </a:lnTo>
                  <a:cubicBezTo>
                    <a:pt x="1180689" y="58599"/>
                    <a:pt x="1137827" y="20499"/>
                    <a:pt x="1083534" y="9069"/>
                  </a:cubicBezTo>
                  <a:cubicBezTo>
                    <a:pt x="1072104" y="6211"/>
                    <a:pt x="1060674" y="5259"/>
                    <a:pt x="1050197" y="5259"/>
                  </a:cubicBezTo>
                  <a:close/>
                </a:path>
              </a:pathLst>
            </a:custGeom>
            <a:grpFill/>
            <a:ln w="9525" cap="flat">
              <a:noFill/>
              <a:prstDash val="solid"/>
              <a:miter/>
            </a:ln>
          </p:spPr>
          <p:txBody>
            <a:bodyPr rtlCol="0" anchor="ctr"/>
            <a:lstStyle/>
            <a:p>
              <a:endParaRPr lang="en-US" sz="1730"/>
            </a:p>
          </p:txBody>
        </p:sp>
        <p:sp>
          <p:nvSpPr>
            <p:cNvPr id="87" name="Freeform: Shape 86">
              <a:extLst>
                <a:ext uri="{FF2B5EF4-FFF2-40B4-BE49-F238E27FC236}">
                  <a16:creationId xmlns:a16="http://schemas.microsoft.com/office/drawing/2014/main" id="{D0FEA133-67C4-462C-B78A-0D3B435D0A56}"/>
                </a:ext>
              </a:extLst>
            </p:cNvPr>
            <p:cNvSpPr/>
            <p:nvPr/>
          </p:nvSpPr>
          <p:spPr>
            <a:xfrm>
              <a:off x="5197133" y="2512353"/>
              <a:ext cx="1483088" cy="1650706"/>
            </a:xfrm>
            <a:custGeom>
              <a:avLst/>
              <a:gdLst>
                <a:gd name="connsiteX0" fmla="*/ 1300186 w 1483088"/>
                <a:gd name="connsiteY0" fmla="*/ 1650706 h 1650706"/>
                <a:gd name="connsiteX1" fmla="*/ 1218271 w 1483088"/>
                <a:gd name="connsiteY1" fmla="*/ 1627846 h 1650706"/>
                <a:gd name="connsiteX2" fmla="*/ 77176 w 1483088"/>
                <a:gd name="connsiteY2" fmla="*/ 942046 h 1650706"/>
                <a:gd name="connsiteX3" fmla="*/ 23 w 1483088"/>
                <a:gd name="connsiteY3" fmla="*/ 802029 h 1650706"/>
                <a:gd name="connsiteX4" fmla="*/ 81938 w 1483088"/>
                <a:gd name="connsiteY4" fmla="*/ 664869 h 1650706"/>
                <a:gd name="connsiteX5" fmla="*/ 1245893 w 1483088"/>
                <a:gd name="connsiteY5" fmla="*/ 20026 h 1650706"/>
                <a:gd name="connsiteX6" fmla="*/ 1405913 w 1483088"/>
                <a:gd name="connsiteY6" fmla="*/ 22884 h 1650706"/>
                <a:gd name="connsiteX7" fmla="*/ 1483066 w 1483088"/>
                <a:gd name="connsiteY7" fmla="*/ 162901 h 1650706"/>
                <a:gd name="connsiteX8" fmla="*/ 1460206 w 1483088"/>
                <a:gd name="connsiteY8" fmla="*/ 1493544 h 1650706"/>
                <a:gd name="connsiteX9" fmla="*/ 1378291 w 1483088"/>
                <a:gd name="connsiteY9" fmla="*/ 1630704 h 1650706"/>
                <a:gd name="connsiteX10" fmla="*/ 1300186 w 1483088"/>
                <a:gd name="connsiteY10" fmla="*/ 1650706 h 1650706"/>
                <a:gd name="connsiteX11" fmla="*/ 1323046 w 1483088"/>
                <a:gd name="connsiteY11" fmla="*/ 5739 h 1650706"/>
                <a:gd name="connsiteX12" fmla="*/ 1247798 w 1483088"/>
                <a:gd name="connsiteY12" fmla="*/ 25741 h 1650706"/>
                <a:gd name="connsiteX13" fmla="*/ 84796 w 1483088"/>
                <a:gd name="connsiteY13" fmla="*/ 669631 h 1650706"/>
                <a:gd name="connsiteX14" fmla="*/ 5738 w 1483088"/>
                <a:gd name="connsiteY14" fmla="*/ 802029 h 1650706"/>
                <a:gd name="connsiteX15" fmla="*/ 80033 w 1483088"/>
                <a:gd name="connsiteY15" fmla="*/ 937284 h 1650706"/>
                <a:gd name="connsiteX16" fmla="*/ 1220176 w 1483088"/>
                <a:gd name="connsiteY16" fmla="*/ 1622131 h 1650706"/>
                <a:gd name="connsiteX17" fmla="*/ 1374481 w 1483088"/>
                <a:gd name="connsiteY17" fmla="*/ 1624989 h 1650706"/>
                <a:gd name="connsiteX18" fmla="*/ 1453538 w 1483088"/>
                <a:gd name="connsiteY18" fmla="*/ 1492591 h 1650706"/>
                <a:gd name="connsiteX19" fmla="*/ 1456396 w 1483088"/>
                <a:gd name="connsiteY19" fmla="*/ 1492591 h 1650706"/>
                <a:gd name="connsiteX20" fmla="*/ 1453538 w 1483088"/>
                <a:gd name="connsiteY20" fmla="*/ 1492591 h 1650706"/>
                <a:gd name="connsiteX21" fmla="*/ 1476398 w 1483088"/>
                <a:gd name="connsiteY21" fmla="*/ 161949 h 1650706"/>
                <a:gd name="connsiteX22" fmla="*/ 1401151 w 1483088"/>
                <a:gd name="connsiteY22" fmla="*/ 26694 h 1650706"/>
                <a:gd name="connsiteX23" fmla="*/ 1323046 w 1483088"/>
                <a:gd name="connsiteY23" fmla="*/ 5739 h 1650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483088" h="1650706">
                  <a:moveTo>
                    <a:pt x="1300186" y="1650706"/>
                  </a:moveTo>
                  <a:cubicBezTo>
                    <a:pt x="1271611" y="1650706"/>
                    <a:pt x="1243036" y="1643086"/>
                    <a:pt x="1218271" y="1627846"/>
                  </a:cubicBezTo>
                  <a:lnTo>
                    <a:pt x="77176" y="942046"/>
                  </a:lnTo>
                  <a:cubicBezTo>
                    <a:pt x="27646" y="912519"/>
                    <a:pt x="-929" y="860131"/>
                    <a:pt x="23" y="802029"/>
                  </a:cubicBezTo>
                  <a:cubicBezTo>
                    <a:pt x="976" y="743926"/>
                    <a:pt x="31456" y="693444"/>
                    <a:pt x="81938" y="664869"/>
                  </a:cubicBezTo>
                  <a:lnTo>
                    <a:pt x="1245893" y="20026"/>
                  </a:lnTo>
                  <a:cubicBezTo>
                    <a:pt x="1296376" y="-7596"/>
                    <a:pt x="1356383" y="-6644"/>
                    <a:pt x="1405913" y="22884"/>
                  </a:cubicBezTo>
                  <a:cubicBezTo>
                    <a:pt x="1455443" y="52411"/>
                    <a:pt x="1484018" y="104799"/>
                    <a:pt x="1483066" y="162901"/>
                  </a:cubicBezTo>
                  <a:lnTo>
                    <a:pt x="1460206" y="1493544"/>
                  </a:lnTo>
                  <a:cubicBezTo>
                    <a:pt x="1459253" y="1551646"/>
                    <a:pt x="1428773" y="1602129"/>
                    <a:pt x="1378291" y="1630704"/>
                  </a:cubicBezTo>
                  <a:cubicBezTo>
                    <a:pt x="1353526" y="1644039"/>
                    <a:pt x="1326856" y="1650706"/>
                    <a:pt x="1300186" y="1650706"/>
                  </a:cubicBezTo>
                  <a:close/>
                  <a:moveTo>
                    <a:pt x="1323046" y="5739"/>
                  </a:moveTo>
                  <a:cubicBezTo>
                    <a:pt x="1297328" y="5739"/>
                    <a:pt x="1271611" y="12406"/>
                    <a:pt x="1247798" y="25741"/>
                  </a:cubicBezTo>
                  <a:lnTo>
                    <a:pt x="84796" y="669631"/>
                  </a:lnTo>
                  <a:cubicBezTo>
                    <a:pt x="36218" y="696301"/>
                    <a:pt x="6691" y="745831"/>
                    <a:pt x="5738" y="802029"/>
                  </a:cubicBezTo>
                  <a:cubicBezTo>
                    <a:pt x="4786" y="858226"/>
                    <a:pt x="32408" y="908709"/>
                    <a:pt x="80033" y="937284"/>
                  </a:cubicBezTo>
                  <a:lnTo>
                    <a:pt x="1220176" y="1622131"/>
                  </a:lnTo>
                  <a:cubicBezTo>
                    <a:pt x="1267801" y="1650706"/>
                    <a:pt x="1325903" y="1651659"/>
                    <a:pt x="1374481" y="1624989"/>
                  </a:cubicBezTo>
                  <a:cubicBezTo>
                    <a:pt x="1423058" y="1598319"/>
                    <a:pt x="1452586" y="1548789"/>
                    <a:pt x="1453538" y="1492591"/>
                  </a:cubicBezTo>
                  <a:lnTo>
                    <a:pt x="1456396" y="1492591"/>
                  </a:lnTo>
                  <a:lnTo>
                    <a:pt x="1453538" y="1492591"/>
                  </a:lnTo>
                  <a:lnTo>
                    <a:pt x="1476398" y="161949"/>
                  </a:lnTo>
                  <a:cubicBezTo>
                    <a:pt x="1477351" y="105751"/>
                    <a:pt x="1449728" y="55269"/>
                    <a:pt x="1401151" y="26694"/>
                  </a:cubicBezTo>
                  <a:cubicBezTo>
                    <a:pt x="1378291" y="13359"/>
                    <a:pt x="1350668" y="5739"/>
                    <a:pt x="1323046" y="5739"/>
                  </a:cubicBezTo>
                  <a:close/>
                </a:path>
              </a:pathLst>
            </a:custGeom>
            <a:grpFill/>
            <a:ln w="9525" cap="flat">
              <a:noFill/>
              <a:prstDash val="solid"/>
              <a:miter/>
            </a:ln>
          </p:spPr>
          <p:txBody>
            <a:bodyPr rtlCol="0" anchor="ctr"/>
            <a:lstStyle/>
            <a:p>
              <a:endParaRPr lang="en-US" sz="1730"/>
            </a:p>
          </p:txBody>
        </p:sp>
        <p:sp>
          <p:nvSpPr>
            <p:cNvPr id="88" name="Freeform: Shape 87">
              <a:extLst>
                <a:ext uri="{FF2B5EF4-FFF2-40B4-BE49-F238E27FC236}">
                  <a16:creationId xmlns:a16="http://schemas.microsoft.com/office/drawing/2014/main" id="{0191B600-F65E-475C-99A2-EDC38A117B47}"/>
                </a:ext>
              </a:extLst>
            </p:cNvPr>
            <p:cNvSpPr/>
            <p:nvPr/>
          </p:nvSpPr>
          <p:spPr>
            <a:xfrm>
              <a:off x="5302425" y="2655449"/>
              <a:ext cx="1631597" cy="1570475"/>
            </a:xfrm>
            <a:custGeom>
              <a:avLst/>
              <a:gdLst>
                <a:gd name="connsiteX0" fmla="*/ 1014871 w 1631597"/>
                <a:gd name="connsiteY0" fmla="*/ 1570476 h 1570475"/>
                <a:gd name="connsiteX1" fmla="*/ 892951 w 1631597"/>
                <a:gd name="connsiteY1" fmla="*/ 1513326 h 1570475"/>
                <a:gd name="connsiteX2" fmla="*/ 37606 w 1631597"/>
                <a:gd name="connsiteY2" fmla="*/ 494151 h 1570475"/>
                <a:gd name="connsiteX3" fmla="*/ 9984 w 1631597"/>
                <a:gd name="connsiteY3" fmla="*/ 336988 h 1570475"/>
                <a:gd name="connsiteX4" fmla="*/ 132856 w 1631597"/>
                <a:gd name="connsiteY4" fmla="*/ 234118 h 1570475"/>
                <a:gd name="connsiteX5" fmla="*/ 1443496 w 1631597"/>
                <a:gd name="connsiteY5" fmla="*/ 2660 h 1570475"/>
                <a:gd name="connsiteX6" fmla="*/ 1593991 w 1631597"/>
                <a:gd name="connsiteY6" fmla="*/ 56953 h 1570475"/>
                <a:gd name="connsiteX7" fmla="*/ 1621614 w 1631597"/>
                <a:gd name="connsiteY7" fmla="*/ 214115 h 1570475"/>
                <a:gd name="connsiteX8" fmla="*/ 1166319 w 1631597"/>
                <a:gd name="connsiteY8" fmla="*/ 1464748 h 1570475"/>
                <a:gd name="connsiteX9" fmla="*/ 1043446 w 1631597"/>
                <a:gd name="connsiteY9" fmla="*/ 1567618 h 1570475"/>
                <a:gd name="connsiteX10" fmla="*/ 1014871 w 1631597"/>
                <a:gd name="connsiteY10" fmla="*/ 1570476 h 1570475"/>
                <a:gd name="connsiteX11" fmla="*/ 1471119 w 1631597"/>
                <a:gd name="connsiteY11" fmla="*/ 6470 h 1570475"/>
                <a:gd name="connsiteX12" fmla="*/ 1443496 w 1631597"/>
                <a:gd name="connsiteY12" fmla="*/ 9328 h 1570475"/>
                <a:gd name="connsiteX13" fmla="*/ 133809 w 1631597"/>
                <a:gd name="connsiteY13" fmla="*/ 239833 h 1570475"/>
                <a:gd name="connsiteX14" fmla="*/ 15699 w 1631597"/>
                <a:gd name="connsiteY14" fmla="*/ 338893 h 1570475"/>
                <a:gd name="connsiteX15" fmla="*/ 42369 w 1631597"/>
                <a:gd name="connsiteY15" fmla="*/ 491293 h 1570475"/>
                <a:gd name="connsiteX16" fmla="*/ 897714 w 1631597"/>
                <a:gd name="connsiteY16" fmla="*/ 1510468 h 1570475"/>
                <a:gd name="connsiteX17" fmla="*/ 1042494 w 1631597"/>
                <a:gd name="connsiteY17" fmla="*/ 1562856 h 1570475"/>
                <a:gd name="connsiteX18" fmla="*/ 1160604 w 1631597"/>
                <a:gd name="connsiteY18" fmla="*/ 1463796 h 1570475"/>
                <a:gd name="connsiteX19" fmla="*/ 1163461 w 1631597"/>
                <a:gd name="connsiteY19" fmla="*/ 1464748 h 1570475"/>
                <a:gd name="connsiteX20" fmla="*/ 1160604 w 1631597"/>
                <a:gd name="connsiteY20" fmla="*/ 1463796 h 1570475"/>
                <a:gd name="connsiteX21" fmla="*/ 1615899 w 1631597"/>
                <a:gd name="connsiteY21" fmla="*/ 213163 h 1570475"/>
                <a:gd name="connsiteX22" fmla="*/ 1589229 w 1631597"/>
                <a:gd name="connsiteY22" fmla="*/ 60763 h 1570475"/>
                <a:gd name="connsiteX23" fmla="*/ 1471119 w 1631597"/>
                <a:gd name="connsiteY23" fmla="*/ 6470 h 1570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31597" h="1570475">
                  <a:moveTo>
                    <a:pt x="1014871" y="1570476"/>
                  </a:moveTo>
                  <a:cubicBezTo>
                    <a:pt x="968199" y="1570476"/>
                    <a:pt x="924384" y="1550473"/>
                    <a:pt x="892951" y="1513326"/>
                  </a:cubicBezTo>
                  <a:lnTo>
                    <a:pt x="37606" y="494151"/>
                  </a:lnTo>
                  <a:cubicBezTo>
                    <a:pt x="459" y="450336"/>
                    <a:pt x="-10019" y="391281"/>
                    <a:pt x="9984" y="336988"/>
                  </a:cubicBezTo>
                  <a:cubicBezTo>
                    <a:pt x="29986" y="282695"/>
                    <a:pt x="75706" y="244595"/>
                    <a:pt x="132856" y="234118"/>
                  </a:cubicBezTo>
                  <a:lnTo>
                    <a:pt x="1443496" y="2660"/>
                  </a:lnTo>
                  <a:cubicBezTo>
                    <a:pt x="1500646" y="-7817"/>
                    <a:pt x="1556844" y="13138"/>
                    <a:pt x="1593991" y="56953"/>
                  </a:cubicBezTo>
                  <a:cubicBezTo>
                    <a:pt x="1631139" y="100768"/>
                    <a:pt x="1641616" y="159823"/>
                    <a:pt x="1621614" y="214115"/>
                  </a:cubicBezTo>
                  <a:lnTo>
                    <a:pt x="1166319" y="1464748"/>
                  </a:lnTo>
                  <a:cubicBezTo>
                    <a:pt x="1146316" y="1519041"/>
                    <a:pt x="1100596" y="1557141"/>
                    <a:pt x="1043446" y="1567618"/>
                  </a:cubicBezTo>
                  <a:cubicBezTo>
                    <a:pt x="1033921" y="1569523"/>
                    <a:pt x="1024396" y="1570476"/>
                    <a:pt x="1014871" y="1570476"/>
                  </a:cubicBezTo>
                  <a:close/>
                  <a:moveTo>
                    <a:pt x="1471119" y="6470"/>
                  </a:moveTo>
                  <a:cubicBezTo>
                    <a:pt x="1461594" y="6470"/>
                    <a:pt x="1453021" y="7423"/>
                    <a:pt x="1443496" y="9328"/>
                  </a:cubicBezTo>
                  <a:lnTo>
                    <a:pt x="133809" y="239833"/>
                  </a:lnTo>
                  <a:cubicBezTo>
                    <a:pt x="78564" y="249358"/>
                    <a:pt x="34749" y="286506"/>
                    <a:pt x="15699" y="338893"/>
                  </a:cubicBezTo>
                  <a:cubicBezTo>
                    <a:pt x="-3351" y="391281"/>
                    <a:pt x="6174" y="448430"/>
                    <a:pt x="42369" y="491293"/>
                  </a:cubicBezTo>
                  <a:lnTo>
                    <a:pt x="897714" y="1510468"/>
                  </a:lnTo>
                  <a:cubicBezTo>
                    <a:pt x="933909" y="1553331"/>
                    <a:pt x="988201" y="1573333"/>
                    <a:pt x="1042494" y="1562856"/>
                  </a:cubicBezTo>
                  <a:cubicBezTo>
                    <a:pt x="1097739" y="1553331"/>
                    <a:pt x="1141554" y="1516183"/>
                    <a:pt x="1160604" y="1463796"/>
                  </a:cubicBezTo>
                  <a:lnTo>
                    <a:pt x="1163461" y="1464748"/>
                  </a:lnTo>
                  <a:lnTo>
                    <a:pt x="1160604" y="1463796"/>
                  </a:lnTo>
                  <a:lnTo>
                    <a:pt x="1615899" y="213163"/>
                  </a:lnTo>
                  <a:cubicBezTo>
                    <a:pt x="1634949" y="160775"/>
                    <a:pt x="1625424" y="103625"/>
                    <a:pt x="1589229" y="60763"/>
                  </a:cubicBezTo>
                  <a:cubicBezTo>
                    <a:pt x="1558749" y="25520"/>
                    <a:pt x="1515886" y="6470"/>
                    <a:pt x="1471119" y="6470"/>
                  </a:cubicBezTo>
                  <a:close/>
                </a:path>
              </a:pathLst>
            </a:custGeom>
            <a:grpFill/>
            <a:ln w="9525" cap="flat">
              <a:noFill/>
              <a:prstDash val="solid"/>
              <a:miter/>
            </a:ln>
          </p:spPr>
          <p:txBody>
            <a:bodyPr rtlCol="0" anchor="ctr"/>
            <a:lstStyle/>
            <a:p>
              <a:endParaRPr lang="en-US" sz="1730"/>
            </a:p>
          </p:txBody>
        </p:sp>
        <p:sp>
          <p:nvSpPr>
            <p:cNvPr id="89" name="Freeform: Shape 88">
              <a:extLst>
                <a:ext uri="{FF2B5EF4-FFF2-40B4-BE49-F238E27FC236}">
                  <a16:creationId xmlns:a16="http://schemas.microsoft.com/office/drawing/2014/main" id="{81D1CB41-4153-4C2B-95A8-8E51D544C2A6}"/>
                </a:ext>
              </a:extLst>
            </p:cNvPr>
            <p:cNvSpPr/>
            <p:nvPr/>
          </p:nvSpPr>
          <p:spPr>
            <a:xfrm>
              <a:off x="5490992" y="2665438"/>
              <a:ext cx="1634512" cy="1562390"/>
            </a:xfrm>
            <a:custGeom>
              <a:avLst/>
              <a:gdLst>
                <a:gd name="connsiteX0" fmla="*/ 637710 w 1634512"/>
                <a:gd name="connsiteY0" fmla="*/ 1562391 h 1562390"/>
                <a:gd name="connsiteX1" fmla="*/ 611992 w 1634512"/>
                <a:gd name="connsiteY1" fmla="*/ 1560486 h 1562390"/>
                <a:gd name="connsiteX2" fmla="*/ 488167 w 1634512"/>
                <a:gd name="connsiteY2" fmla="*/ 1459521 h 1562390"/>
                <a:gd name="connsiteX3" fmla="*/ 10965 w 1634512"/>
                <a:gd name="connsiteY3" fmla="*/ 217461 h 1562390"/>
                <a:gd name="connsiteX4" fmla="*/ 35730 w 1634512"/>
                <a:gd name="connsiteY4" fmla="*/ 59346 h 1562390"/>
                <a:gd name="connsiteX5" fmla="*/ 185272 w 1634512"/>
                <a:gd name="connsiteY5" fmla="*/ 2196 h 1562390"/>
                <a:gd name="connsiteX6" fmla="*/ 1499723 w 1634512"/>
                <a:gd name="connsiteY6" fmla="*/ 209841 h 1562390"/>
                <a:gd name="connsiteX7" fmla="*/ 1623548 w 1634512"/>
                <a:gd name="connsiteY7" fmla="*/ 310806 h 1562390"/>
                <a:gd name="connsiteX8" fmla="*/ 1598782 w 1634512"/>
                <a:gd name="connsiteY8" fmla="*/ 468921 h 1562390"/>
                <a:gd name="connsiteX9" fmla="*/ 761535 w 1634512"/>
                <a:gd name="connsiteY9" fmla="*/ 1502383 h 1562390"/>
                <a:gd name="connsiteX10" fmla="*/ 759630 w 1634512"/>
                <a:gd name="connsiteY10" fmla="*/ 1500478 h 1562390"/>
                <a:gd name="connsiteX11" fmla="*/ 761535 w 1634512"/>
                <a:gd name="connsiteY11" fmla="*/ 1502383 h 1562390"/>
                <a:gd name="connsiteX12" fmla="*/ 637710 w 1634512"/>
                <a:gd name="connsiteY12" fmla="*/ 1562391 h 1562390"/>
                <a:gd name="connsiteX13" fmla="*/ 159555 w 1634512"/>
                <a:gd name="connsiteY13" fmla="*/ 6006 h 1562390"/>
                <a:gd name="connsiteX14" fmla="*/ 40492 w 1634512"/>
                <a:gd name="connsiteY14" fmla="*/ 63156 h 1562390"/>
                <a:gd name="connsiteX15" fmla="*/ 16680 w 1634512"/>
                <a:gd name="connsiteY15" fmla="*/ 215556 h 1562390"/>
                <a:gd name="connsiteX16" fmla="*/ 493882 w 1634512"/>
                <a:gd name="connsiteY16" fmla="*/ 1457616 h 1562390"/>
                <a:gd name="connsiteX17" fmla="*/ 613897 w 1634512"/>
                <a:gd name="connsiteY17" fmla="*/ 1554771 h 1562390"/>
                <a:gd name="connsiteX18" fmla="*/ 757725 w 1634512"/>
                <a:gd name="connsiteY18" fmla="*/ 1499526 h 1562390"/>
                <a:gd name="connsiteX19" fmla="*/ 1594020 w 1634512"/>
                <a:gd name="connsiteY19" fmla="*/ 465111 h 1562390"/>
                <a:gd name="connsiteX20" fmla="*/ 1617832 w 1634512"/>
                <a:gd name="connsiteY20" fmla="*/ 312711 h 1562390"/>
                <a:gd name="connsiteX21" fmla="*/ 1497817 w 1634512"/>
                <a:gd name="connsiteY21" fmla="*/ 215556 h 1562390"/>
                <a:gd name="connsiteX22" fmla="*/ 184320 w 1634512"/>
                <a:gd name="connsiteY22" fmla="*/ 7911 h 1562390"/>
                <a:gd name="connsiteX23" fmla="*/ 159555 w 1634512"/>
                <a:gd name="connsiteY23" fmla="*/ 6006 h 15623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34512" h="1562390">
                  <a:moveTo>
                    <a:pt x="637710" y="1562391"/>
                  </a:moveTo>
                  <a:cubicBezTo>
                    <a:pt x="629137" y="1562391"/>
                    <a:pt x="620565" y="1561438"/>
                    <a:pt x="611992" y="1560486"/>
                  </a:cubicBezTo>
                  <a:cubicBezTo>
                    <a:pt x="554842" y="1551913"/>
                    <a:pt x="508170" y="1513813"/>
                    <a:pt x="488167" y="1459521"/>
                  </a:cubicBezTo>
                  <a:lnTo>
                    <a:pt x="10965" y="217461"/>
                  </a:lnTo>
                  <a:cubicBezTo>
                    <a:pt x="-9990" y="163168"/>
                    <a:pt x="-465" y="104113"/>
                    <a:pt x="35730" y="59346"/>
                  </a:cubicBezTo>
                  <a:cubicBezTo>
                    <a:pt x="71925" y="14578"/>
                    <a:pt x="128122" y="-7329"/>
                    <a:pt x="185272" y="2196"/>
                  </a:cubicBezTo>
                  <a:lnTo>
                    <a:pt x="1499723" y="209841"/>
                  </a:lnTo>
                  <a:cubicBezTo>
                    <a:pt x="1556873" y="218413"/>
                    <a:pt x="1603545" y="256513"/>
                    <a:pt x="1623548" y="310806"/>
                  </a:cubicBezTo>
                  <a:cubicBezTo>
                    <a:pt x="1644502" y="365098"/>
                    <a:pt x="1634977" y="424153"/>
                    <a:pt x="1598782" y="468921"/>
                  </a:cubicBezTo>
                  <a:lnTo>
                    <a:pt x="761535" y="1502383"/>
                  </a:lnTo>
                  <a:lnTo>
                    <a:pt x="759630" y="1500478"/>
                  </a:lnTo>
                  <a:lnTo>
                    <a:pt x="761535" y="1502383"/>
                  </a:lnTo>
                  <a:cubicBezTo>
                    <a:pt x="730102" y="1541436"/>
                    <a:pt x="685335" y="1562391"/>
                    <a:pt x="637710" y="1562391"/>
                  </a:cubicBezTo>
                  <a:close/>
                  <a:moveTo>
                    <a:pt x="159555" y="6006"/>
                  </a:moveTo>
                  <a:cubicBezTo>
                    <a:pt x="113835" y="6006"/>
                    <a:pt x="70020" y="26008"/>
                    <a:pt x="40492" y="63156"/>
                  </a:cubicBezTo>
                  <a:cubicBezTo>
                    <a:pt x="5250" y="106971"/>
                    <a:pt x="-3323" y="163168"/>
                    <a:pt x="16680" y="215556"/>
                  </a:cubicBezTo>
                  <a:lnTo>
                    <a:pt x="493882" y="1457616"/>
                  </a:lnTo>
                  <a:cubicBezTo>
                    <a:pt x="513885" y="1510003"/>
                    <a:pt x="558652" y="1546198"/>
                    <a:pt x="613897" y="1554771"/>
                  </a:cubicBezTo>
                  <a:cubicBezTo>
                    <a:pt x="669142" y="1563343"/>
                    <a:pt x="722482" y="1542388"/>
                    <a:pt x="757725" y="1499526"/>
                  </a:cubicBezTo>
                  <a:lnTo>
                    <a:pt x="1594020" y="465111"/>
                  </a:lnTo>
                  <a:cubicBezTo>
                    <a:pt x="1629262" y="421296"/>
                    <a:pt x="1637835" y="365098"/>
                    <a:pt x="1617832" y="312711"/>
                  </a:cubicBezTo>
                  <a:cubicBezTo>
                    <a:pt x="1597830" y="260323"/>
                    <a:pt x="1553062" y="224128"/>
                    <a:pt x="1497817" y="215556"/>
                  </a:cubicBezTo>
                  <a:lnTo>
                    <a:pt x="184320" y="7911"/>
                  </a:lnTo>
                  <a:cubicBezTo>
                    <a:pt x="175747" y="6958"/>
                    <a:pt x="167175" y="6006"/>
                    <a:pt x="159555" y="6006"/>
                  </a:cubicBezTo>
                  <a:close/>
                </a:path>
              </a:pathLst>
            </a:custGeom>
            <a:grpFill/>
            <a:ln w="9525" cap="flat">
              <a:noFill/>
              <a:prstDash val="solid"/>
              <a:miter/>
            </a:ln>
          </p:spPr>
          <p:txBody>
            <a:bodyPr rtlCol="0" anchor="ctr"/>
            <a:lstStyle/>
            <a:p>
              <a:endParaRPr lang="en-US" sz="1730"/>
            </a:p>
          </p:txBody>
        </p:sp>
        <p:sp>
          <p:nvSpPr>
            <p:cNvPr id="90" name="Freeform: Shape 89">
              <a:extLst>
                <a:ext uri="{FF2B5EF4-FFF2-40B4-BE49-F238E27FC236}">
                  <a16:creationId xmlns:a16="http://schemas.microsoft.com/office/drawing/2014/main" id="{AD85E53E-76EE-4693-B925-448F1AED55C3}"/>
                </a:ext>
              </a:extLst>
            </p:cNvPr>
            <p:cNvSpPr/>
            <p:nvPr/>
          </p:nvSpPr>
          <p:spPr>
            <a:xfrm>
              <a:off x="5740942" y="2518472"/>
              <a:ext cx="1494657" cy="1649348"/>
            </a:xfrm>
            <a:custGeom>
              <a:avLst/>
              <a:gdLst>
                <a:gd name="connsiteX0" fmla="*/ 206785 w 1494657"/>
                <a:gd name="connsiteY0" fmla="*/ 1649349 h 1649348"/>
                <a:gd name="connsiteX1" fmla="*/ 131537 w 1494657"/>
                <a:gd name="connsiteY1" fmla="*/ 1630299 h 1649348"/>
                <a:gd name="connsiteX2" fmla="*/ 46765 w 1494657"/>
                <a:gd name="connsiteY2" fmla="*/ 1495044 h 1649348"/>
                <a:gd name="connsiteX3" fmla="*/ 92 w 1494657"/>
                <a:gd name="connsiteY3" fmla="*/ 165354 h 1649348"/>
                <a:gd name="connsiteX4" fmla="*/ 75340 w 1494657"/>
                <a:gd name="connsiteY4" fmla="*/ 24384 h 1649348"/>
                <a:gd name="connsiteX5" fmla="*/ 235360 w 1494657"/>
                <a:gd name="connsiteY5" fmla="*/ 18669 h 1649348"/>
                <a:gd name="connsiteX6" fmla="*/ 1409792 w 1494657"/>
                <a:gd name="connsiteY6" fmla="*/ 643509 h 1649348"/>
                <a:gd name="connsiteX7" fmla="*/ 1494565 w 1494657"/>
                <a:gd name="connsiteY7" fmla="*/ 778764 h 1649348"/>
                <a:gd name="connsiteX8" fmla="*/ 1419317 w 1494657"/>
                <a:gd name="connsiteY8" fmla="*/ 919734 h 1649348"/>
                <a:gd name="connsiteX9" fmla="*/ 291557 w 1494657"/>
                <a:gd name="connsiteY9" fmla="*/ 1624584 h 1649348"/>
                <a:gd name="connsiteX10" fmla="*/ 206785 w 1494657"/>
                <a:gd name="connsiteY10" fmla="*/ 1649349 h 1649348"/>
                <a:gd name="connsiteX11" fmla="*/ 160112 w 1494657"/>
                <a:gd name="connsiteY11" fmla="*/ 4381 h 1649348"/>
                <a:gd name="connsiteX12" fmla="*/ 78197 w 1494657"/>
                <a:gd name="connsiteY12" fmla="*/ 28194 h 1649348"/>
                <a:gd name="connsiteX13" fmla="*/ 5807 w 1494657"/>
                <a:gd name="connsiteY13" fmla="*/ 164402 h 1649348"/>
                <a:gd name="connsiteX14" fmla="*/ 52480 w 1494657"/>
                <a:gd name="connsiteY14" fmla="*/ 1494092 h 1649348"/>
                <a:gd name="connsiteX15" fmla="*/ 134395 w 1494657"/>
                <a:gd name="connsiteY15" fmla="*/ 1624584 h 1649348"/>
                <a:gd name="connsiteX16" fmla="*/ 288700 w 1494657"/>
                <a:gd name="connsiteY16" fmla="*/ 1618869 h 1649348"/>
                <a:gd name="connsiteX17" fmla="*/ 290605 w 1494657"/>
                <a:gd name="connsiteY17" fmla="*/ 1620774 h 1649348"/>
                <a:gd name="connsiteX18" fmla="*/ 288700 w 1494657"/>
                <a:gd name="connsiteY18" fmla="*/ 1618869 h 1649348"/>
                <a:gd name="connsiteX19" fmla="*/ 1416460 w 1494657"/>
                <a:gd name="connsiteY19" fmla="*/ 914019 h 1649348"/>
                <a:gd name="connsiteX20" fmla="*/ 1488850 w 1494657"/>
                <a:gd name="connsiteY20" fmla="*/ 777812 h 1649348"/>
                <a:gd name="connsiteX21" fmla="*/ 1406935 w 1494657"/>
                <a:gd name="connsiteY21" fmla="*/ 647319 h 1649348"/>
                <a:gd name="connsiteX22" fmla="*/ 232502 w 1494657"/>
                <a:gd name="connsiteY22" fmla="*/ 23431 h 1649348"/>
                <a:gd name="connsiteX23" fmla="*/ 160112 w 1494657"/>
                <a:gd name="connsiteY23" fmla="*/ 4381 h 1649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494657" h="1649348">
                  <a:moveTo>
                    <a:pt x="206785" y="1649349"/>
                  </a:moveTo>
                  <a:cubicBezTo>
                    <a:pt x="181067" y="1649349"/>
                    <a:pt x="155350" y="1642682"/>
                    <a:pt x="131537" y="1630299"/>
                  </a:cubicBezTo>
                  <a:cubicBezTo>
                    <a:pt x="80102" y="1603629"/>
                    <a:pt x="48670" y="1552194"/>
                    <a:pt x="46765" y="1495044"/>
                  </a:cubicBezTo>
                  <a:lnTo>
                    <a:pt x="92" y="165354"/>
                  </a:lnTo>
                  <a:cubicBezTo>
                    <a:pt x="-1813" y="107252"/>
                    <a:pt x="25810" y="54864"/>
                    <a:pt x="75340" y="24384"/>
                  </a:cubicBezTo>
                  <a:cubicBezTo>
                    <a:pt x="123917" y="-6096"/>
                    <a:pt x="183925" y="-8001"/>
                    <a:pt x="235360" y="18669"/>
                  </a:cubicBezTo>
                  <a:lnTo>
                    <a:pt x="1409792" y="643509"/>
                  </a:lnTo>
                  <a:cubicBezTo>
                    <a:pt x="1461228" y="670179"/>
                    <a:pt x="1492660" y="721614"/>
                    <a:pt x="1494565" y="778764"/>
                  </a:cubicBezTo>
                  <a:cubicBezTo>
                    <a:pt x="1496470" y="836867"/>
                    <a:pt x="1468848" y="889254"/>
                    <a:pt x="1419317" y="919734"/>
                  </a:cubicBezTo>
                  <a:lnTo>
                    <a:pt x="291557" y="1624584"/>
                  </a:lnTo>
                  <a:cubicBezTo>
                    <a:pt x="264887" y="1640777"/>
                    <a:pt x="236312" y="1649349"/>
                    <a:pt x="206785" y="1649349"/>
                  </a:cubicBezTo>
                  <a:close/>
                  <a:moveTo>
                    <a:pt x="160112" y="4381"/>
                  </a:moveTo>
                  <a:cubicBezTo>
                    <a:pt x="131537" y="4381"/>
                    <a:pt x="103915" y="12002"/>
                    <a:pt x="78197" y="28194"/>
                  </a:cubicBezTo>
                  <a:cubicBezTo>
                    <a:pt x="30572" y="57722"/>
                    <a:pt x="3902" y="109157"/>
                    <a:pt x="5807" y="164402"/>
                  </a:cubicBezTo>
                  <a:lnTo>
                    <a:pt x="52480" y="1494092"/>
                  </a:lnTo>
                  <a:cubicBezTo>
                    <a:pt x="54385" y="1550289"/>
                    <a:pt x="84865" y="1598867"/>
                    <a:pt x="134395" y="1624584"/>
                  </a:cubicBezTo>
                  <a:cubicBezTo>
                    <a:pt x="183925" y="1651254"/>
                    <a:pt x="241075" y="1648397"/>
                    <a:pt x="288700" y="1618869"/>
                  </a:cubicBezTo>
                  <a:lnTo>
                    <a:pt x="290605" y="1620774"/>
                  </a:lnTo>
                  <a:lnTo>
                    <a:pt x="288700" y="1618869"/>
                  </a:lnTo>
                  <a:lnTo>
                    <a:pt x="1416460" y="914019"/>
                  </a:lnTo>
                  <a:cubicBezTo>
                    <a:pt x="1464085" y="884492"/>
                    <a:pt x="1490755" y="833057"/>
                    <a:pt x="1488850" y="777812"/>
                  </a:cubicBezTo>
                  <a:cubicBezTo>
                    <a:pt x="1486945" y="721614"/>
                    <a:pt x="1456465" y="673037"/>
                    <a:pt x="1406935" y="647319"/>
                  </a:cubicBezTo>
                  <a:lnTo>
                    <a:pt x="232502" y="23431"/>
                  </a:lnTo>
                  <a:cubicBezTo>
                    <a:pt x="209642" y="11049"/>
                    <a:pt x="184877" y="4381"/>
                    <a:pt x="160112" y="4381"/>
                  </a:cubicBezTo>
                  <a:close/>
                </a:path>
              </a:pathLst>
            </a:custGeom>
            <a:grpFill/>
            <a:ln w="9525" cap="flat">
              <a:noFill/>
              <a:prstDash val="solid"/>
              <a:miter/>
            </a:ln>
          </p:spPr>
          <p:txBody>
            <a:bodyPr rtlCol="0" anchor="ctr"/>
            <a:lstStyle/>
            <a:p>
              <a:endParaRPr lang="en-US" sz="1730"/>
            </a:p>
          </p:txBody>
        </p:sp>
        <p:sp>
          <p:nvSpPr>
            <p:cNvPr id="91" name="Freeform: Shape 90">
              <a:extLst>
                <a:ext uri="{FF2B5EF4-FFF2-40B4-BE49-F238E27FC236}">
                  <a16:creationId xmlns:a16="http://schemas.microsoft.com/office/drawing/2014/main" id="{FBF422B5-FEC5-4A6F-980D-F4DCB2842F2D}"/>
                </a:ext>
              </a:extLst>
            </p:cNvPr>
            <p:cNvSpPr/>
            <p:nvPr/>
          </p:nvSpPr>
          <p:spPr>
            <a:xfrm>
              <a:off x="5636186" y="2459480"/>
              <a:ext cx="1616538" cy="1592136"/>
            </a:xfrm>
            <a:custGeom>
              <a:avLst/>
              <a:gdLst>
                <a:gd name="connsiteX0" fmla="*/ 159141 w 1616538"/>
                <a:gd name="connsiteY0" fmla="*/ 1592136 h 1592136"/>
                <a:gd name="connsiteX1" fmla="*/ 42936 w 1616538"/>
                <a:gd name="connsiteY1" fmla="*/ 1541654 h 1592136"/>
                <a:gd name="connsiteX2" fmla="*/ 6741 w 1616538"/>
                <a:gd name="connsiteY2" fmla="*/ 1385444 h 1592136"/>
                <a:gd name="connsiteX3" fmla="*/ 396313 w 1616538"/>
                <a:gd name="connsiteY3" fmla="*/ 112904 h 1592136"/>
                <a:gd name="connsiteX4" fmla="*/ 513471 w 1616538"/>
                <a:gd name="connsiteY4" fmla="*/ 4319 h 1592136"/>
                <a:gd name="connsiteX5" fmla="*/ 665871 w 1616538"/>
                <a:gd name="connsiteY5" fmla="*/ 50991 h 1592136"/>
                <a:gd name="connsiteX6" fmla="*/ 1573603 w 1616538"/>
                <a:gd name="connsiteY6" fmla="*/ 1024446 h 1592136"/>
                <a:gd name="connsiteX7" fmla="*/ 1609798 w 1616538"/>
                <a:gd name="connsiteY7" fmla="*/ 1180656 h 1592136"/>
                <a:gd name="connsiteX8" fmla="*/ 1492641 w 1616538"/>
                <a:gd name="connsiteY8" fmla="*/ 1289241 h 1592136"/>
                <a:gd name="connsiteX9" fmla="*/ 196288 w 1616538"/>
                <a:gd name="connsiteY9" fmla="*/ 1588326 h 1592136"/>
                <a:gd name="connsiteX10" fmla="*/ 195336 w 1616538"/>
                <a:gd name="connsiteY10" fmla="*/ 1585469 h 1592136"/>
                <a:gd name="connsiteX11" fmla="*/ 196288 w 1616538"/>
                <a:gd name="connsiteY11" fmla="*/ 1588326 h 1592136"/>
                <a:gd name="connsiteX12" fmla="*/ 159141 w 1616538"/>
                <a:gd name="connsiteY12" fmla="*/ 1592136 h 1592136"/>
                <a:gd name="connsiteX13" fmla="*/ 549666 w 1616538"/>
                <a:gd name="connsiteY13" fmla="*/ 5271 h 1592136"/>
                <a:gd name="connsiteX14" fmla="*/ 514423 w 1616538"/>
                <a:gd name="connsiteY14" fmla="*/ 9081 h 1592136"/>
                <a:gd name="connsiteX15" fmla="*/ 401076 w 1616538"/>
                <a:gd name="connsiteY15" fmla="*/ 114809 h 1592136"/>
                <a:gd name="connsiteX16" fmla="*/ 12456 w 1616538"/>
                <a:gd name="connsiteY16" fmla="*/ 1387349 h 1592136"/>
                <a:gd name="connsiteX17" fmla="*/ 46746 w 1616538"/>
                <a:gd name="connsiteY17" fmla="*/ 1537844 h 1592136"/>
                <a:gd name="connsiteX18" fmla="*/ 194383 w 1616538"/>
                <a:gd name="connsiteY18" fmla="*/ 1582611 h 1592136"/>
                <a:gd name="connsiteX19" fmla="*/ 1490736 w 1616538"/>
                <a:gd name="connsiteY19" fmla="*/ 1283526 h 1592136"/>
                <a:gd name="connsiteX20" fmla="*/ 1604083 w 1616538"/>
                <a:gd name="connsiteY20" fmla="*/ 1177799 h 1592136"/>
                <a:gd name="connsiteX21" fmla="*/ 1569793 w 1616538"/>
                <a:gd name="connsiteY21" fmla="*/ 1027304 h 1592136"/>
                <a:gd name="connsiteX22" fmla="*/ 662061 w 1616538"/>
                <a:gd name="connsiteY22" fmla="*/ 54801 h 1592136"/>
                <a:gd name="connsiteX23" fmla="*/ 549666 w 1616538"/>
                <a:gd name="connsiteY23" fmla="*/ 5271 h 1592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16538" h="1592136">
                  <a:moveTo>
                    <a:pt x="159141" y="1592136"/>
                  </a:moveTo>
                  <a:cubicBezTo>
                    <a:pt x="115326" y="1592136"/>
                    <a:pt x="73416" y="1574039"/>
                    <a:pt x="42936" y="1541654"/>
                  </a:cubicBezTo>
                  <a:cubicBezTo>
                    <a:pt x="3883" y="1499744"/>
                    <a:pt x="-9452" y="1441641"/>
                    <a:pt x="6741" y="1385444"/>
                  </a:cubicBezTo>
                  <a:lnTo>
                    <a:pt x="396313" y="112904"/>
                  </a:lnTo>
                  <a:cubicBezTo>
                    <a:pt x="413458" y="57659"/>
                    <a:pt x="457273" y="16701"/>
                    <a:pt x="513471" y="4319"/>
                  </a:cubicBezTo>
                  <a:cubicBezTo>
                    <a:pt x="569668" y="-9016"/>
                    <a:pt x="626818" y="9081"/>
                    <a:pt x="665871" y="50991"/>
                  </a:cubicBezTo>
                  <a:lnTo>
                    <a:pt x="1573603" y="1024446"/>
                  </a:lnTo>
                  <a:cubicBezTo>
                    <a:pt x="1612656" y="1066356"/>
                    <a:pt x="1625991" y="1124459"/>
                    <a:pt x="1609798" y="1180656"/>
                  </a:cubicBezTo>
                  <a:cubicBezTo>
                    <a:pt x="1592653" y="1235901"/>
                    <a:pt x="1548838" y="1276859"/>
                    <a:pt x="1492641" y="1289241"/>
                  </a:cubicBezTo>
                  <a:lnTo>
                    <a:pt x="196288" y="1588326"/>
                  </a:lnTo>
                  <a:lnTo>
                    <a:pt x="195336" y="1585469"/>
                  </a:lnTo>
                  <a:lnTo>
                    <a:pt x="196288" y="1588326"/>
                  </a:lnTo>
                  <a:cubicBezTo>
                    <a:pt x="183905" y="1591184"/>
                    <a:pt x="171523" y="1592136"/>
                    <a:pt x="159141" y="1592136"/>
                  </a:cubicBezTo>
                  <a:close/>
                  <a:moveTo>
                    <a:pt x="549666" y="5271"/>
                  </a:moveTo>
                  <a:cubicBezTo>
                    <a:pt x="538236" y="5271"/>
                    <a:pt x="525853" y="6224"/>
                    <a:pt x="514423" y="9081"/>
                  </a:cubicBezTo>
                  <a:cubicBezTo>
                    <a:pt x="460131" y="21464"/>
                    <a:pt x="418221" y="60516"/>
                    <a:pt x="401076" y="114809"/>
                  </a:cubicBezTo>
                  <a:lnTo>
                    <a:pt x="12456" y="1387349"/>
                  </a:lnTo>
                  <a:cubicBezTo>
                    <a:pt x="-3737" y="1440689"/>
                    <a:pt x="8646" y="1496886"/>
                    <a:pt x="46746" y="1537844"/>
                  </a:cubicBezTo>
                  <a:cubicBezTo>
                    <a:pt x="84846" y="1578801"/>
                    <a:pt x="140091" y="1595946"/>
                    <a:pt x="194383" y="1582611"/>
                  </a:cubicBezTo>
                  <a:lnTo>
                    <a:pt x="1490736" y="1283526"/>
                  </a:lnTo>
                  <a:cubicBezTo>
                    <a:pt x="1545028" y="1271144"/>
                    <a:pt x="1586938" y="1232091"/>
                    <a:pt x="1604083" y="1177799"/>
                  </a:cubicBezTo>
                  <a:cubicBezTo>
                    <a:pt x="1620276" y="1124459"/>
                    <a:pt x="1606941" y="1068261"/>
                    <a:pt x="1569793" y="1027304"/>
                  </a:cubicBezTo>
                  <a:lnTo>
                    <a:pt x="662061" y="54801"/>
                  </a:lnTo>
                  <a:cubicBezTo>
                    <a:pt x="632533" y="22416"/>
                    <a:pt x="592528" y="5271"/>
                    <a:pt x="549666" y="5271"/>
                  </a:cubicBezTo>
                  <a:close/>
                </a:path>
              </a:pathLst>
            </a:custGeom>
            <a:grpFill/>
            <a:ln w="9525" cap="flat">
              <a:noFill/>
              <a:prstDash val="solid"/>
              <a:miter/>
            </a:ln>
          </p:spPr>
          <p:txBody>
            <a:bodyPr rtlCol="0" anchor="ctr"/>
            <a:lstStyle/>
            <a:p>
              <a:endParaRPr lang="en-US" sz="1730"/>
            </a:p>
          </p:txBody>
        </p:sp>
        <p:sp>
          <p:nvSpPr>
            <p:cNvPr id="92" name="Freeform: Shape 91">
              <a:extLst>
                <a:ext uri="{FF2B5EF4-FFF2-40B4-BE49-F238E27FC236}">
                  <a16:creationId xmlns:a16="http://schemas.microsoft.com/office/drawing/2014/main" id="{73E90C96-7BF3-4653-8F6B-20B2AEFF9C9A}"/>
                </a:ext>
              </a:extLst>
            </p:cNvPr>
            <p:cNvSpPr/>
            <p:nvPr/>
          </p:nvSpPr>
          <p:spPr>
            <a:xfrm>
              <a:off x="5531644" y="2497017"/>
              <a:ext cx="1643695" cy="1534597"/>
            </a:xfrm>
            <a:custGeom>
              <a:avLst/>
              <a:gdLst>
                <a:gd name="connsiteX0" fmla="*/ 1483835 w 1643695"/>
                <a:gd name="connsiteY0" fmla="*/ 1534598 h 1534597"/>
                <a:gd name="connsiteX1" fmla="*/ 1466690 w 1643695"/>
                <a:gd name="connsiteY1" fmla="*/ 1533645 h 1534597"/>
                <a:gd name="connsiteX2" fmla="*/ 143668 w 1643695"/>
                <a:gd name="connsiteY2" fmla="*/ 1395532 h 1534597"/>
                <a:gd name="connsiteX3" fmla="*/ 14128 w 1643695"/>
                <a:gd name="connsiteY3" fmla="*/ 1301235 h 1534597"/>
                <a:gd name="connsiteX4" fmla="*/ 31273 w 1643695"/>
                <a:gd name="connsiteY4" fmla="*/ 1142167 h 1534597"/>
                <a:gd name="connsiteX5" fmla="*/ 813275 w 1643695"/>
                <a:gd name="connsiteY5" fmla="*/ 65842 h 1534597"/>
                <a:gd name="connsiteX6" fmla="*/ 959008 w 1643695"/>
                <a:gd name="connsiteY6" fmla="*/ 1072 h 1534597"/>
                <a:gd name="connsiteX7" fmla="*/ 1088548 w 1643695"/>
                <a:gd name="connsiteY7" fmla="*/ 95370 h 1534597"/>
                <a:gd name="connsiteX8" fmla="*/ 1629568 w 1643695"/>
                <a:gd name="connsiteY8" fmla="*/ 1310760 h 1534597"/>
                <a:gd name="connsiteX9" fmla="*/ 1612423 w 1643695"/>
                <a:gd name="connsiteY9" fmla="*/ 1469827 h 1534597"/>
                <a:gd name="connsiteX10" fmla="*/ 1483835 w 1643695"/>
                <a:gd name="connsiteY10" fmla="*/ 1534598 h 1534597"/>
                <a:gd name="connsiteX11" fmla="*/ 940910 w 1643695"/>
                <a:gd name="connsiteY11" fmla="*/ 5835 h 1534597"/>
                <a:gd name="connsiteX12" fmla="*/ 816133 w 1643695"/>
                <a:gd name="connsiteY12" fmla="*/ 69652 h 1534597"/>
                <a:gd name="connsiteX13" fmla="*/ 34130 w 1643695"/>
                <a:gd name="connsiteY13" fmla="*/ 1145977 h 1534597"/>
                <a:gd name="connsiteX14" fmla="*/ 17938 w 1643695"/>
                <a:gd name="connsiteY14" fmla="*/ 1299330 h 1534597"/>
                <a:gd name="connsiteX15" fmla="*/ 142715 w 1643695"/>
                <a:gd name="connsiteY15" fmla="*/ 1389817 h 1534597"/>
                <a:gd name="connsiteX16" fmla="*/ 1465738 w 1643695"/>
                <a:gd name="connsiteY16" fmla="*/ 1528882 h 1534597"/>
                <a:gd name="connsiteX17" fmla="*/ 1606708 w 1643695"/>
                <a:gd name="connsiteY17" fmla="*/ 1466017 h 1534597"/>
                <a:gd name="connsiteX18" fmla="*/ 1622900 w 1643695"/>
                <a:gd name="connsiteY18" fmla="*/ 1312665 h 1534597"/>
                <a:gd name="connsiteX19" fmla="*/ 1082833 w 1643695"/>
                <a:gd name="connsiteY19" fmla="*/ 97275 h 1534597"/>
                <a:gd name="connsiteX20" fmla="*/ 958055 w 1643695"/>
                <a:gd name="connsiteY20" fmla="*/ 6787 h 1534597"/>
                <a:gd name="connsiteX21" fmla="*/ 940910 w 1643695"/>
                <a:gd name="connsiteY21" fmla="*/ 5835 h 15345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3695" h="1534597">
                  <a:moveTo>
                    <a:pt x="1483835" y="1534598"/>
                  </a:moveTo>
                  <a:cubicBezTo>
                    <a:pt x="1478120" y="1534598"/>
                    <a:pt x="1472405" y="1534598"/>
                    <a:pt x="1466690" y="1533645"/>
                  </a:cubicBezTo>
                  <a:lnTo>
                    <a:pt x="143668" y="1395532"/>
                  </a:lnTo>
                  <a:cubicBezTo>
                    <a:pt x="86518" y="1389817"/>
                    <a:pt x="37940" y="1354575"/>
                    <a:pt x="14128" y="1301235"/>
                  </a:cubicBezTo>
                  <a:cubicBezTo>
                    <a:pt x="-9685" y="1248848"/>
                    <a:pt x="-3017" y="1188840"/>
                    <a:pt x="31273" y="1142167"/>
                  </a:cubicBezTo>
                  <a:lnTo>
                    <a:pt x="813275" y="65842"/>
                  </a:lnTo>
                  <a:cubicBezTo>
                    <a:pt x="847565" y="19170"/>
                    <a:pt x="901858" y="-5595"/>
                    <a:pt x="959008" y="1072"/>
                  </a:cubicBezTo>
                  <a:cubicBezTo>
                    <a:pt x="1016158" y="6787"/>
                    <a:pt x="1064735" y="42030"/>
                    <a:pt x="1088548" y="95370"/>
                  </a:cubicBezTo>
                  <a:lnTo>
                    <a:pt x="1629568" y="1310760"/>
                  </a:lnTo>
                  <a:cubicBezTo>
                    <a:pt x="1653380" y="1363148"/>
                    <a:pt x="1646713" y="1423155"/>
                    <a:pt x="1612423" y="1469827"/>
                  </a:cubicBezTo>
                  <a:cubicBezTo>
                    <a:pt x="1581943" y="1510785"/>
                    <a:pt x="1534318" y="1534598"/>
                    <a:pt x="1483835" y="1534598"/>
                  </a:cubicBezTo>
                  <a:close/>
                  <a:moveTo>
                    <a:pt x="940910" y="5835"/>
                  </a:moveTo>
                  <a:cubicBezTo>
                    <a:pt x="891380" y="5835"/>
                    <a:pt x="845660" y="28695"/>
                    <a:pt x="816133" y="69652"/>
                  </a:cubicBezTo>
                  <a:lnTo>
                    <a:pt x="34130" y="1145977"/>
                  </a:lnTo>
                  <a:cubicBezTo>
                    <a:pt x="1745" y="1190745"/>
                    <a:pt x="-4922" y="1248848"/>
                    <a:pt x="17938" y="1299330"/>
                  </a:cubicBezTo>
                  <a:cubicBezTo>
                    <a:pt x="40798" y="1350765"/>
                    <a:pt x="87470" y="1384102"/>
                    <a:pt x="142715" y="1389817"/>
                  </a:cubicBezTo>
                  <a:lnTo>
                    <a:pt x="1465738" y="1528882"/>
                  </a:lnTo>
                  <a:cubicBezTo>
                    <a:pt x="1520983" y="1534598"/>
                    <a:pt x="1574323" y="1510785"/>
                    <a:pt x="1606708" y="1466017"/>
                  </a:cubicBezTo>
                  <a:cubicBezTo>
                    <a:pt x="1639093" y="1421250"/>
                    <a:pt x="1645760" y="1363148"/>
                    <a:pt x="1622900" y="1312665"/>
                  </a:cubicBezTo>
                  <a:lnTo>
                    <a:pt x="1082833" y="97275"/>
                  </a:lnTo>
                  <a:cubicBezTo>
                    <a:pt x="1059973" y="45840"/>
                    <a:pt x="1013300" y="12502"/>
                    <a:pt x="958055" y="6787"/>
                  </a:cubicBezTo>
                  <a:cubicBezTo>
                    <a:pt x="952340" y="5835"/>
                    <a:pt x="946625" y="5835"/>
                    <a:pt x="940910" y="5835"/>
                  </a:cubicBezTo>
                  <a:close/>
                </a:path>
              </a:pathLst>
            </a:custGeom>
            <a:grpFill/>
            <a:ln w="9525" cap="flat">
              <a:noFill/>
              <a:prstDash val="solid"/>
              <a:miter/>
            </a:ln>
          </p:spPr>
          <p:txBody>
            <a:bodyPr rtlCol="0" anchor="ctr"/>
            <a:lstStyle/>
            <a:p>
              <a:endParaRPr lang="en-US" sz="1730"/>
            </a:p>
          </p:txBody>
        </p:sp>
        <p:sp>
          <p:nvSpPr>
            <p:cNvPr id="93" name="Freeform: Shape 92">
              <a:extLst>
                <a:ext uri="{FF2B5EF4-FFF2-40B4-BE49-F238E27FC236}">
                  <a16:creationId xmlns:a16="http://schemas.microsoft.com/office/drawing/2014/main" id="{10255508-CD31-475F-9938-E6992594AD7F}"/>
                </a:ext>
              </a:extLst>
            </p:cNvPr>
            <p:cNvSpPr/>
            <p:nvPr/>
          </p:nvSpPr>
          <p:spPr>
            <a:xfrm>
              <a:off x="5484232" y="2627034"/>
              <a:ext cx="1525159" cy="1644610"/>
            </a:xfrm>
            <a:custGeom>
              <a:avLst/>
              <a:gdLst>
                <a:gd name="connsiteX0" fmla="*/ 1365512 w 1525159"/>
                <a:gd name="connsiteY0" fmla="*/ 1644610 h 1644610"/>
                <a:gd name="connsiteX1" fmla="*/ 1297885 w 1525159"/>
                <a:gd name="connsiteY1" fmla="*/ 1629370 h 1644610"/>
                <a:gd name="connsiteX2" fmla="*/ 92020 w 1525159"/>
                <a:gd name="connsiteY2" fmla="*/ 1067395 h 1644610"/>
                <a:gd name="connsiteX3" fmla="*/ 580 w 1525159"/>
                <a:gd name="connsiteY3" fmla="*/ 936903 h 1644610"/>
                <a:gd name="connsiteX4" fmla="*/ 68207 w 1525159"/>
                <a:gd name="connsiteY4" fmla="*/ 792123 h 1644610"/>
                <a:gd name="connsiteX5" fmla="*/ 1157867 w 1525159"/>
                <a:gd name="connsiteY5" fmla="*/ 29170 h 1644610"/>
                <a:gd name="connsiteX6" fmla="*/ 1316935 w 1525159"/>
                <a:gd name="connsiteY6" fmla="*/ 14883 h 1644610"/>
                <a:gd name="connsiteX7" fmla="*/ 1408375 w 1525159"/>
                <a:gd name="connsiteY7" fmla="*/ 145375 h 1644610"/>
                <a:gd name="connsiteX8" fmla="*/ 1524580 w 1525159"/>
                <a:gd name="connsiteY8" fmla="*/ 1470303 h 1644610"/>
                <a:gd name="connsiteX9" fmla="*/ 1456952 w 1525159"/>
                <a:gd name="connsiteY9" fmla="*/ 1615083 h 1644610"/>
                <a:gd name="connsiteX10" fmla="*/ 1365512 w 1525159"/>
                <a:gd name="connsiteY10" fmla="*/ 1644610 h 1644610"/>
                <a:gd name="connsiteX11" fmla="*/ 1249307 w 1525159"/>
                <a:gd name="connsiteY11" fmla="*/ 4405 h 1644610"/>
                <a:gd name="connsiteX12" fmla="*/ 1160725 w 1525159"/>
                <a:gd name="connsiteY12" fmla="*/ 32980 h 1644610"/>
                <a:gd name="connsiteX13" fmla="*/ 71065 w 1525159"/>
                <a:gd name="connsiteY13" fmla="*/ 795933 h 1644610"/>
                <a:gd name="connsiteX14" fmla="*/ 6295 w 1525159"/>
                <a:gd name="connsiteY14" fmla="*/ 935950 h 1644610"/>
                <a:gd name="connsiteX15" fmla="*/ 94877 w 1525159"/>
                <a:gd name="connsiteY15" fmla="*/ 1062633 h 1644610"/>
                <a:gd name="connsiteX16" fmla="*/ 1300742 w 1525159"/>
                <a:gd name="connsiteY16" fmla="*/ 1624608 h 1644610"/>
                <a:gd name="connsiteX17" fmla="*/ 1454095 w 1525159"/>
                <a:gd name="connsiteY17" fmla="*/ 1611273 h 1644610"/>
                <a:gd name="connsiteX18" fmla="*/ 1518865 w 1525159"/>
                <a:gd name="connsiteY18" fmla="*/ 1471255 h 1644610"/>
                <a:gd name="connsiteX19" fmla="*/ 1403612 w 1525159"/>
                <a:gd name="connsiteY19" fmla="*/ 145375 h 1644610"/>
                <a:gd name="connsiteX20" fmla="*/ 1315030 w 1525159"/>
                <a:gd name="connsiteY20" fmla="*/ 18693 h 1644610"/>
                <a:gd name="connsiteX21" fmla="*/ 1249307 w 1525159"/>
                <a:gd name="connsiteY21" fmla="*/ 4405 h 1644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25159" h="1644610">
                  <a:moveTo>
                    <a:pt x="1365512" y="1644610"/>
                  </a:moveTo>
                  <a:cubicBezTo>
                    <a:pt x="1342652" y="1644610"/>
                    <a:pt x="1319792" y="1639848"/>
                    <a:pt x="1297885" y="1629370"/>
                  </a:cubicBezTo>
                  <a:lnTo>
                    <a:pt x="92020" y="1067395"/>
                  </a:lnTo>
                  <a:cubicBezTo>
                    <a:pt x="39632" y="1042630"/>
                    <a:pt x="5342" y="994053"/>
                    <a:pt x="580" y="936903"/>
                  </a:cubicBezTo>
                  <a:cubicBezTo>
                    <a:pt x="-4183" y="879753"/>
                    <a:pt x="20582" y="825460"/>
                    <a:pt x="68207" y="792123"/>
                  </a:cubicBezTo>
                  <a:lnTo>
                    <a:pt x="1157867" y="29170"/>
                  </a:lnTo>
                  <a:cubicBezTo>
                    <a:pt x="1205492" y="-4167"/>
                    <a:pt x="1264547" y="-8930"/>
                    <a:pt x="1316935" y="14883"/>
                  </a:cubicBezTo>
                  <a:cubicBezTo>
                    <a:pt x="1369322" y="39648"/>
                    <a:pt x="1403612" y="88225"/>
                    <a:pt x="1408375" y="145375"/>
                  </a:cubicBezTo>
                  <a:lnTo>
                    <a:pt x="1524580" y="1470303"/>
                  </a:lnTo>
                  <a:cubicBezTo>
                    <a:pt x="1529342" y="1527453"/>
                    <a:pt x="1504577" y="1581745"/>
                    <a:pt x="1456952" y="1615083"/>
                  </a:cubicBezTo>
                  <a:cubicBezTo>
                    <a:pt x="1429330" y="1634133"/>
                    <a:pt x="1397897" y="1644610"/>
                    <a:pt x="1365512" y="1644610"/>
                  </a:cubicBezTo>
                  <a:close/>
                  <a:moveTo>
                    <a:pt x="1249307" y="4405"/>
                  </a:moveTo>
                  <a:cubicBezTo>
                    <a:pt x="1218827" y="4405"/>
                    <a:pt x="1187395" y="13930"/>
                    <a:pt x="1160725" y="32980"/>
                  </a:cubicBezTo>
                  <a:lnTo>
                    <a:pt x="71065" y="795933"/>
                  </a:lnTo>
                  <a:cubicBezTo>
                    <a:pt x="25345" y="828318"/>
                    <a:pt x="580" y="880705"/>
                    <a:pt x="6295" y="935950"/>
                  </a:cubicBezTo>
                  <a:cubicBezTo>
                    <a:pt x="12010" y="991195"/>
                    <a:pt x="44395" y="1038820"/>
                    <a:pt x="94877" y="1062633"/>
                  </a:cubicBezTo>
                  <a:lnTo>
                    <a:pt x="1300742" y="1624608"/>
                  </a:lnTo>
                  <a:cubicBezTo>
                    <a:pt x="1351225" y="1648420"/>
                    <a:pt x="1408375" y="1642705"/>
                    <a:pt x="1454095" y="1611273"/>
                  </a:cubicBezTo>
                  <a:cubicBezTo>
                    <a:pt x="1499815" y="1578888"/>
                    <a:pt x="1524580" y="1527453"/>
                    <a:pt x="1518865" y="1471255"/>
                  </a:cubicBezTo>
                  <a:lnTo>
                    <a:pt x="1403612" y="145375"/>
                  </a:lnTo>
                  <a:cubicBezTo>
                    <a:pt x="1398850" y="90130"/>
                    <a:pt x="1365512" y="42505"/>
                    <a:pt x="1315030" y="18693"/>
                  </a:cubicBezTo>
                  <a:cubicBezTo>
                    <a:pt x="1294075" y="9168"/>
                    <a:pt x="1271215" y="4405"/>
                    <a:pt x="1249307" y="4405"/>
                  </a:cubicBezTo>
                  <a:close/>
                </a:path>
              </a:pathLst>
            </a:custGeom>
            <a:grpFill/>
            <a:ln w="9525" cap="flat">
              <a:noFill/>
              <a:prstDash val="solid"/>
              <a:miter/>
            </a:ln>
          </p:spPr>
          <p:txBody>
            <a:bodyPr rtlCol="0" anchor="ctr"/>
            <a:lstStyle/>
            <a:p>
              <a:endParaRPr lang="en-US" sz="1730"/>
            </a:p>
          </p:txBody>
        </p:sp>
        <p:sp>
          <p:nvSpPr>
            <p:cNvPr id="94" name="Freeform: Shape 93">
              <a:extLst>
                <a:ext uri="{FF2B5EF4-FFF2-40B4-BE49-F238E27FC236}">
                  <a16:creationId xmlns:a16="http://schemas.microsoft.com/office/drawing/2014/main" id="{6180CF46-AD3A-4882-BF8C-42A4079F05AC}"/>
                </a:ext>
              </a:extLst>
            </p:cNvPr>
            <p:cNvSpPr/>
            <p:nvPr/>
          </p:nvSpPr>
          <p:spPr>
            <a:xfrm>
              <a:off x="5498775" y="2833512"/>
              <a:ext cx="1599894" cy="1610534"/>
            </a:xfrm>
            <a:custGeom>
              <a:avLst/>
              <a:gdLst>
                <a:gd name="connsiteX0" fmla="*/ 1116654 w 1599894"/>
                <a:gd name="connsiteY0" fmla="*/ 1610535 h 1610534"/>
                <a:gd name="connsiteX1" fmla="*/ 1006164 w 1599894"/>
                <a:gd name="connsiteY1" fmla="*/ 1565767 h 1610534"/>
                <a:gd name="connsiteX2" fmla="*/ 48901 w 1599894"/>
                <a:gd name="connsiteY2" fmla="*/ 641842 h 1610534"/>
                <a:gd name="connsiteX3" fmla="*/ 5086 w 1599894"/>
                <a:gd name="connsiteY3" fmla="*/ 488490 h 1610534"/>
                <a:gd name="connsiteX4" fmla="*/ 116529 w 1599894"/>
                <a:gd name="connsiteY4" fmla="*/ 373237 h 1610534"/>
                <a:gd name="connsiteX5" fmla="*/ 1395736 w 1599894"/>
                <a:gd name="connsiteY5" fmla="*/ 6525 h 1610534"/>
                <a:gd name="connsiteX6" fmla="*/ 1550994 w 1599894"/>
                <a:gd name="connsiteY6" fmla="*/ 45577 h 1610534"/>
                <a:gd name="connsiteX7" fmla="*/ 1594809 w 1599894"/>
                <a:gd name="connsiteY7" fmla="*/ 198930 h 1610534"/>
                <a:gd name="connsiteX8" fmla="*/ 1271911 w 1599894"/>
                <a:gd name="connsiteY8" fmla="*/ 1488615 h 1610534"/>
                <a:gd name="connsiteX9" fmla="*/ 1160469 w 1599894"/>
                <a:gd name="connsiteY9" fmla="*/ 1603867 h 1610534"/>
                <a:gd name="connsiteX10" fmla="*/ 1116654 w 1599894"/>
                <a:gd name="connsiteY10" fmla="*/ 1610535 h 1610534"/>
                <a:gd name="connsiteX11" fmla="*/ 1439551 w 1599894"/>
                <a:gd name="connsiteY11" fmla="*/ 4620 h 1610534"/>
                <a:gd name="connsiteX12" fmla="*/ 1396689 w 1599894"/>
                <a:gd name="connsiteY12" fmla="*/ 10335 h 1610534"/>
                <a:gd name="connsiteX13" fmla="*/ 117481 w 1599894"/>
                <a:gd name="connsiteY13" fmla="*/ 378000 h 1610534"/>
                <a:gd name="connsiteX14" fmla="*/ 9849 w 1599894"/>
                <a:gd name="connsiteY14" fmla="*/ 489442 h 1610534"/>
                <a:gd name="connsiteX15" fmla="*/ 52711 w 1599894"/>
                <a:gd name="connsiteY15" fmla="*/ 638033 h 1610534"/>
                <a:gd name="connsiteX16" fmla="*/ 1009974 w 1599894"/>
                <a:gd name="connsiteY16" fmla="*/ 1561958 h 1610534"/>
                <a:gd name="connsiteX17" fmla="*/ 1159516 w 1599894"/>
                <a:gd name="connsiteY17" fmla="*/ 1599105 h 1610534"/>
                <a:gd name="connsiteX18" fmla="*/ 1267149 w 1599894"/>
                <a:gd name="connsiteY18" fmla="*/ 1487663 h 1610534"/>
                <a:gd name="connsiteX19" fmla="*/ 1589094 w 1599894"/>
                <a:gd name="connsiteY19" fmla="*/ 197025 h 1610534"/>
                <a:gd name="connsiteX20" fmla="*/ 1546231 w 1599894"/>
                <a:gd name="connsiteY20" fmla="*/ 48435 h 1610534"/>
                <a:gd name="connsiteX21" fmla="*/ 1439551 w 1599894"/>
                <a:gd name="connsiteY21" fmla="*/ 4620 h 1610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99894" h="1610534">
                  <a:moveTo>
                    <a:pt x="1116654" y="1610535"/>
                  </a:moveTo>
                  <a:cubicBezTo>
                    <a:pt x="1075696" y="1610535"/>
                    <a:pt x="1036644" y="1595295"/>
                    <a:pt x="1006164" y="1565767"/>
                  </a:cubicBezTo>
                  <a:lnTo>
                    <a:pt x="48901" y="641842"/>
                  </a:lnTo>
                  <a:cubicBezTo>
                    <a:pt x="6991" y="601837"/>
                    <a:pt x="-9201" y="544687"/>
                    <a:pt x="5086" y="488490"/>
                  </a:cubicBezTo>
                  <a:cubicBezTo>
                    <a:pt x="19374" y="432292"/>
                    <a:pt x="60331" y="389430"/>
                    <a:pt x="116529" y="373237"/>
                  </a:cubicBezTo>
                  <a:lnTo>
                    <a:pt x="1395736" y="6525"/>
                  </a:lnTo>
                  <a:cubicBezTo>
                    <a:pt x="1450981" y="-9668"/>
                    <a:pt x="1509084" y="4620"/>
                    <a:pt x="1550994" y="45577"/>
                  </a:cubicBezTo>
                  <a:cubicBezTo>
                    <a:pt x="1592904" y="85582"/>
                    <a:pt x="1609096" y="142732"/>
                    <a:pt x="1594809" y="198930"/>
                  </a:cubicBezTo>
                  <a:lnTo>
                    <a:pt x="1271911" y="1488615"/>
                  </a:lnTo>
                  <a:cubicBezTo>
                    <a:pt x="1257624" y="1544813"/>
                    <a:pt x="1216666" y="1587675"/>
                    <a:pt x="1160469" y="1603867"/>
                  </a:cubicBezTo>
                  <a:cubicBezTo>
                    <a:pt x="1146181" y="1607678"/>
                    <a:pt x="1130941" y="1610535"/>
                    <a:pt x="1116654" y="1610535"/>
                  </a:cubicBezTo>
                  <a:close/>
                  <a:moveTo>
                    <a:pt x="1439551" y="4620"/>
                  </a:moveTo>
                  <a:cubicBezTo>
                    <a:pt x="1425264" y="4620"/>
                    <a:pt x="1410976" y="6525"/>
                    <a:pt x="1396689" y="10335"/>
                  </a:cubicBezTo>
                  <a:lnTo>
                    <a:pt x="117481" y="378000"/>
                  </a:lnTo>
                  <a:cubicBezTo>
                    <a:pt x="64141" y="393240"/>
                    <a:pt x="24136" y="435150"/>
                    <a:pt x="9849" y="489442"/>
                  </a:cubicBezTo>
                  <a:cubicBezTo>
                    <a:pt x="-3487" y="543735"/>
                    <a:pt x="12706" y="598980"/>
                    <a:pt x="52711" y="638033"/>
                  </a:cubicBezTo>
                  <a:lnTo>
                    <a:pt x="1009974" y="1561958"/>
                  </a:lnTo>
                  <a:cubicBezTo>
                    <a:pt x="1049979" y="1601010"/>
                    <a:pt x="1106176" y="1614345"/>
                    <a:pt x="1159516" y="1599105"/>
                  </a:cubicBezTo>
                  <a:cubicBezTo>
                    <a:pt x="1212856" y="1583865"/>
                    <a:pt x="1252861" y="1541955"/>
                    <a:pt x="1267149" y="1487663"/>
                  </a:cubicBezTo>
                  <a:lnTo>
                    <a:pt x="1589094" y="197025"/>
                  </a:lnTo>
                  <a:cubicBezTo>
                    <a:pt x="1602429" y="142732"/>
                    <a:pt x="1586236" y="87487"/>
                    <a:pt x="1546231" y="48435"/>
                  </a:cubicBezTo>
                  <a:cubicBezTo>
                    <a:pt x="1516704" y="19860"/>
                    <a:pt x="1478604" y="4620"/>
                    <a:pt x="1439551" y="4620"/>
                  </a:cubicBezTo>
                  <a:close/>
                </a:path>
              </a:pathLst>
            </a:custGeom>
            <a:grpFill/>
            <a:ln w="9525" cap="flat">
              <a:noFill/>
              <a:prstDash val="solid"/>
              <a:miter/>
            </a:ln>
          </p:spPr>
          <p:txBody>
            <a:bodyPr rtlCol="0" anchor="ctr"/>
            <a:lstStyle/>
            <a:p>
              <a:endParaRPr lang="en-US" sz="1730"/>
            </a:p>
          </p:txBody>
        </p:sp>
        <p:sp>
          <p:nvSpPr>
            <p:cNvPr id="95" name="Freeform: Shape 94">
              <a:extLst>
                <a:ext uri="{FF2B5EF4-FFF2-40B4-BE49-F238E27FC236}">
                  <a16:creationId xmlns:a16="http://schemas.microsoft.com/office/drawing/2014/main" id="{E32DF239-2F1F-4DEF-84E6-8AA4C60B1814}"/>
                </a:ext>
              </a:extLst>
            </p:cNvPr>
            <p:cNvSpPr/>
            <p:nvPr/>
          </p:nvSpPr>
          <p:spPr>
            <a:xfrm>
              <a:off x="5574695" y="3024613"/>
              <a:ext cx="1649985" cy="1506110"/>
            </a:xfrm>
            <a:custGeom>
              <a:avLst/>
              <a:gdLst>
                <a:gd name="connsiteX0" fmla="*/ 764509 w 1649985"/>
                <a:gd name="connsiteY0" fmla="*/ 1506111 h 1506110"/>
                <a:gd name="connsiteX1" fmla="*/ 755937 w 1649985"/>
                <a:gd name="connsiteY1" fmla="*/ 1506111 h 1506110"/>
                <a:gd name="connsiteX2" fmla="*/ 621634 w 1649985"/>
                <a:gd name="connsiteY2" fmla="*/ 1419433 h 1506110"/>
                <a:gd name="connsiteX3" fmla="*/ 17749 w 1649985"/>
                <a:gd name="connsiteY3" fmla="*/ 232618 h 1506110"/>
                <a:gd name="connsiteX4" fmla="*/ 26322 w 1649985"/>
                <a:gd name="connsiteY4" fmla="*/ 72598 h 1506110"/>
                <a:gd name="connsiteX5" fmla="*/ 169197 w 1649985"/>
                <a:gd name="connsiteY5" fmla="*/ 208 h 1506110"/>
                <a:gd name="connsiteX6" fmla="*/ 1497934 w 1649985"/>
                <a:gd name="connsiteY6" fmla="*/ 69741 h 1506110"/>
                <a:gd name="connsiteX7" fmla="*/ 1632237 w 1649985"/>
                <a:gd name="connsiteY7" fmla="*/ 156418 h 1506110"/>
                <a:gd name="connsiteX8" fmla="*/ 1623664 w 1649985"/>
                <a:gd name="connsiteY8" fmla="*/ 316438 h 1506110"/>
                <a:gd name="connsiteX9" fmla="*/ 898812 w 1649985"/>
                <a:gd name="connsiteY9" fmla="*/ 1431816 h 1506110"/>
                <a:gd name="connsiteX10" fmla="*/ 764509 w 1649985"/>
                <a:gd name="connsiteY10" fmla="*/ 1506111 h 1506110"/>
                <a:gd name="connsiteX11" fmla="*/ 22512 w 1649985"/>
                <a:gd name="connsiteY11" fmla="*/ 230713 h 1506110"/>
                <a:gd name="connsiteX12" fmla="*/ 626397 w 1649985"/>
                <a:gd name="connsiteY12" fmla="*/ 1415623 h 1506110"/>
                <a:gd name="connsiteX13" fmla="*/ 755937 w 1649985"/>
                <a:gd name="connsiteY13" fmla="*/ 1499443 h 1506110"/>
                <a:gd name="connsiteX14" fmla="*/ 893097 w 1649985"/>
                <a:gd name="connsiteY14" fmla="*/ 1428958 h 1506110"/>
                <a:gd name="connsiteX15" fmla="*/ 1617949 w 1649985"/>
                <a:gd name="connsiteY15" fmla="*/ 313581 h 1506110"/>
                <a:gd name="connsiteX16" fmla="*/ 1625569 w 1649985"/>
                <a:gd name="connsiteY16" fmla="*/ 159276 h 1506110"/>
                <a:gd name="connsiteX17" fmla="*/ 1496029 w 1649985"/>
                <a:gd name="connsiteY17" fmla="*/ 75456 h 1506110"/>
                <a:gd name="connsiteX18" fmla="*/ 168244 w 1649985"/>
                <a:gd name="connsiteY18" fmla="*/ 5923 h 1506110"/>
                <a:gd name="connsiteX19" fmla="*/ 31084 w 1649985"/>
                <a:gd name="connsiteY19" fmla="*/ 76408 h 1506110"/>
                <a:gd name="connsiteX20" fmla="*/ 22512 w 1649985"/>
                <a:gd name="connsiteY20" fmla="*/ 230713 h 15061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649985" h="1506110">
                  <a:moveTo>
                    <a:pt x="764509" y="1506111"/>
                  </a:moveTo>
                  <a:cubicBezTo>
                    <a:pt x="761652" y="1506111"/>
                    <a:pt x="758794" y="1506111"/>
                    <a:pt x="755937" y="1506111"/>
                  </a:cubicBezTo>
                  <a:cubicBezTo>
                    <a:pt x="697834" y="1503253"/>
                    <a:pt x="648304" y="1470868"/>
                    <a:pt x="621634" y="1419433"/>
                  </a:cubicBezTo>
                  <a:lnTo>
                    <a:pt x="17749" y="232618"/>
                  </a:lnTo>
                  <a:cubicBezTo>
                    <a:pt x="-8921" y="181183"/>
                    <a:pt x="-5111" y="121176"/>
                    <a:pt x="26322" y="72598"/>
                  </a:cubicBezTo>
                  <a:cubicBezTo>
                    <a:pt x="57754" y="24021"/>
                    <a:pt x="111094" y="-2649"/>
                    <a:pt x="169197" y="208"/>
                  </a:cubicBezTo>
                  <a:lnTo>
                    <a:pt x="1497934" y="69741"/>
                  </a:lnTo>
                  <a:cubicBezTo>
                    <a:pt x="1556037" y="72598"/>
                    <a:pt x="1605567" y="104983"/>
                    <a:pt x="1632237" y="156418"/>
                  </a:cubicBezTo>
                  <a:cubicBezTo>
                    <a:pt x="1658907" y="207853"/>
                    <a:pt x="1655097" y="267861"/>
                    <a:pt x="1623664" y="316438"/>
                  </a:cubicBezTo>
                  <a:lnTo>
                    <a:pt x="898812" y="1431816"/>
                  </a:lnTo>
                  <a:cubicBezTo>
                    <a:pt x="868332" y="1478488"/>
                    <a:pt x="818802" y="1506111"/>
                    <a:pt x="764509" y="1506111"/>
                  </a:cubicBezTo>
                  <a:close/>
                  <a:moveTo>
                    <a:pt x="22512" y="230713"/>
                  </a:moveTo>
                  <a:lnTo>
                    <a:pt x="626397" y="1415623"/>
                  </a:lnTo>
                  <a:cubicBezTo>
                    <a:pt x="652114" y="1465153"/>
                    <a:pt x="699739" y="1496586"/>
                    <a:pt x="755937" y="1499443"/>
                  </a:cubicBezTo>
                  <a:cubicBezTo>
                    <a:pt x="812134" y="1502301"/>
                    <a:pt x="862617" y="1476583"/>
                    <a:pt x="893097" y="1428958"/>
                  </a:cubicBezTo>
                  <a:lnTo>
                    <a:pt x="1617949" y="313581"/>
                  </a:lnTo>
                  <a:cubicBezTo>
                    <a:pt x="1648429" y="266908"/>
                    <a:pt x="1651287" y="208806"/>
                    <a:pt x="1625569" y="159276"/>
                  </a:cubicBezTo>
                  <a:cubicBezTo>
                    <a:pt x="1599852" y="109746"/>
                    <a:pt x="1552227" y="78313"/>
                    <a:pt x="1496029" y="75456"/>
                  </a:cubicBezTo>
                  <a:lnTo>
                    <a:pt x="168244" y="5923"/>
                  </a:lnTo>
                  <a:cubicBezTo>
                    <a:pt x="112999" y="3066"/>
                    <a:pt x="61564" y="28783"/>
                    <a:pt x="31084" y="76408"/>
                  </a:cubicBezTo>
                  <a:cubicBezTo>
                    <a:pt x="604" y="123081"/>
                    <a:pt x="-3206" y="181183"/>
                    <a:pt x="22512" y="230713"/>
                  </a:cubicBezTo>
                  <a:close/>
                </a:path>
              </a:pathLst>
            </a:custGeom>
            <a:grpFill/>
            <a:ln w="9525" cap="flat">
              <a:noFill/>
              <a:prstDash val="solid"/>
              <a:miter/>
            </a:ln>
          </p:spPr>
          <p:txBody>
            <a:bodyPr rtlCol="0" anchor="ctr"/>
            <a:lstStyle/>
            <a:p>
              <a:endParaRPr lang="en-US" sz="1730"/>
            </a:p>
          </p:txBody>
        </p:sp>
        <p:sp>
          <p:nvSpPr>
            <p:cNvPr id="96" name="Freeform: Shape 95">
              <a:extLst>
                <a:ext uri="{FF2B5EF4-FFF2-40B4-BE49-F238E27FC236}">
                  <a16:creationId xmlns:a16="http://schemas.microsoft.com/office/drawing/2014/main" id="{1FF529E2-E4DE-4BC2-AD36-9E2F91168396}"/>
                </a:ext>
              </a:extLst>
            </p:cNvPr>
            <p:cNvSpPr/>
            <p:nvPr/>
          </p:nvSpPr>
          <p:spPr>
            <a:xfrm>
              <a:off x="5703352" y="2884241"/>
              <a:ext cx="1552692" cy="1637910"/>
            </a:xfrm>
            <a:custGeom>
              <a:avLst/>
              <a:gdLst>
                <a:gd name="connsiteX0" fmla="*/ 345340 w 1552692"/>
                <a:gd name="connsiteY0" fmla="*/ 1637910 h 1637910"/>
                <a:gd name="connsiteX1" fmla="*/ 285332 w 1552692"/>
                <a:gd name="connsiteY1" fmla="*/ 1626480 h 1637910"/>
                <a:gd name="connsiteX2" fmla="*/ 187225 w 1552692"/>
                <a:gd name="connsiteY2" fmla="*/ 1500750 h 1637910"/>
                <a:gd name="connsiteX3" fmla="*/ 1487 w 1552692"/>
                <a:gd name="connsiteY3" fmla="*/ 182490 h 1637910"/>
                <a:gd name="connsiteX4" fmla="*/ 61495 w 1552692"/>
                <a:gd name="connsiteY4" fmla="*/ 33900 h 1637910"/>
                <a:gd name="connsiteX5" fmla="*/ 219610 w 1552692"/>
                <a:gd name="connsiteY5" fmla="*/ 11993 h 1637910"/>
                <a:gd name="connsiteX6" fmla="*/ 1453097 w 1552692"/>
                <a:gd name="connsiteY6" fmla="*/ 510150 h 1637910"/>
                <a:gd name="connsiteX7" fmla="*/ 1551205 w 1552692"/>
                <a:gd name="connsiteY7" fmla="*/ 635880 h 1637910"/>
                <a:gd name="connsiteX8" fmla="*/ 1491197 w 1552692"/>
                <a:gd name="connsiteY8" fmla="*/ 784470 h 1637910"/>
                <a:gd name="connsiteX9" fmla="*/ 442495 w 1552692"/>
                <a:gd name="connsiteY9" fmla="*/ 1603620 h 1637910"/>
                <a:gd name="connsiteX10" fmla="*/ 345340 w 1552692"/>
                <a:gd name="connsiteY10" fmla="*/ 1637910 h 1637910"/>
                <a:gd name="connsiteX11" fmla="*/ 7202 w 1552692"/>
                <a:gd name="connsiteY11" fmla="*/ 182490 h 1637910"/>
                <a:gd name="connsiteX12" fmla="*/ 191987 w 1552692"/>
                <a:gd name="connsiteY12" fmla="*/ 1499798 h 1637910"/>
                <a:gd name="connsiteX13" fmla="*/ 287237 w 1552692"/>
                <a:gd name="connsiteY13" fmla="*/ 1621718 h 1637910"/>
                <a:gd name="connsiteX14" fmla="*/ 439637 w 1552692"/>
                <a:gd name="connsiteY14" fmla="*/ 1599810 h 1637910"/>
                <a:gd name="connsiteX15" fmla="*/ 1488340 w 1552692"/>
                <a:gd name="connsiteY15" fmla="*/ 780660 h 1637910"/>
                <a:gd name="connsiteX16" fmla="*/ 1546442 w 1552692"/>
                <a:gd name="connsiteY16" fmla="*/ 637785 h 1637910"/>
                <a:gd name="connsiteX17" fmla="*/ 1451192 w 1552692"/>
                <a:gd name="connsiteY17" fmla="*/ 515865 h 1637910"/>
                <a:gd name="connsiteX18" fmla="*/ 217705 w 1552692"/>
                <a:gd name="connsiteY18" fmla="*/ 17708 h 1637910"/>
                <a:gd name="connsiteX19" fmla="*/ 65305 w 1552692"/>
                <a:gd name="connsiteY19" fmla="*/ 39615 h 1637910"/>
                <a:gd name="connsiteX20" fmla="*/ 7202 w 1552692"/>
                <a:gd name="connsiteY20" fmla="*/ 182490 h 1637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552692" h="1637910">
                  <a:moveTo>
                    <a:pt x="345340" y="1637910"/>
                  </a:moveTo>
                  <a:cubicBezTo>
                    <a:pt x="325337" y="1637910"/>
                    <a:pt x="304382" y="1634100"/>
                    <a:pt x="285332" y="1626480"/>
                  </a:cubicBezTo>
                  <a:cubicBezTo>
                    <a:pt x="231992" y="1604573"/>
                    <a:pt x="194845" y="1557900"/>
                    <a:pt x="187225" y="1500750"/>
                  </a:cubicBezTo>
                  <a:lnTo>
                    <a:pt x="1487" y="182490"/>
                  </a:lnTo>
                  <a:cubicBezTo>
                    <a:pt x="-6133" y="125340"/>
                    <a:pt x="15775" y="70095"/>
                    <a:pt x="61495" y="33900"/>
                  </a:cubicBezTo>
                  <a:cubicBezTo>
                    <a:pt x="107215" y="-1342"/>
                    <a:pt x="166270" y="-9915"/>
                    <a:pt x="219610" y="11993"/>
                  </a:cubicBezTo>
                  <a:lnTo>
                    <a:pt x="1453097" y="510150"/>
                  </a:lnTo>
                  <a:cubicBezTo>
                    <a:pt x="1506437" y="532058"/>
                    <a:pt x="1543585" y="578730"/>
                    <a:pt x="1551205" y="635880"/>
                  </a:cubicBezTo>
                  <a:cubicBezTo>
                    <a:pt x="1558825" y="693030"/>
                    <a:pt x="1536917" y="748275"/>
                    <a:pt x="1491197" y="784470"/>
                  </a:cubicBezTo>
                  <a:lnTo>
                    <a:pt x="442495" y="1603620"/>
                  </a:lnTo>
                  <a:cubicBezTo>
                    <a:pt x="414872" y="1626480"/>
                    <a:pt x="380582" y="1637910"/>
                    <a:pt x="345340" y="1637910"/>
                  </a:cubicBezTo>
                  <a:close/>
                  <a:moveTo>
                    <a:pt x="7202" y="182490"/>
                  </a:moveTo>
                  <a:lnTo>
                    <a:pt x="191987" y="1499798"/>
                  </a:lnTo>
                  <a:cubicBezTo>
                    <a:pt x="199607" y="1555043"/>
                    <a:pt x="234850" y="1600763"/>
                    <a:pt x="287237" y="1621718"/>
                  </a:cubicBezTo>
                  <a:cubicBezTo>
                    <a:pt x="338672" y="1642673"/>
                    <a:pt x="395822" y="1635053"/>
                    <a:pt x="439637" y="1599810"/>
                  </a:cubicBezTo>
                  <a:lnTo>
                    <a:pt x="1488340" y="780660"/>
                  </a:lnTo>
                  <a:cubicBezTo>
                    <a:pt x="1532155" y="746370"/>
                    <a:pt x="1554062" y="693030"/>
                    <a:pt x="1546442" y="637785"/>
                  </a:cubicBezTo>
                  <a:cubicBezTo>
                    <a:pt x="1538822" y="582540"/>
                    <a:pt x="1503580" y="536820"/>
                    <a:pt x="1451192" y="515865"/>
                  </a:cubicBezTo>
                  <a:lnTo>
                    <a:pt x="217705" y="17708"/>
                  </a:lnTo>
                  <a:cubicBezTo>
                    <a:pt x="166270" y="-3247"/>
                    <a:pt x="109120" y="4373"/>
                    <a:pt x="65305" y="39615"/>
                  </a:cubicBezTo>
                  <a:cubicBezTo>
                    <a:pt x="20537" y="72953"/>
                    <a:pt x="-418" y="127245"/>
                    <a:pt x="7202" y="182490"/>
                  </a:cubicBezTo>
                  <a:close/>
                </a:path>
              </a:pathLst>
            </a:custGeom>
            <a:grpFill/>
            <a:ln w="9525" cap="flat">
              <a:noFill/>
              <a:prstDash val="solid"/>
              <a:miter/>
            </a:ln>
          </p:spPr>
          <p:txBody>
            <a:bodyPr rtlCol="0" anchor="ctr"/>
            <a:lstStyle/>
            <a:p>
              <a:endParaRPr lang="en-US" sz="1730"/>
            </a:p>
          </p:txBody>
        </p:sp>
        <p:sp>
          <p:nvSpPr>
            <p:cNvPr id="97" name="Freeform: Shape 96">
              <a:extLst>
                <a:ext uri="{FF2B5EF4-FFF2-40B4-BE49-F238E27FC236}">
                  <a16:creationId xmlns:a16="http://schemas.microsoft.com/office/drawing/2014/main" id="{EBD42EE8-F67C-4184-AC55-B277B9D45512}"/>
                </a:ext>
              </a:extLst>
            </p:cNvPr>
            <p:cNvSpPr/>
            <p:nvPr/>
          </p:nvSpPr>
          <p:spPr>
            <a:xfrm>
              <a:off x="5617251" y="2793839"/>
              <a:ext cx="1577256" cy="1626394"/>
            </a:xfrm>
            <a:custGeom>
              <a:avLst/>
              <a:gdLst>
                <a:gd name="connsiteX0" fmla="*/ 159026 w 1577256"/>
                <a:gd name="connsiteY0" fmla="*/ 1626395 h 1626394"/>
                <a:gd name="connsiteX1" fmla="*/ 55203 w 1577256"/>
                <a:gd name="connsiteY1" fmla="*/ 1587342 h 1626394"/>
                <a:gd name="connsiteX2" fmla="*/ 2816 w 1577256"/>
                <a:gd name="connsiteY2" fmla="*/ 1435895 h 1626394"/>
                <a:gd name="connsiteX3" fmla="*/ 256181 w 1577256"/>
                <a:gd name="connsiteY3" fmla="*/ 130017 h 1626394"/>
                <a:gd name="connsiteX4" fmla="*/ 360956 w 1577256"/>
                <a:gd name="connsiteY4" fmla="*/ 9050 h 1626394"/>
                <a:gd name="connsiteX5" fmla="*/ 518118 w 1577256"/>
                <a:gd name="connsiteY5" fmla="*/ 39530 h 1626394"/>
                <a:gd name="connsiteX6" fmla="*/ 1522053 w 1577256"/>
                <a:gd name="connsiteY6" fmla="*/ 912019 h 1626394"/>
                <a:gd name="connsiteX7" fmla="*/ 1574441 w 1577256"/>
                <a:gd name="connsiteY7" fmla="*/ 1063467 h 1626394"/>
                <a:gd name="connsiteX8" fmla="*/ 1469666 w 1577256"/>
                <a:gd name="connsiteY8" fmla="*/ 1184435 h 1626394"/>
                <a:gd name="connsiteX9" fmla="*/ 211413 w 1577256"/>
                <a:gd name="connsiteY9" fmla="*/ 1616870 h 1626394"/>
                <a:gd name="connsiteX10" fmla="*/ 159026 w 1577256"/>
                <a:gd name="connsiteY10" fmla="*/ 1626395 h 1626394"/>
                <a:gd name="connsiteX11" fmla="*/ 259038 w 1577256"/>
                <a:gd name="connsiteY11" fmla="*/ 130017 h 1626394"/>
                <a:gd name="connsiteX12" fmla="*/ 261896 w 1577256"/>
                <a:gd name="connsiteY12" fmla="*/ 130970 h 1626394"/>
                <a:gd name="connsiteX13" fmla="*/ 7578 w 1577256"/>
                <a:gd name="connsiteY13" fmla="*/ 1436847 h 1626394"/>
                <a:gd name="connsiteX14" fmla="*/ 58061 w 1577256"/>
                <a:gd name="connsiteY14" fmla="*/ 1582580 h 1626394"/>
                <a:gd name="connsiteX15" fmla="*/ 209508 w 1577256"/>
                <a:gd name="connsiteY15" fmla="*/ 1612107 h 1626394"/>
                <a:gd name="connsiteX16" fmla="*/ 1467761 w 1577256"/>
                <a:gd name="connsiteY16" fmla="*/ 1178720 h 1626394"/>
                <a:gd name="connsiteX17" fmla="*/ 1568726 w 1577256"/>
                <a:gd name="connsiteY17" fmla="*/ 1062515 h 1626394"/>
                <a:gd name="connsiteX18" fmla="*/ 1518243 w 1577256"/>
                <a:gd name="connsiteY18" fmla="*/ 916782 h 1626394"/>
                <a:gd name="connsiteX19" fmla="*/ 514308 w 1577256"/>
                <a:gd name="connsiteY19" fmla="*/ 43340 h 1626394"/>
                <a:gd name="connsiteX20" fmla="*/ 362861 w 1577256"/>
                <a:gd name="connsiteY20" fmla="*/ 13812 h 1626394"/>
                <a:gd name="connsiteX21" fmla="*/ 261896 w 1577256"/>
                <a:gd name="connsiteY21" fmla="*/ 130017 h 1626394"/>
                <a:gd name="connsiteX22" fmla="*/ 259038 w 1577256"/>
                <a:gd name="connsiteY22" fmla="*/ 130017 h 1626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577256" h="1626394">
                  <a:moveTo>
                    <a:pt x="159026" y="1626395"/>
                  </a:moveTo>
                  <a:cubicBezTo>
                    <a:pt x="120926" y="1626395"/>
                    <a:pt x="84731" y="1613060"/>
                    <a:pt x="55203" y="1587342"/>
                  </a:cubicBezTo>
                  <a:cubicBezTo>
                    <a:pt x="11388" y="1549242"/>
                    <a:pt x="-7662" y="1493045"/>
                    <a:pt x="2816" y="1435895"/>
                  </a:cubicBezTo>
                  <a:lnTo>
                    <a:pt x="256181" y="130017"/>
                  </a:lnTo>
                  <a:cubicBezTo>
                    <a:pt x="267611" y="72867"/>
                    <a:pt x="306663" y="28100"/>
                    <a:pt x="360956" y="9050"/>
                  </a:cubicBezTo>
                  <a:cubicBezTo>
                    <a:pt x="415248" y="-10000"/>
                    <a:pt x="474303" y="1430"/>
                    <a:pt x="518118" y="39530"/>
                  </a:cubicBezTo>
                  <a:lnTo>
                    <a:pt x="1522053" y="912019"/>
                  </a:lnTo>
                  <a:cubicBezTo>
                    <a:pt x="1565868" y="950119"/>
                    <a:pt x="1584918" y="1006317"/>
                    <a:pt x="1574441" y="1063467"/>
                  </a:cubicBezTo>
                  <a:cubicBezTo>
                    <a:pt x="1563011" y="1120617"/>
                    <a:pt x="1523958" y="1165385"/>
                    <a:pt x="1469666" y="1184435"/>
                  </a:cubicBezTo>
                  <a:lnTo>
                    <a:pt x="211413" y="1616870"/>
                  </a:lnTo>
                  <a:cubicBezTo>
                    <a:pt x="194268" y="1623537"/>
                    <a:pt x="176171" y="1626395"/>
                    <a:pt x="159026" y="1626395"/>
                  </a:cubicBezTo>
                  <a:close/>
                  <a:moveTo>
                    <a:pt x="259038" y="130017"/>
                  </a:moveTo>
                  <a:lnTo>
                    <a:pt x="261896" y="130970"/>
                  </a:lnTo>
                  <a:lnTo>
                    <a:pt x="7578" y="1436847"/>
                  </a:lnTo>
                  <a:cubicBezTo>
                    <a:pt x="-2899" y="1492092"/>
                    <a:pt x="16151" y="1546385"/>
                    <a:pt x="58061" y="1582580"/>
                  </a:cubicBezTo>
                  <a:cubicBezTo>
                    <a:pt x="99971" y="1618775"/>
                    <a:pt x="157121" y="1630205"/>
                    <a:pt x="209508" y="1612107"/>
                  </a:cubicBezTo>
                  <a:lnTo>
                    <a:pt x="1467761" y="1178720"/>
                  </a:lnTo>
                  <a:cubicBezTo>
                    <a:pt x="1520148" y="1160622"/>
                    <a:pt x="1558248" y="1116807"/>
                    <a:pt x="1568726" y="1062515"/>
                  </a:cubicBezTo>
                  <a:cubicBezTo>
                    <a:pt x="1579203" y="1007269"/>
                    <a:pt x="1560153" y="952977"/>
                    <a:pt x="1518243" y="916782"/>
                  </a:cubicBezTo>
                  <a:lnTo>
                    <a:pt x="514308" y="43340"/>
                  </a:lnTo>
                  <a:cubicBezTo>
                    <a:pt x="472398" y="7145"/>
                    <a:pt x="415248" y="-4285"/>
                    <a:pt x="362861" y="13812"/>
                  </a:cubicBezTo>
                  <a:cubicBezTo>
                    <a:pt x="310473" y="31910"/>
                    <a:pt x="272373" y="75725"/>
                    <a:pt x="261896" y="130017"/>
                  </a:cubicBezTo>
                  <a:lnTo>
                    <a:pt x="259038" y="130017"/>
                  </a:lnTo>
                  <a:close/>
                </a:path>
              </a:pathLst>
            </a:custGeom>
            <a:grpFill/>
            <a:ln w="9525" cap="flat">
              <a:noFill/>
              <a:prstDash val="solid"/>
              <a:miter/>
            </a:ln>
          </p:spPr>
          <p:txBody>
            <a:bodyPr rtlCol="0" anchor="ctr"/>
            <a:lstStyle/>
            <a:p>
              <a:endParaRPr lang="en-US" sz="1730"/>
            </a:p>
          </p:txBody>
        </p:sp>
        <p:sp>
          <p:nvSpPr>
            <p:cNvPr id="98" name="Freeform: Shape 97">
              <a:extLst>
                <a:ext uri="{FF2B5EF4-FFF2-40B4-BE49-F238E27FC236}">
                  <a16:creationId xmlns:a16="http://schemas.microsoft.com/office/drawing/2014/main" id="{2FCFEDC0-0434-46B3-BDE6-2A548497D148}"/>
                </a:ext>
              </a:extLst>
            </p:cNvPr>
            <p:cNvSpPr/>
            <p:nvPr/>
          </p:nvSpPr>
          <p:spPr>
            <a:xfrm>
              <a:off x="5392895" y="2761931"/>
              <a:ext cx="1648777" cy="1472564"/>
            </a:xfrm>
            <a:custGeom>
              <a:avLst/>
              <a:gdLst>
                <a:gd name="connsiteX0" fmla="*/ 1490186 w 1648777"/>
                <a:gd name="connsiteY0" fmla="*/ 1472565 h 1472564"/>
                <a:gd name="connsiteX1" fmla="*/ 159544 w 1648777"/>
                <a:gd name="connsiteY1" fmla="*/ 1472565 h 1472564"/>
                <a:gd name="connsiteX2" fmla="*/ 21431 w 1648777"/>
                <a:gd name="connsiteY2" fmla="*/ 1392555 h 1472564"/>
                <a:gd name="connsiteX3" fmla="*/ 21431 w 1648777"/>
                <a:gd name="connsiteY3" fmla="*/ 1232535 h 1472564"/>
                <a:gd name="connsiteX4" fmla="*/ 686276 w 1648777"/>
                <a:gd name="connsiteY4" fmla="*/ 80010 h 1472564"/>
                <a:gd name="connsiteX5" fmla="*/ 824389 w 1648777"/>
                <a:gd name="connsiteY5" fmla="*/ 0 h 1472564"/>
                <a:gd name="connsiteX6" fmla="*/ 824389 w 1648777"/>
                <a:gd name="connsiteY6" fmla="*/ 0 h 1472564"/>
                <a:gd name="connsiteX7" fmla="*/ 962501 w 1648777"/>
                <a:gd name="connsiteY7" fmla="*/ 80010 h 1472564"/>
                <a:gd name="connsiteX8" fmla="*/ 1627346 w 1648777"/>
                <a:gd name="connsiteY8" fmla="*/ 1232535 h 1472564"/>
                <a:gd name="connsiteX9" fmla="*/ 1627346 w 1648777"/>
                <a:gd name="connsiteY9" fmla="*/ 1392555 h 1472564"/>
                <a:gd name="connsiteX10" fmla="*/ 1490186 w 1648777"/>
                <a:gd name="connsiteY10" fmla="*/ 1472565 h 1472564"/>
                <a:gd name="connsiteX11" fmla="*/ 691039 w 1648777"/>
                <a:gd name="connsiteY11" fmla="*/ 83820 h 1472564"/>
                <a:gd name="connsiteX12" fmla="*/ 26194 w 1648777"/>
                <a:gd name="connsiteY12" fmla="*/ 1236345 h 1472564"/>
                <a:gd name="connsiteX13" fmla="*/ 26194 w 1648777"/>
                <a:gd name="connsiteY13" fmla="*/ 1390650 h 1472564"/>
                <a:gd name="connsiteX14" fmla="*/ 159544 w 1648777"/>
                <a:gd name="connsiteY14" fmla="*/ 1467803 h 1472564"/>
                <a:gd name="connsiteX15" fmla="*/ 1490186 w 1648777"/>
                <a:gd name="connsiteY15" fmla="*/ 1467803 h 1472564"/>
                <a:gd name="connsiteX16" fmla="*/ 1623536 w 1648777"/>
                <a:gd name="connsiteY16" fmla="*/ 1390650 h 1472564"/>
                <a:gd name="connsiteX17" fmla="*/ 1623536 w 1648777"/>
                <a:gd name="connsiteY17" fmla="*/ 1236345 h 1472564"/>
                <a:gd name="connsiteX18" fmla="*/ 958691 w 1648777"/>
                <a:gd name="connsiteY18" fmla="*/ 83820 h 1472564"/>
                <a:gd name="connsiteX19" fmla="*/ 825341 w 1648777"/>
                <a:gd name="connsiteY19" fmla="*/ 6668 h 1472564"/>
                <a:gd name="connsiteX20" fmla="*/ 691039 w 1648777"/>
                <a:gd name="connsiteY20" fmla="*/ 83820 h 1472564"/>
                <a:gd name="connsiteX21" fmla="*/ 691039 w 1648777"/>
                <a:gd name="connsiteY21" fmla="*/ 83820 h 14725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8777" h="1472564">
                  <a:moveTo>
                    <a:pt x="1490186" y="1472565"/>
                  </a:moveTo>
                  <a:lnTo>
                    <a:pt x="159544" y="1472565"/>
                  </a:lnTo>
                  <a:cubicBezTo>
                    <a:pt x="101441" y="1472565"/>
                    <a:pt x="50006" y="1443038"/>
                    <a:pt x="21431" y="1392555"/>
                  </a:cubicBezTo>
                  <a:cubicBezTo>
                    <a:pt x="-7144" y="1342073"/>
                    <a:pt x="-7144" y="1283018"/>
                    <a:pt x="21431" y="1232535"/>
                  </a:cubicBezTo>
                  <a:lnTo>
                    <a:pt x="686276" y="80010"/>
                  </a:lnTo>
                  <a:cubicBezTo>
                    <a:pt x="714851" y="29528"/>
                    <a:pt x="767239" y="0"/>
                    <a:pt x="824389" y="0"/>
                  </a:cubicBezTo>
                  <a:cubicBezTo>
                    <a:pt x="824389" y="0"/>
                    <a:pt x="824389" y="0"/>
                    <a:pt x="824389" y="0"/>
                  </a:cubicBezTo>
                  <a:cubicBezTo>
                    <a:pt x="882491" y="0"/>
                    <a:pt x="933926" y="29528"/>
                    <a:pt x="962501" y="80010"/>
                  </a:cubicBezTo>
                  <a:lnTo>
                    <a:pt x="1627346" y="1232535"/>
                  </a:lnTo>
                  <a:cubicBezTo>
                    <a:pt x="1655921" y="1283018"/>
                    <a:pt x="1655921" y="1342073"/>
                    <a:pt x="1627346" y="1392555"/>
                  </a:cubicBezTo>
                  <a:cubicBezTo>
                    <a:pt x="1599724" y="1443038"/>
                    <a:pt x="1548289" y="1472565"/>
                    <a:pt x="1490186" y="1472565"/>
                  </a:cubicBezTo>
                  <a:close/>
                  <a:moveTo>
                    <a:pt x="691039" y="83820"/>
                  </a:moveTo>
                  <a:lnTo>
                    <a:pt x="26194" y="1236345"/>
                  </a:lnTo>
                  <a:cubicBezTo>
                    <a:pt x="-1429" y="1284923"/>
                    <a:pt x="-1429" y="1342073"/>
                    <a:pt x="26194" y="1390650"/>
                  </a:cubicBezTo>
                  <a:cubicBezTo>
                    <a:pt x="53816" y="1439228"/>
                    <a:pt x="104299" y="1467803"/>
                    <a:pt x="159544" y="1467803"/>
                  </a:cubicBezTo>
                  <a:lnTo>
                    <a:pt x="1490186" y="1467803"/>
                  </a:lnTo>
                  <a:cubicBezTo>
                    <a:pt x="1546384" y="1467803"/>
                    <a:pt x="1595914" y="1439228"/>
                    <a:pt x="1623536" y="1390650"/>
                  </a:cubicBezTo>
                  <a:cubicBezTo>
                    <a:pt x="1651159" y="1342073"/>
                    <a:pt x="1651159" y="1284923"/>
                    <a:pt x="1623536" y="1236345"/>
                  </a:cubicBezTo>
                  <a:lnTo>
                    <a:pt x="958691" y="83820"/>
                  </a:lnTo>
                  <a:cubicBezTo>
                    <a:pt x="931069" y="35243"/>
                    <a:pt x="880586" y="6668"/>
                    <a:pt x="825341" y="6668"/>
                  </a:cubicBezTo>
                  <a:cubicBezTo>
                    <a:pt x="769144" y="6668"/>
                    <a:pt x="719614" y="35243"/>
                    <a:pt x="691039" y="83820"/>
                  </a:cubicBezTo>
                  <a:lnTo>
                    <a:pt x="691039" y="83820"/>
                  </a:lnTo>
                  <a:close/>
                </a:path>
              </a:pathLst>
            </a:custGeom>
            <a:grpFill/>
            <a:ln w="9525" cap="flat">
              <a:noFill/>
              <a:prstDash val="solid"/>
              <a:miter/>
            </a:ln>
          </p:spPr>
          <p:txBody>
            <a:bodyPr rtlCol="0" anchor="ctr"/>
            <a:lstStyle/>
            <a:p>
              <a:endParaRPr lang="en-US" sz="1730"/>
            </a:p>
          </p:txBody>
        </p:sp>
      </p:grpSp>
    </p:spTree>
    <p:extLst>
      <p:ext uri="{BB962C8B-B14F-4D97-AF65-F5344CB8AC3E}">
        <p14:creationId xmlns:p14="http://schemas.microsoft.com/office/powerpoint/2010/main" val="148341196"/>
      </p:ext>
    </p:extLst>
  </p:cSld>
  <p:clrMapOvr>
    <a:masterClrMapping/>
  </p:clrMapOvr>
  <p:transition>
    <p:fade/>
  </p:transition>
  <p:hf sldNum="0" hdr="0" ftr="0" dt="0"/>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Title">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B29445A-A014-4223-90E2-3D3353E0CE83}"/>
              </a:ext>
            </a:extLst>
          </p:cNvPr>
          <p:cNvSpPr>
            <a:spLocks noGrp="1"/>
          </p:cNvSpPr>
          <p:nvPr>
            <p:ph type="title" hasCustomPrompt="1"/>
          </p:nvPr>
        </p:nvSpPr>
        <p:spPr/>
        <p:txBody>
          <a:bodyPr/>
          <a:lstStyle>
            <a:lvl1pPr>
              <a:defRPr/>
            </a:lvl1pPr>
          </a:lstStyle>
          <a:p>
            <a:r>
              <a:rPr lang="en-US"/>
              <a:t>Heading Segoe UI </a:t>
            </a:r>
            <a:r>
              <a:rPr lang="en-US" err="1"/>
              <a:t>Semibold</a:t>
            </a:r>
            <a:r>
              <a:rPr lang="en-US"/>
              <a:t> 32</a:t>
            </a:r>
          </a:p>
        </p:txBody>
      </p:sp>
      <p:sp>
        <p:nvSpPr>
          <p:cNvPr id="2" name="Footer Placeholder 1">
            <a:extLst>
              <a:ext uri="{FF2B5EF4-FFF2-40B4-BE49-F238E27FC236}">
                <a16:creationId xmlns:a16="http://schemas.microsoft.com/office/drawing/2014/main" id="{B852478B-55EF-4189-A468-2CD5FFD82747}"/>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520250928"/>
      </p:ext>
    </p:extLst>
  </p:cSld>
  <p:clrMapOvr>
    <a:masterClrMapping/>
  </p:clrMapOvr>
  <p:transition>
    <p:fade/>
  </p:transition>
  <p:hf sldNum="0" hdr="0" ftr="0" dt="0"/>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1_Text Layou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p:txBody>
          <a:bodyPr/>
          <a:lstStyle/>
          <a:p>
            <a:r>
              <a:rPr lang="en-US"/>
              <a:t>Click to edit Master title style</a:t>
            </a:r>
          </a:p>
        </p:txBody>
      </p:sp>
      <p:sp>
        <p:nvSpPr>
          <p:cNvPr id="5" name="Content Placeholder 4">
            <a:extLst>
              <a:ext uri="{FF2B5EF4-FFF2-40B4-BE49-F238E27FC236}">
                <a16:creationId xmlns:a16="http://schemas.microsoft.com/office/drawing/2014/main" id="{CE9563B9-B8EE-4B13-A96C-8A3EA8059E0A}"/>
              </a:ext>
            </a:extLst>
          </p:cNvPr>
          <p:cNvSpPr>
            <a:spLocks noGrp="1"/>
          </p:cNvSpPr>
          <p:nvPr>
            <p:ph sz="quarter" idx="10"/>
          </p:nvPr>
        </p:nvSpPr>
        <p:spPr>
          <a:xfrm>
            <a:off x="418643" y="1291693"/>
            <a:ext cx="11340811" cy="2544286"/>
          </a:xfrm>
        </p:spPr>
        <p:txBody>
          <a:bodyPr/>
          <a:lstStyle>
            <a:lvl1pPr>
              <a:spcBef>
                <a:spcPts val="392"/>
              </a:spcBef>
              <a:spcAft>
                <a:spcPts val="588"/>
              </a:spcAft>
              <a:defRPr sz="2400">
                <a:latin typeface="+mn-lt"/>
              </a:defRPr>
            </a:lvl1pPr>
            <a:lvl2pPr>
              <a:spcBef>
                <a:spcPts val="392"/>
              </a:spcBef>
              <a:spcAft>
                <a:spcPts val="588"/>
              </a:spcAft>
              <a:defRPr sz="2400">
                <a:latin typeface="+mn-lt"/>
              </a:defRPr>
            </a:lvl2pPr>
            <a:lvl3pPr>
              <a:spcBef>
                <a:spcPts val="392"/>
              </a:spcBef>
              <a:spcAft>
                <a:spcPts val="588"/>
              </a:spcAft>
              <a:defRPr sz="2400">
                <a:latin typeface="+mn-lt"/>
              </a:defRPr>
            </a:lvl3pPr>
            <a:lvl4pPr>
              <a:spcBef>
                <a:spcPts val="392"/>
              </a:spcBef>
              <a:spcAft>
                <a:spcPts val="588"/>
              </a:spcAft>
              <a:defRPr sz="2400">
                <a:latin typeface="+mn-lt"/>
              </a:defRPr>
            </a:lvl4pPr>
            <a:lvl5pPr>
              <a:spcBef>
                <a:spcPts val="392"/>
              </a:spcBef>
              <a:spcAft>
                <a:spcPts val="588"/>
              </a:spcAft>
              <a:defRPr sz="2400" b="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Footer Placeholder 1">
            <a:extLst>
              <a:ext uri="{FF2B5EF4-FFF2-40B4-BE49-F238E27FC236}">
                <a16:creationId xmlns:a16="http://schemas.microsoft.com/office/drawing/2014/main" id="{F415B60E-29D3-45EF-9FD0-D9924E0B78BB}"/>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2144001028"/>
      </p:ext>
    </p:extLst>
  </p:cSld>
  <p:clrMapOvr>
    <a:masterClrMapping/>
  </p:clrMapOvr>
  <p:transition>
    <p:fade/>
  </p:transition>
  <p:hf sldNum="0" hdr="0" ftr="0" dt="0"/>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Text Layout with footnote">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p:txBody>
          <a:bodyPr/>
          <a:lstStyle/>
          <a:p>
            <a:r>
              <a:rPr lang="en-US"/>
              <a:t>Click to edit Master title style</a:t>
            </a:r>
          </a:p>
        </p:txBody>
      </p:sp>
      <p:sp>
        <p:nvSpPr>
          <p:cNvPr id="5" name="Content Placeholder 4">
            <a:extLst>
              <a:ext uri="{FF2B5EF4-FFF2-40B4-BE49-F238E27FC236}">
                <a16:creationId xmlns:a16="http://schemas.microsoft.com/office/drawing/2014/main" id="{CE9563B9-B8EE-4B13-A96C-8A3EA8059E0A}"/>
              </a:ext>
            </a:extLst>
          </p:cNvPr>
          <p:cNvSpPr>
            <a:spLocks noGrp="1"/>
          </p:cNvSpPr>
          <p:nvPr>
            <p:ph sz="quarter" idx="10"/>
          </p:nvPr>
        </p:nvSpPr>
        <p:spPr>
          <a:xfrm>
            <a:off x="419100" y="1456897"/>
            <a:ext cx="11340811" cy="2051844"/>
          </a:xfrm>
        </p:spPr>
        <p:txBody>
          <a:bodyPr/>
          <a:lstStyle>
            <a:lvl1pPr>
              <a:spcBef>
                <a:spcPts val="392"/>
              </a:spcBef>
              <a:spcAft>
                <a:spcPts val="588"/>
              </a:spcAft>
              <a:defRPr sz="2400"/>
            </a:lvl1pPr>
            <a:lvl2pPr>
              <a:spcBef>
                <a:spcPts val="392"/>
              </a:spcBef>
              <a:spcAft>
                <a:spcPts val="588"/>
              </a:spcAft>
              <a:defRPr/>
            </a:lvl2pPr>
            <a:lvl3pPr>
              <a:spcBef>
                <a:spcPts val="392"/>
              </a:spcBef>
              <a:spcAft>
                <a:spcPts val="588"/>
              </a:spcAft>
              <a:defRPr/>
            </a:lvl3pPr>
            <a:lvl4pPr>
              <a:spcBef>
                <a:spcPts val="392"/>
              </a:spcBef>
              <a:spcAft>
                <a:spcPts val="588"/>
              </a:spcAft>
              <a:defRPr/>
            </a:lvl4pPr>
            <a:lvl5pPr>
              <a:spcBef>
                <a:spcPts val="392"/>
              </a:spcBef>
              <a:spcAft>
                <a:spcPts val="588"/>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Rectangle 1">
            <a:extLst>
              <a:ext uri="{FF2B5EF4-FFF2-40B4-BE49-F238E27FC236}">
                <a16:creationId xmlns:a16="http://schemas.microsoft.com/office/drawing/2014/main" id="{F5777EA2-9454-422E-AEC3-45CEC596AEB8}"/>
              </a:ext>
            </a:extLst>
          </p:cNvPr>
          <p:cNvSpPr/>
          <p:nvPr/>
        </p:nvSpPr>
        <p:spPr bwMode="auto">
          <a:xfrm>
            <a:off x="0" y="5670550"/>
            <a:ext cx="12192000" cy="746955"/>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6" name="Text Placeholder 5">
            <a:extLst>
              <a:ext uri="{FF2B5EF4-FFF2-40B4-BE49-F238E27FC236}">
                <a16:creationId xmlns:a16="http://schemas.microsoft.com/office/drawing/2014/main" id="{764357BA-0098-4BE6-A38B-76E4D9E64E6E}"/>
              </a:ext>
            </a:extLst>
          </p:cNvPr>
          <p:cNvSpPr>
            <a:spLocks noGrp="1"/>
          </p:cNvSpPr>
          <p:nvPr>
            <p:ph type="body" sz="quarter" idx="11"/>
          </p:nvPr>
        </p:nvSpPr>
        <p:spPr>
          <a:xfrm>
            <a:off x="418643" y="5797806"/>
            <a:ext cx="11341268" cy="492443"/>
          </a:xfrm>
        </p:spPr>
        <p:txBody>
          <a:bodyPr anchor="ctr"/>
          <a:lstStyle>
            <a:lvl1pPr>
              <a:defRPr sz="2000"/>
            </a:lvl1pPr>
          </a:lstStyle>
          <a:p>
            <a:pPr lvl="0"/>
            <a:r>
              <a:rPr lang="en-US"/>
              <a:t>Click to edit Master text styles</a:t>
            </a:r>
          </a:p>
        </p:txBody>
      </p:sp>
      <p:sp>
        <p:nvSpPr>
          <p:cNvPr id="4" name="Footer Placeholder 1">
            <a:extLst>
              <a:ext uri="{FF2B5EF4-FFF2-40B4-BE49-F238E27FC236}">
                <a16:creationId xmlns:a16="http://schemas.microsoft.com/office/drawing/2014/main" id="{BBE90075-187C-4F60-81BA-E239B43D9044}"/>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1481979072"/>
      </p:ext>
    </p:extLst>
  </p:cSld>
  <p:clrMapOvr>
    <a:masterClrMapping/>
  </p:clrMapOvr>
  <p:transition>
    <p:fade/>
  </p:transition>
  <p:hf sldNum="0" hdr="0" ftr="0" dt="0"/>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Text Layout_two column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p:txBody>
          <a:bodyPr/>
          <a:lstStyle/>
          <a:p>
            <a:r>
              <a:rPr lang="en-US"/>
              <a:t>Click to edit Master title style</a:t>
            </a:r>
          </a:p>
        </p:txBody>
      </p:sp>
      <p:sp>
        <p:nvSpPr>
          <p:cNvPr id="5" name="Content Placeholder 4">
            <a:extLst>
              <a:ext uri="{FF2B5EF4-FFF2-40B4-BE49-F238E27FC236}">
                <a16:creationId xmlns:a16="http://schemas.microsoft.com/office/drawing/2014/main" id="{CE9563B9-B8EE-4B13-A96C-8A3EA8059E0A}"/>
              </a:ext>
            </a:extLst>
          </p:cNvPr>
          <p:cNvSpPr>
            <a:spLocks noGrp="1"/>
          </p:cNvSpPr>
          <p:nvPr>
            <p:ph sz="quarter" idx="10"/>
          </p:nvPr>
        </p:nvSpPr>
        <p:spPr>
          <a:xfrm>
            <a:off x="441468" y="1456896"/>
            <a:ext cx="5543785" cy="3762803"/>
          </a:xfrm>
          <a:solidFill>
            <a:schemeClr val="bg1">
              <a:lumMod val="95000"/>
            </a:schemeClr>
          </a:solidFill>
        </p:spPr>
        <p:txBody>
          <a:bodyPr lIns="137160">
            <a:noAutofit/>
          </a:bodyPr>
          <a:lstStyle>
            <a:lvl1pPr>
              <a:spcBef>
                <a:spcPts val="392"/>
              </a:spcBef>
              <a:spcAft>
                <a:spcPts val="588"/>
              </a:spcAft>
              <a:defRPr sz="2400"/>
            </a:lvl1pPr>
            <a:lvl2pPr>
              <a:spcBef>
                <a:spcPts val="392"/>
              </a:spcBef>
              <a:spcAft>
                <a:spcPts val="588"/>
              </a:spcAft>
              <a:defRPr/>
            </a:lvl2pPr>
            <a:lvl3pPr>
              <a:spcBef>
                <a:spcPts val="392"/>
              </a:spcBef>
              <a:spcAft>
                <a:spcPts val="588"/>
              </a:spcAft>
              <a:defRPr/>
            </a:lvl3pPr>
            <a:lvl4pPr>
              <a:spcBef>
                <a:spcPts val="392"/>
              </a:spcBef>
              <a:spcAft>
                <a:spcPts val="588"/>
              </a:spcAft>
              <a:defRPr/>
            </a:lvl4pPr>
            <a:lvl5pPr>
              <a:spcBef>
                <a:spcPts val="392"/>
              </a:spcBef>
              <a:spcAft>
                <a:spcPts val="588"/>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4">
            <a:extLst>
              <a:ext uri="{FF2B5EF4-FFF2-40B4-BE49-F238E27FC236}">
                <a16:creationId xmlns:a16="http://schemas.microsoft.com/office/drawing/2014/main" id="{1884D379-CA81-40D3-9E78-E89E7861D50F}"/>
              </a:ext>
            </a:extLst>
          </p:cNvPr>
          <p:cNvSpPr>
            <a:spLocks noGrp="1"/>
          </p:cNvSpPr>
          <p:nvPr>
            <p:ph sz="quarter" idx="11"/>
          </p:nvPr>
        </p:nvSpPr>
        <p:spPr>
          <a:xfrm>
            <a:off x="6229350" y="1456896"/>
            <a:ext cx="5543550" cy="3762803"/>
          </a:xfrm>
          <a:solidFill>
            <a:schemeClr val="bg1">
              <a:lumMod val="95000"/>
            </a:schemeClr>
          </a:solidFill>
        </p:spPr>
        <p:txBody>
          <a:bodyPr lIns="137160">
            <a:noAutofit/>
          </a:bodyPr>
          <a:lstStyle>
            <a:lvl1pPr>
              <a:spcBef>
                <a:spcPts val="392"/>
              </a:spcBef>
              <a:spcAft>
                <a:spcPts val="588"/>
              </a:spcAft>
              <a:defRPr sz="2400"/>
            </a:lvl1pPr>
            <a:lvl2pPr>
              <a:spcBef>
                <a:spcPts val="392"/>
              </a:spcBef>
              <a:spcAft>
                <a:spcPts val="588"/>
              </a:spcAft>
              <a:defRPr/>
            </a:lvl2pPr>
            <a:lvl3pPr>
              <a:spcBef>
                <a:spcPts val="392"/>
              </a:spcBef>
              <a:spcAft>
                <a:spcPts val="588"/>
              </a:spcAft>
              <a:defRPr/>
            </a:lvl3pPr>
            <a:lvl4pPr>
              <a:spcBef>
                <a:spcPts val="392"/>
              </a:spcBef>
              <a:spcAft>
                <a:spcPts val="588"/>
              </a:spcAft>
              <a:defRPr/>
            </a:lvl4pPr>
            <a:lvl5pPr>
              <a:spcBef>
                <a:spcPts val="392"/>
              </a:spcBef>
              <a:spcAft>
                <a:spcPts val="588"/>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Footer Placeholder 1">
            <a:extLst>
              <a:ext uri="{FF2B5EF4-FFF2-40B4-BE49-F238E27FC236}">
                <a16:creationId xmlns:a16="http://schemas.microsoft.com/office/drawing/2014/main" id="{1EECB910-8937-4CC4-AEC5-2DD554C2D636}"/>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2811478266"/>
      </p:ext>
    </p:extLst>
  </p:cSld>
  <p:clrMapOvr>
    <a:masterClrMapping/>
  </p:clrMapOvr>
  <p:transition>
    <p:fade/>
  </p:transition>
  <p:hf sldNum="0" hdr="0" ftr="0" dt="0"/>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Bulleted Text Layout_two columns_half tex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a:xfrm>
            <a:off x="418643" y="440494"/>
            <a:ext cx="11341268" cy="680196"/>
          </a:xfrm>
        </p:spPr>
        <p:txBody>
          <a:bodyPr/>
          <a:lstStyle/>
          <a:p>
            <a:r>
              <a:rPr lang="en-US"/>
              <a:t>Click to edit Master title style</a:t>
            </a:r>
          </a:p>
        </p:txBody>
      </p:sp>
      <p:sp>
        <p:nvSpPr>
          <p:cNvPr id="5" name="Content Placeholder 4">
            <a:extLst>
              <a:ext uri="{FF2B5EF4-FFF2-40B4-BE49-F238E27FC236}">
                <a16:creationId xmlns:a16="http://schemas.microsoft.com/office/drawing/2014/main" id="{CE9563B9-B8EE-4B13-A96C-8A3EA8059E0A}"/>
              </a:ext>
            </a:extLst>
          </p:cNvPr>
          <p:cNvSpPr>
            <a:spLocks noGrp="1"/>
          </p:cNvSpPr>
          <p:nvPr>
            <p:ph sz="quarter" idx="10"/>
          </p:nvPr>
        </p:nvSpPr>
        <p:spPr>
          <a:xfrm>
            <a:off x="418643" y="1456897"/>
            <a:ext cx="5394960" cy="2487861"/>
          </a:xfrm>
        </p:spPr>
        <p:txBody>
          <a:bodyPr/>
          <a:lstStyle>
            <a:lvl1pPr>
              <a:spcBef>
                <a:spcPts val="392"/>
              </a:spcBef>
              <a:spcAft>
                <a:spcPts val="588"/>
              </a:spcAft>
              <a:defRPr sz="2400"/>
            </a:lvl1pPr>
            <a:lvl2pPr marL="336145" indent="-224097">
              <a:spcBef>
                <a:spcPts val="392"/>
              </a:spcBef>
              <a:spcAft>
                <a:spcPts val="588"/>
              </a:spcAft>
              <a:buFont typeface="Arial" panose="020B0604020202020204" pitchFamily="34" charset="0"/>
              <a:buChar char="•"/>
              <a:defRPr>
                <a:solidFill>
                  <a:schemeClr val="tx1"/>
                </a:solidFill>
                <a:latin typeface="+mn-lt"/>
              </a:defRPr>
            </a:lvl2pPr>
            <a:lvl3pPr marL="280121" indent="-280121">
              <a:spcBef>
                <a:spcPts val="392"/>
              </a:spcBef>
              <a:spcAft>
                <a:spcPts val="588"/>
              </a:spcAft>
              <a:buFont typeface="Arial" panose="020B0604020202020204" pitchFamily="34" charset="0"/>
              <a:buChar char="•"/>
              <a:defRPr>
                <a:solidFill>
                  <a:schemeClr val="tx1"/>
                </a:solidFill>
                <a:latin typeface="+mn-lt"/>
              </a:defRPr>
            </a:lvl3pPr>
            <a:lvl4pPr marL="672290" indent="-280121">
              <a:spcBef>
                <a:spcPts val="392"/>
              </a:spcBef>
              <a:spcAft>
                <a:spcPts val="588"/>
              </a:spcAft>
              <a:buSzPct val="100000"/>
              <a:buFont typeface="Arial" panose="020B0604020202020204" pitchFamily="34" charset="0"/>
              <a:buChar char="‒"/>
              <a:defRPr>
                <a:solidFill>
                  <a:schemeClr val="tx1"/>
                </a:solidFill>
                <a:latin typeface="+mn-lt"/>
              </a:defRPr>
            </a:lvl4pPr>
            <a:lvl5pPr marL="168072" indent="-168072">
              <a:spcBef>
                <a:spcPts val="392"/>
              </a:spcBef>
              <a:spcAft>
                <a:spcPts val="588"/>
              </a:spcAft>
              <a:buFont typeface="Arial" panose="020B0604020202020204" pitchFamily="34" charset="0"/>
              <a:buChar char="•"/>
              <a:defRPr>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6" name="Straight Connector 5">
            <a:extLst>
              <a:ext uri="{FF2B5EF4-FFF2-40B4-BE49-F238E27FC236}">
                <a16:creationId xmlns:a16="http://schemas.microsoft.com/office/drawing/2014/main" id="{59500235-F506-479A-8FC5-E0FA2D9B07C5}"/>
              </a:ext>
              <a:ext uri="{C183D7F6-B498-43B3-948B-1728B52AA6E4}">
                <adec:decorative xmlns:adec="http://schemas.microsoft.com/office/drawing/2017/decorative" val="1"/>
              </a:ext>
            </a:extLst>
          </p:cNvPr>
          <p:cNvCxnSpPr>
            <a:cxnSpLocks/>
          </p:cNvCxnSpPr>
          <p:nvPr/>
        </p:nvCxnSpPr>
        <p:spPr>
          <a:xfrm>
            <a:off x="6089277" y="1611250"/>
            <a:ext cx="0" cy="225458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7" name="Content Placeholder 4">
            <a:extLst>
              <a:ext uri="{FF2B5EF4-FFF2-40B4-BE49-F238E27FC236}">
                <a16:creationId xmlns:a16="http://schemas.microsoft.com/office/drawing/2014/main" id="{D17555C6-D911-440E-98E2-C7A43ED55E60}"/>
              </a:ext>
            </a:extLst>
          </p:cNvPr>
          <p:cNvSpPr>
            <a:spLocks noGrp="1"/>
          </p:cNvSpPr>
          <p:nvPr>
            <p:ph sz="quarter" idx="12"/>
          </p:nvPr>
        </p:nvSpPr>
        <p:spPr>
          <a:xfrm>
            <a:off x="6364951" y="1456897"/>
            <a:ext cx="5394960" cy="2487861"/>
          </a:xfrm>
        </p:spPr>
        <p:txBody>
          <a:bodyPr/>
          <a:lstStyle>
            <a:lvl1pPr>
              <a:spcBef>
                <a:spcPts val="392"/>
              </a:spcBef>
              <a:spcAft>
                <a:spcPts val="588"/>
              </a:spcAft>
              <a:defRPr sz="2400"/>
            </a:lvl1pPr>
            <a:lvl2pPr marL="336145" indent="-224097">
              <a:spcBef>
                <a:spcPts val="392"/>
              </a:spcBef>
              <a:spcAft>
                <a:spcPts val="588"/>
              </a:spcAft>
              <a:buFont typeface="Arial" panose="020B0604020202020204" pitchFamily="34" charset="0"/>
              <a:buChar char="•"/>
              <a:defRPr>
                <a:solidFill>
                  <a:schemeClr val="tx1"/>
                </a:solidFill>
                <a:latin typeface="+mn-lt"/>
              </a:defRPr>
            </a:lvl2pPr>
            <a:lvl3pPr marL="280121" indent="-280121">
              <a:spcBef>
                <a:spcPts val="392"/>
              </a:spcBef>
              <a:spcAft>
                <a:spcPts val="588"/>
              </a:spcAft>
              <a:buFont typeface="Arial" panose="020B0604020202020204" pitchFamily="34" charset="0"/>
              <a:buChar char="•"/>
              <a:defRPr>
                <a:solidFill>
                  <a:schemeClr val="tx1"/>
                </a:solidFill>
                <a:latin typeface="+mn-lt"/>
              </a:defRPr>
            </a:lvl3pPr>
            <a:lvl4pPr marL="672290" indent="-280121">
              <a:spcBef>
                <a:spcPts val="392"/>
              </a:spcBef>
              <a:spcAft>
                <a:spcPts val="588"/>
              </a:spcAft>
              <a:buSzPct val="100000"/>
              <a:buFont typeface="Arial" panose="020B0604020202020204" pitchFamily="34" charset="0"/>
              <a:buChar char="‒"/>
              <a:defRPr>
                <a:solidFill>
                  <a:schemeClr val="tx1"/>
                </a:solidFill>
                <a:latin typeface="+mn-lt"/>
              </a:defRPr>
            </a:lvl4pPr>
            <a:lvl5pPr marL="168072" indent="-168072">
              <a:spcBef>
                <a:spcPts val="392"/>
              </a:spcBef>
              <a:spcAft>
                <a:spcPts val="588"/>
              </a:spcAft>
              <a:buFont typeface="Arial" panose="020B0604020202020204" pitchFamily="34" charset="0"/>
              <a:buChar char="•"/>
              <a:defRPr>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Footer Placeholder 1">
            <a:extLst>
              <a:ext uri="{FF2B5EF4-FFF2-40B4-BE49-F238E27FC236}">
                <a16:creationId xmlns:a16="http://schemas.microsoft.com/office/drawing/2014/main" id="{7516BD94-AE1C-455F-8D7D-7082BB27F029}"/>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933641158"/>
      </p:ext>
    </p:extLst>
  </p:cSld>
  <p:clrMapOvr>
    <a:masterClrMapping/>
  </p:clrMapOvr>
  <p:transition>
    <p:fade/>
  </p:transition>
  <p:hf sldNum="0" hdr="0" ftr="0" dt="0"/>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1_Bulleted Text Layout_two columns_full tex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a:xfrm>
            <a:off x="418643" y="440494"/>
            <a:ext cx="11341268" cy="680196"/>
          </a:xfrm>
        </p:spPr>
        <p:txBody>
          <a:bodyPr/>
          <a:lstStyle/>
          <a:p>
            <a:r>
              <a:rPr lang="en-US"/>
              <a:t>Click to edit Master title style</a:t>
            </a:r>
          </a:p>
        </p:txBody>
      </p:sp>
      <p:sp>
        <p:nvSpPr>
          <p:cNvPr id="5" name="Content Placeholder 4">
            <a:extLst>
              <a:ext uri="{FF2B5EF4-FFF2-40B4-BE49-F238E27FC236}">
                <a16:creationId xmlns:a16="http://schemas.microsoft.com/office/drawing/2014/main" id="{CE9563B9-B8EE-4B13-A96C-8A3EA8059E0A}"/>
              </a:ext>
            </a:extLst>
          </p:cNvPr>
          <p:cNvSpPr>
            <a:spLocks noGrp="1"/>
          </p:cNvSpPr>
          <p:nvPr>
            <p:ph sz="quarter" idx="10"/>
          </p:nvPr>
        </p:nvSpPr>
        <p:spPr>
          <a:xfrm>
            <a:off x="418642" y="1456897"/>
            <a:ext cx="5394960" cy="4734629"/>
          </a:xfrm>
        </p:spPr>
        <p:txBody>
          <a:bodyPr/>
          <a:lstStyle>
            <a:lvl1pPr>
              <a:spcBef>
                <a:spcPts val="392"/>
              </a:spcBef>
              <a:spcAft>
                <a:spcPts val="588"/>
              </a:spcAft>
              <a:defRPr sz="2400"/>
            </a:lvl1pPr>
            <a:lvl2pPr marL="336145" indent="-224097">
              <a:spcBef>
                <a:spcPts val="392"/>
              </a:spcBef>
              <a:spcAft>
                <a:spcPts val="588"/>
              </a:spcAft>
              <a:buFont typeface="Arial" panose="020B0604020202020204" pitchFamily="34" charset="0"/>
              <a:buChar char="•"/>
              <a:defRPr>
                <a:solidFill>
                  <a:schemeClr val="tx1"/>
                </a:solidFill>
                <a:latin typeface="+mn-lt"/>
              </a:defRPr>
            </a:lvl2pPr>
            <a:lvl3pPr marL="280121" indent="-280121">
              <a:spcBef>
                <a:spcPts val="392"/>
              </a:spcBef>
              <a:spcAft>
                <a:spcPts val="588"/>
              </a:spcAft>
              <a:buFont typeface="Arial" panose="020B0604020202020204" pitchFamily="34" charset="0"/>
              <a:buChar char="•"/>
              <a:defRPr>
                <a:solidFill>
                  <a:schemeClr val="tx1"/>
                </a:solidFill>
                <a:latin typeface="+mn-lt"/>
              </a:defRPr>
            </a:lvl3pPr>
            <a:lvl4pPr marL="672290" indent="-280121">
              <a:spcBef>
                <a:spcPts val="392"/>
              </a:spcBef>
              <a:spcAft>
                <a:spcPts val="588"/>
              </a:spcAft>
              <a:buSzPct val="100000"/>
              <a:buFont typeface="Arial" panose="020B0604020202020204" pitchFamily="34" charset="0"/>
              <a:buChar char="‒"/>
              <a:defRPr>
                <a:solidFill>
                  <a:schemeClr val="tx1"/>
                </a:solidFill>
                <a:latin typeface="+mn-lt"/>
              </a:defRPr>
            </a:lvl4pPr>
            <a:lvl5pPr marL="168072" indent="-168072">
              <a:spcBef>
                <a:spcPts val="392"/>
              </a:spcBef>
              <a:spcAft>
                <a:spcPts val="588"/>
              </a:spcAft>
              <a:buFont typeface="Arial" panose="020B0604020202020204" pitchFamily="34" charset="0"/>
              <a:buChar char="•"/>
              <a:defRPr>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6" name="Straight Connector 5">
            <a:extLst>
              <a:ext uri="{FF2B5EF4-FFF2-40B4-BE49-F238E27FC236}">
                <a16:creationId xmlns:a16="http://schemas.microsoft.com/office/drawing/2014/main" id="{59500235-F506-479A-8FC5-E0FA2D9B07C5}"/>
              </a:ext>
              <a:ext uri="{C183D7F6-B498-43B3-948B-1728B52AA6E4}">
                <adec:decorative xmlns:adec="http://schemas.microsoft.com/office/drawing/2017/decorative" val="1"/>
              </a:ext>
            </a:extLst>
          </p:cNvPr>
          <p:cNvCxnSpPr>
            <a:cxnSpLocks/>
          </p:cNvCxnSpPr>
          <p:nvPr/>
        </p:nvCxnSpPr>
        <p:spPr>
          <a:xfrm>
            <a:off x="6089276" y="1611250"/>
            <a:ext cx="0" cy="4563213"/>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7" name="Content Placeholder 4">
            <a:extLst>
              <a:ext uri="{FF2B5EF4-FFF2-40B4-BE49-F238E27FC236}">
                <a16:creationId xmlns:a16="http://schemas.microsoft.com/office/drawing/2014/main" id="{D17555C6-D911-440E-98E2-C7A43ED55E60}"/>
              </a:ext>
            </a:extLst>
          </p:cNvPr>
          <p:cNvSpPr>
            <a:spLocks noGrp="1"/>
          </p:cNvSpPr>
          <p:nvPr>
            <p:ph sz="quarter" idx="12"/>
          </p:nvPr>
        </p:nvSpPr>
        <p:spPr>
          <a:xfrm>
            <a:off x="6364951" y="1456897"/>
            <a:ext cx="5394960" cy="4734629"/>
          </a:xfrm>
        </p:spPr>
        <p:txBody>
          <a:bodyPr/>
          <a:lstStyle>
            <a:lvl1pPr>
              <a:spcBef>
                <a:spcPts val="392"/>
              </a:spcBef>
              <a:spcAft>
                <a:spcPts val="588"/>
              </a:spcAft>
              <a:defRPr sz="2400"/>
            </a:lvl1pPr>
            <a:lvl2pPr marL="336145" indent="-224097">
              <a:spcBef>
                <a:spcPts val="392"/>
              </a:spcBef>
              <a:spcAft>
                <a:spcPts val="588"/>
              </a:spcAft>
              <a:buFont typeface="Arial" panose="020B0604020202020204" pitchFamily="34" charset="0"/>
              <a:buChar char="•"/>
              <a:defRPr>
                <a:solidFill>
                  <a:schemeClr val="tx1"/>
                </a:solidFill>
                <a:latin typeface="+mn-lt"/>
              </a:defRPr>
            </a:lvl2pPr>
            <a:lvl3pPr marL="280121" indent="-280121">
              <a:spcBef>
                <a:spcPts val="392"/>
              </a:spcBef>
              <a:spcAft>
                <a:spcPts val="588"/>
              </a:spcAft>
              <a:buFont typeface="Arial" panose="020B0604020202020204" pitchFamily="34" charset="0"/>
              <a:buChar char="•"/>
              <a:defRPr>
                <a:solidFill>
                  <a:schemeClr val="tx1"/>
                </a:solidFill>
                <a:latin typeface="+mn-lt"/>
              </a:defRPr>
            </a:lvl3pPr>
            <a:lvl4pPr marL="672290" indent="-280121">
              <a:spcBef>
                <a:spcPts val="392"/>
              </a:spcBef>
              <a:spcAft>
                <a:spcPts val="588"/>
              </a:spcAft>
              <a:buSzPct val="100000"/>
              <a:buFont typeface="Arial" panose="020B0604020202020204" pitchFamily="34" charset="0"/>
              <a:buChar char="‒"/>
              <a:defRPr>
                <a:solidFill>
                  <a:schemeClr val="tx1"/>
                </a:solidFill>
                <a:latin typeface="+mn-lt"/>
              </a:defRPr>
            </a:lvl4pPr>
            <a:lvl5pPr marL="168072" indent="-168072">
              <a:spcBef>
                <a:spcPts val="392"/>
              </a:spcBef>
              <a:spcAft>
                <a:spcPts val="588"/>
              </a:spcAft>
              <a:buFont typeface="Arial" panose="020B0604020202020204" pitchFamily="34" charset="0"/>
              <a:buChar char="•"/>
              <a:defRPr>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Footer Placeholder 1">
            <a:extLst>
              <a:ext uri="{FF2B5EF4-FFF2-40B4-BE49-F238E27FC236}">
                <a16:creationId xmlns:a16="http://schemas.microsoft.com/office/drawing/2014/main" id="{87A06669-B2CF-43F2-99B5-001A005A3AA1}"/>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1434975272"/>
      </p:ext>
    </p:extLst>
  </p:cSld>
  <p:clrMapOvr>
    <a:masterClrMapping/>
  </p:clrMapOvr>
  <p:transition>
    <p:fade/>
  </p:transition>
  <p:hf sldNum="0" hdr="0" ftr="0" dt="0"/>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1_Bulleted Text Layout_two column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p:txBody>
          <a:bodyPr/>
          <a:lstStyle/>
          <a:p>
            <a:r>
              <a:rPr lang="en-US"/>
              <a:t>Click to edit Master title style</a:t>
            </a:r>
          </a:p>
        </p:txBody>
      </p:sp>
      <p:sp>
        <p:nvSpPr>
          <p:cNvPr id="5" name="Content Placeholder 4">
            <a:extLst>
              <a:ext uri="{FF2B5EF4-FFF2-40B4-BE49-F238E27FC236}">
                <a16:creationId xmlns:a16="http://schemas.microsoft.com/office/drawing/2014/main" id="{CE9563B9-B8EE-4B13-A96C-8A3EA8059E0A}"/>
              </a:ext>
            </a:extLst>
          </p:cNvPr>
          <p:cNvSpPr>
            <a:spLocks noGrp="1"/>
          </p:cNvSpPr>
          <p:nvPr>
            <p:ph sz="quarter" idx="10"/>
          </p:nvPr>
        </p:nvSpPr>
        <p:spPr>
          <a:xfrm>
            <a:off x="441468" y="1456896"/>
            <a:ext cx="5543785" cy="4194604"/>
          </a:xfrm>
          <a:solidFill>
            <a:schemeClr val="bg1">
              <a:lumMod val="95000"/>
            </a:schemeClr>
          </a:solidFill>
        </p:spPr>
        <p:txBody>
          <a:bodyPr lIns="137160" rIns="137160"/>
          <a:lstStyle>
            <a:lvl1pPr>
              <a:spcBef>
                <a:spcPts val="392"/>
              </a:spcBef>
              <a:spcAft>
                <a:spcPts val="588"/>
              </a:spcAft>
              <a:defRPr sz="2400"/>
            </a:lvl1pPr>
            <a:lvl2pPr marL="336145" indent="-224097">
              <a:spcBef>
                <a:spcPts val="392"/>
              </a:spcBef>
              <a:spcAft>
                <a:spcPts val="588"/>
              </a:spcAft>
              <a:buFont typeface="Arial" panose="020B0604020202020204" pitchFamily="34" charset="0"/>
              <a:buChar char="•"/>
              <a:defRPr>
                <a:solidFill>
                  <a:schemeClr val="tx1"/>
                </a:solidFill>
                <a:latin typeface="+mn-lt"/>
              </a:defRPr>
            </a:lvl2pPr>
            <a:lvl3pPr marL="280121" indent="-280121">
              <a:spcBef>
                <a:spcPts val="392"/>
              </a:spcBef>
              <a:spcAft>
                <a:spcPts val="588"/>
              </a:spcAft>
              <a:buFont typeface="Arial" panose="020B0604020202020204" pitchFamily="34" charset="0"/>
              <a:buChar char="•"/>
              <a:defRPr>
                <a:solidFill>
                  <a:schemeClr val="tx1"/>
                </a:solidFill>
                <a:latin typeface="+mn-lt"/>
              </a:defRPr>
            </a:lvl3pPr>
            <a:lvl4pPr marL="672290" indent="-280121">
              <a:spcBef>
                <a:spcPts val="392"/>
              </a:spcBef>
              <a:spcAft>
                <a:spcPts val="588"/>
              </a:spcAft>
              <a:buSzPct val="100000"/>
              <a:buFont typeface="Arial" panose="020B0604020202020204" pitchFamily="34" charset="0"/>
              <a:buChar char="‒"/>
              <a:defRPr>
                <a:solidFill>
                  <a:schemeClr val="tx1"/>
                </a:solidFill>
                <a:latin typeface="+mn-lt"/>
              </a:defRPr>
            </a:lvl4pPr>
            <a:lvl5pPr marL="168072" indent="-168072">
              <a:spcBef>
                <a:spcPts val="392"/>
              </a:spcBef>
              <a:spcAft>
                <a:spcPts val="588"/>
              </a:spcAft>
              <a:buFont typeface="Arial" panose="020B0604020202020204" pitchFamily="34" charset="0"/>
              <a:buChar char="•"/>
              <a:defRPr>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7" name="Content Placeholder 4">
            <a:extLst>
              <a:ext uri="{FF2B5EF4-FFF2-40B4-BE49-F238E27FC236}">
                <a16:creationId xmlns:a16="http://schemas.microsoft.com/office/drawing/2014/main" id="{D17555C6-D911-440E-98E2-C7A43ED55E60}"/>
              </a:ext>
            </a:extLst>
          </p:cNvPr>
          <p:cNvSpPr>
            <a:spLocks noGrp="1"/>
          </p:cNvSpPr>
          <p:nvPr>
            <p:ph sz="quarter" idx="12"/>
          </p:nvPr>
        </p:nvSpPr>
        <p:spPr>
          <a:xfrm>
            <a:off x="6229350" y="1456896"/>
            <a:ext cx="5531577" cy="4194604"/>
          </a:xfrm>
          <a:solidFill>
            <a:schemeClr val="bg1">
              <a:lumMod val="95000"/>
            </a:schemeClr>
          </a:solidFill>
        </p:spPr>
        <p:txBody>
          <a:bodyPr lIns="137160" rIns="137160"/>
          <a:lstStyle>
            <a:lvl1pPr>
              <a:spcBef>
                <a:spcPts val="392"/>
              </a:spcBef>
              <a:spcAft>
                <a:spcPts val="588"/>
              </a:spcAft>
              <a:defRPr sz="2400"/>
            </a:lvl1pPr>
            <a:lvl2pPr marL="336145" indent="-224097">
              <a:spcBef>
                <a:spcPts val="392"/>
              </a:spcBef>
              <a:spcAft>
                <a:spcPts val="588"/>
              </a:spcAft>
              <a:buFont typeface="Arial" panose="020B0604020202020204" pitchFamily="34" charset="0"/>
              <a:buChar char="•"/>
              <a:defRPr>
                <a:solidFill>
                  <a:schemeClr val="tx1"/>
                </a:solidFill>
                <a:latin typeface="+mn-lt"/>
              </a:defRPr>
            </a:lvl2pPr>
            <a:lvl3pPr marL="280121" indent="-280121">
              <a:spcBef>
                <a:spcPts val="392"/>
              </a:spcBef>
              <a:spcAft>
                <a:spcPts val="588"/>
              </a:spcAft>
              <a:buFont typeface="Arial" panose="020B0604020202020204" pitchFamily="34" charset="0"/>
              <a:buChar char="•"/>
              <a:defRPr>
                <a:solidFill>
                  <a:schemeClr val="tx1"/>
                </a:solidFill>
                <a:latin typeface="+mn-lt"/>
              </a:defRPr>
            </a:lvl3pPr>
            <a:lvl4pPr marL="672290" indent="-280121">
              <a:spcBef>
                <a:spcPts val="392"/>
              </a:spcBef>
              <a:spcAft>
                <a:spcPts val="588"/>
              </a:spcAft>
              <a:buSzPct val="100000"/>
              <a:buFont typeface="Arial" panose="020B0604020202020204" pitchFamily="34" charset="0"/>
              <a:buChar char="‒"/>
              <a:defRPr>
                <a:solidFill>
                  <a:schemeClr val="tx1"/>
                </a:solidFill>
                <a:latin typeface="+mn-lt"/>
              </a:defRPr>
            </a:lvl4pPr>
            <a:lvl5pPr marL="168072" indent="-168072">
              <a:spcBef>
                <a:spcPts val="392"/>
              </a:spcBef>
              <a:spcAft>
                <a:spcPts val="588"/>
              </a:spcAft>
              <a:buFont typeface="Arial" panose="020B0604020202020204" pitchFamily="34" charset="0"/>
              <a:buChar char="•"/>
              <a:defRPr>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 name="Footer Placeholder 1">
            <a:extLst>
              <a:ext uri="{FF2B5EF4-FFF2-40B4-BE49-F238E27FC236}">
                <a16:creationId xmlns:a16="http://schemas.microsoft.com/office/drawing/2014/main" id="{FD7644AB-9D01-4585-9388-8EB76A4E16D3}"/>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4055448584"/>
      </p:ext>
    </p:extLst>
  </p:cSld>
  <p:clrMapOvr>
    <a:masterClrMapping/>
  </p:clrMapOvr>
  <p:transition>
    <p:fade/>
  </p:transition>
  <p:hf sldNum="0" hdr="0" ftr="0" dt="0"/>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Agenda 3 row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6728F4B-C908-4F6F-A8F2-43C3195A2FCA}"/>
              </a:ext>
            </a:extLst>
          </p:cNvPr>
          <p:cNvSpPr/>
          <p:nvPr/>
        </p:nvSpPr>
        <p:spPr bwMode="auto">
          <a:xfrm>
            <a:off x="0" y="0"/>
            <a:ext cx="2743200" cy="6858000"/>
          </a:xfrm>
          <a:prstGeom prst="rect">
            <a:avLst/>
          </a:prstGeom>
          <a:solidFill>
            <a:srgbClr val="243A5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418643" y="3088902"/>
            <a:ext cx="1959432" cy="680196"/>
          </a:xfrm>
        </p:spPr>
        <p:txBody>
          <a:bodyPr anchor="ctr"/>
          <a:lstStyle>
            <a:lvl1pPr>
              <a:defRPr>
                <a:solidFill>
                  <a:schemeClr val="bg1"/>
                </a:solidFill>
              </a:defRPr>
            </a:lvl1pPr>
          </a:lstStyle>
          <a:p>
            <a:r>
              <a:rPr lang="en-US"/>
              <a:t>Agenda</a:t>
            </a:r>
            <a:br>
              <a:rPr lang="en-US"/>
            </a:br>
            <a:r>
              <a:rPr lang="en-US"/>
              <a:t>3 rows</a:t>
            </a:r>
          </a:p>
        </p:txBody>
      </p:sp>
      <p:sp>
        <p:nvSpPr>
          <p:cNvPr id="5" name="Text Placeholder 4"/>
          <p:cNvSpPr>
            <a:spLocks noGrp="1"/>
          </p:cNvSpPr>
          <p:nvPr>
            <p:ph type="body" sz="quarter" idx="11" hasCustomPrompt="1"/>
          </p:nvPr>
        </p:nvSpPr>
        <p:spPr>
          <a:xfrm>
            <a:off x="4078288" y="1358901"/>
            <a:ext cx="7695070" cy="1224434"/>
          </a:xfr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14" name="Text Placeholder 4"/>
          <p:cNvSpPr>
            <a:spLocks noGrp="1"/>
          </p:cNvSpPr>
          <p:nvPr>
            <p:ph type="body" sz="quarter" idx="15" hasCustomPrompt="1"/>
          </p:nvPr>
        </p:nvSpPr>
        <p:spPr>
          <a:xfrm>
            <a:off x="4078288" y="2816784"/>
            <a:ext cx="7695070" cy="1224434"/>
          </a:xfr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15" name="Text Placeholder 4">
            <a:extLst>
              <a:ext uri="{FF2B5EF4-FFF2-40B4-BE49-F238E27FC236}">
                <a16:creationId xmlns:a16="http://schemas.microsoft.com/office/drawing/2014/main" id="{17004B21-C7C1-4F96-8432-F7255C26DB8E}"/>
              </a:ext>
            </a:extLst>
          </p:cNvPr>
          <p:cNvSpPr>
            <a:spLocks noGrp="1"/>
          </p:cNvSpPr>
          <p:nvPr>
            <p:ph type="body" sz="quarter" idx="20" hasCustomPrompt="1"/>
          </p:nvPr>
        </p:nvSpPr>
        <p:spPr>
          <a:xfrm>
            <a:off x="4078288" y="4274667"/>
            <a:ext cx="7695070" cy="1224434"/>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4" name="Footer Placeholder 1">
            <a:extLst>
              <a:ext uri="{FF2B5EF4-FFF2-40B4-BE49-F238E27FC236}">
                <a16:creationId xmlns:a16="http://schemas.microsoft.com/office/drawing/2014/main" id="{D3BC550B-9B11-4380-8D6F-F4741FB779EC}"/>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1045630453"/>
      </p:ext>
    </p:extLst>
  </p:cSld>
  <p:clrMapOvr>
    <a:masterClrMapping/>
  </p:clrMapOvr>
  <p:transition>
    <p:fade/>
  </p:transition>
  <p:hf sldNum="0" hdr="0" ftr="0" dt="0"/>
  <p:extLst>
    <p:ext uri="{DCECCB84-F9BA-43D5-87BE-67443E8EF086}">
      <p15:sldGuideLst xmlns:p15="http://schemas.microsoft.com/office/powerpoint/2012/main">
        <p15:guide id="1" pos="1728">
          <p15:clr>
            <a:srgbClr val="FBAE40"/>
          </p15:clr>
        </p15:guide>
        <p15:guide id="2" pos="2352">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Agenda 4 row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6728F4B-C908-4F6F-A8F2-43C3195A2FCA}"/>
              </a:ext>
            </a:extLst>
          </p:cNvPr>
          <p:cNvSpPr/>
          <p:nvPr/>
        </p:nvSpPr>
        <p:spPr bwMode="auto">
          <a:xfrm>
            <a:off x="0" y="0"/>
            <a:ext cx="2743200" cy="6858000"/>
          </a:xfrm>
          <a:prstGeom prst="rect">
            <a:avLst/>
          </a:prstGeom>
          <a:solidFill>
            <a:srgbClr val="243A5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418643" y="3088902"/>
            <a:ext cx="1959432" cy="680196"/>
          </a:xfrm>
        </p:spPr>
        <p:txBody>
          <a:bodyPr anchor="ctr"/>
          <a:lstStyle>
            <a:lvl1pPr>
              <a:defRPr>
                <a:solidFill>
                  <a:schemeClr val="bg1"/>
                </a:solidFill>
              </a:defRPr>
            </a:lvl1pPr>
          </a:lstStyle>
          <a:p>
            <a:r>
              <a:rPr lang="en-US"/>
              <a:t>Agenda</a:t>
            </a:r>
            <a:br>
              <a:rPr lang="en-US"/>
            </a:br>
            <a:r>
              <a:rPr lang="en-US"/>
              <a:t>4 rows</a:t>
            </a:r>
          </a:p>
        </p:txBody>
      </p:sp>
      <p:sp>
        <p:nvSpPr>
          <p:cNvPr id="5" name="Text Placeholder 4"/>
          <p:cNvSpPr>
            <a:spLocks noGrp="1"/>
          </p:cNvSpPr>
          <p:nvPr>
            <p:ph type="body" sz="quarter" idx="11" hasCustomPrompt="1"/>
          </p:nvPr>
        </p:nvSpPr>
        <p:spPr>
          <a:xfrm>
            <a:off x="4078288" y="985704"/>
            <a:ext cx="7695070" cy="896552"/>
          </a:xfr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14" name="Text Placeholder 4"/>
          <p:cNvSpPr>
            <a:spLocks noGrp="1"/>
          </p:cNvSpPr>
          <p:nvPr>
            <p:ph type="body" sz="quarter" idx="15" hasCustomPrompt="1"/>
          </p:nvPr>
        </p:nvSpPr>
        <p:spPr>
          <a:xfrm>
            <a:off x="4078288" y="2339411"/>
            <a:ext cx="7695070" cy="896552"/>
          </a:xfr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16" name="Text Placeholder 4"/>
          <p:cNvSpPr>
            <a:spLocks noGrp="1"/>
          </p:cNvSpPr>
          <p:nvPr>
            <p:ph type="body" sz="quarter" idx="17" hasCustomPrompt="1"/>
          </p:nvPr>
        </p:nvSpPr>
        <p:spPr>
          <a:xfrm>
            <a:off x="4078288" y="3693118"/>
            <a:ext cx="7695070" cy="896552"/>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20" name="Text Placeholder 4"/>
          <p:cNvSpPr>
            <a:spLocks noGrp="1"/>
          </p:cNvSpPr>
          <p:nvPr>
            <p:ph type="body" sz="quarter" idx="21" hasCustomPrompt="1"/>
          </p:nvPr>
        </p:nvSpPr>
        <p:spPr>
          <a:xfrm>
            <a:off x="4078288" y="5046824"/>
            <a:ext cx="7695070" cy="896552"/>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4" name="Footer Placeholder 1">
            <a:extLst>
              <a:ext uri="{FF2B5EF4-FFF2-40B4-BE49-F238E27FC236}">
                <a16:creationId xmlns:a16="http://schemas.microsoft.com/office/drawing/2014/main" id="{1FA6548C-890C-4150-B5BD-A8AF55A82E70}"/>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318616648"/>
      </p:ext>
    </p:extLst>
  </p:cSld>
  <p:clrMapOvr>
    <a:masterClrMapping/>
  </p:clrMapOvr>
  <p:transition>
    <p:fade/>
  </p:transition>
  <p:hf sldNum="0" hdr="0" ftr="0" dt="0"/>
  <p:extLst>
    <p:ext uri="{DCECCB84-F9BA-43D5-87BE-67443E8EF086}">
      <p15:sldGuideLst xmlns:p15="http://schemas.microsoft.com/office/powerpoint/2012/main">
        <p15:guide id="1" pos="1728">
          <p15:clr>
            <a:srgbClr val="FBAE40"/>
          </p15:clr>
        </p15:guide>
        <p15:guide id="2" pos="2352">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Agenda 6 row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6728F4B-C908-4F6F-A8F2-43C3195A2FCA}"/>
              </a:ext>
            </a:extLst>
          </p:cNvPr>
          <p:cNvSpPr/>
          <p:nvPr/>
        </p:nvSpPr>
        <p:spPr bwMode="auto">
          <a:xfrm>
            <a:off x="0" y="0"/>
            <a:ext cx="2743200" cy="6858000"/>
          </a:xfrm>
          <a:prstGeom prst="rect">
            <a:avLst/>
          </a:prstGeom>
          <a:solidFill>
            <a:srgbClr val="243A5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418643" y="3088902"/>
            <a:ext cx="1959432" cy="680196"/>
          </a:xfrm>
        </p:spPr>
        <p:txBody>
          <a:bodyPr anchor="ctr"/>
          <a:lstStyle>
            <a:lvl1pPr>
              <a:defRPr>
                <a:solidFill>
                  <a:schemeClr val="bg1"/>
                </a:solidFill>
              </a:defRPr>
            </a:lvl1pPr>
          </a:lstStyle>
          <a:p>
            <a:r>
              <a:rPr lang="en-US"/>
              <a:t>Agenda</a:t>
            </a:r>
            <a:br>
              <a:rPr lang="en-US"/>
            </a:br>
            <a:r>
              <a:rPr lang="en-US"/>
              <a:t>6 rows</a:t>
            </a:r>
          </a:p>
        </p:txBody>
      </p:sp>
      <p:sp>
        <p:nvSpPr>
          <p:cNvPr id="5" name="Text Placeholder 4"/>
          <p:cNvSpPr>
            <a:spLocks noGrp="1"/>
          </p:cNvSpPr>
          <p:nvPr>
            <p:ph type="body" sz="quarter" idx="11" hasCustomPrompt="1"/>
          </p:nvPr>
        </p:nvSpPr>
        <p:spPr>
          <a:xfrm>
            <a:off x="4078288" y="691125"/>
            <a:ext cx="7695070" cy="822645"/>
          </a:xfrm>
        </p:spPr>
        <p:txBody>
          <a:bodyPr vert="horz" wrap="square" lIns="0" tIns="0" rIns="0" bIns="0" rtlCol="0" anchor="ctr">
            <a:noAutofit/>
          </a:bodyPr>
          <a:lstStyle>
            <a:lvl2pPr>
              <a:defRPr lang="en-US" sz="1800" b="0" dirty="0"/>
            </a:lvl2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14" name="Text Placeholder 4"/>
          <p:cNvSpPr>
            <a:spLocks noGrp="1"/>
          </p:cNvSpPr>
          <p:nvPr>
            <p:ph type="body" sz="quarter" idx="15" hasCustomPrompt="1"/>
          </p:nvPr>
        </p:nvSpPr>
        <p:spPr>
          <a:xfrm>
            <a:off x="4078288" y="1619933"/>
            <a:ext cx="7695070" cy="822645"/>
          </a:xfrm>
        </p:spPr>
        <p:txBody>
          <a:bodyPr vert="horz" wrap="square" lIns="0" tIns="0" rIns="0" bIns="0" rtlCol="0" anchor="ctr">
            <a:noAutofit/>
          </a:bodyPr>
          <a:lstStyle>
            <a:lvl2pPr>
              <a:defRPr lang="en-US" sz="1800" b="0"/>
            </a:lvl2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16" name="Text Placeholder 4"/>
          <p:cNvSpPr>
            <a:spLocks noGrp="1"/>
          </p:cNvSpPr>
          <p:nvPr>
            <p:ph type="body" sz="quarter" idx="17" hasCustomPrompt="1"/>
          </p:nvPr>
        </p:nvSpPr>
        <p:spPr>
          <a:xfrm>
            <a:off x="4078288" y="2548741"/>
            <a:ext cx="7695070" cy="822645"/>
          </a:xfrm>
        </p:spPr>
        <p:txBody>
          <a:bodyPr vert="horz" wrap="square" lIns="0" tIns="0" rIns="0" bIns="0" rtlCol="0" anchor="ctr">
            <a:noAutofit/>
          </a:bodyPr>
          <a:lstStyle>
            <a:lvl2pPr>
              <a:defRPr lang="en-US" sz="1800" b="0"/>
            </a:lvl2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18" name="Text Placeholder 4"/>
          <p:cNvSpPr>
            <a:spLocks noGrp="1"/>
          </p:cNvSpPr>
          <p:nvPr>
            <p:ph type="body" sz="quarter" idx="19" hasCustomPrompt="1"/>
          </p:nvPr>
        </p:nvSpPr>
        <p:spPr>
          <a:xfrm>
            <a:off x="4078288" y="3477549"/>
            <a:ext cx="7695070" cy="822645"/>
          </a:xfrm>
        </p:spPr>
        <p:txBody>
          <a:bodyPr vert="horz" wrap="square" lIns="0" tIns="0" rIns="0" bIns="0" rtlCol="0" anchor="ctr">
            <a:noAutofit/>
          </a:bodyPr>
          <a:lstStyle>
            <a:lvl2pPr>
              <a:defRPr lang="en-US" sz="1800" b="0"/>
            </a:lvl2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20" name="Text Placeholder 4"/>
          <p:cNvSpPr>
            <a:spLocks noGrp="1"/>
          </p:cNvSpPr>
          <p:nvPr>
            <p:ph type="body" sz="quarter" idx="21" hasCustomPrompt="1"/>
          </p:nvPr>
        </p:nvSpPr>
        <p:spPr>
          <a:xfrm>
            <a:off x="4078288" y="4406357"/>
            <a:ext cx="7695070" cy="822645"/>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9" name="Text Placeholder 4">
            <a:extLst>
              <a:ext uri="{FF2B5EF4-FFF2-40B4-BE49-F238E27FC236}">
                <a16:creationId xmlns:a16="http://schemas.microsoft.com/office/drawing/2014/main" id="{94990F64-B54A-4123-AFAA-1BF57A1145A0}"/>
              </a:ext>
            </a:extLst>
          </p:cNvPr>
          <p:cNvSpPr>
            <a:spLocks noGrp="1"/>
          </p:cNvSpPr>
          <p:nvPr>
            <p:ph type="body" sz="quarter" idx="22" hasCustomPrompt="1"/>
          </p:nvPr>
        </p:nvSpPr>
        <p:spPr>
          <a:xfrm>
            <a:off x="4078288" y="5335167"/>
            <a:ext cx="7695070" cy="822645"/>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4" name="Footer Placeholder 1">
            <a:extLst>
              <a:ext uri="{FF2B5EF4-FFF2-40B4-BE49-F238E27FC236}">
                <a16:creationId xmlns:a16="http://schemas.microsoft.com/office/drawing/2014/main" id="{3CE3F527-08C7-43D0-8032-F2A71F76D6A3}"/>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2133309132"/>
      </p:ext>
    </p:extLst>
  </p:cSld>
  <p:clrMapOvr>
    <a:masterClrMapping/>
  </p:clrMapOvr>
  <p:transition>
    <p:fade/>
  </p:transition>
  <p:hf sldNum="0" hdr="0" ftr="0" dt="0"/>
  <p:extLst>
    <p:ext uri="{DCECCB84-F9BA-43D5-87BE-67443E8EF086}">
      <p15:sldGuideLst xmlns:p15="http://schemas.microsoft.com/office/powerpoint/2012/main">
        <p15:guide id="1" pos="1728">
          <p15:clr>
            <a:srgbClr val="FBAE40"/>
          </p15:clr>
        </p15:guide>
        <p15:guide id="2" pos="2352">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Agenda 8 row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6728F4B-C908-4F6F-A8F2-43C3195A2FCA}"/>
              </a:ext>
            </a:extLst>
          </p:cNvPr>
          <p:cNvSpPr/>
          <p:nvPr/>
        </p:nvSpPr>
        <p:spPr bwMode="auto">
          <a:xfrm>
            <a:off x="0" y="0"/>
            <a:ext cx="2743200" cy="6858000"/>
          </a:xfrm>
          <a:prstGeom prst="rect">
            <a:avLst/>
          </a:prstGeom>
          <a:solidFill>
            <a:srgbClr val="243A5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418643" y="3088902"/>
            <a:ext cx="1959432" cy="680196"/>
          </a:xfrm>
        </p:spPr>
        <p:txBody>
          <a:bodyPr anchor="ctr"/>
          <a:lstStyle>
            <a:lvl1pPr>
              <a:defRPr>
                <a:solidFill>
                  <a:schemeClr val="bg1"/>
                </a:solidFill>
              </a:defRPr>
            </a:lvl1pPr>
          </a:lstStyle>
          <a:p>
            <a:r>
              <a:rPr lang="en-US"/>
              <a:t>Agenda</a:t>
            </a:r>
            <a:br>
              <a:rPr lang="en-US"/>
            </a:br>
            <a:r>
              <a:rPr lang="en-US"/>
              <a:t>8 rows</a:t>
            </a:r>
          </a:p>
        </p:txBody>
      </p:sp>
      <p:sp>
        <p:nvSpPr>
          <p:cNvPr id="5" name="Text Placeholder 4"/>
          <p:cNvSpPr>
            <a:spLocks noGrp="1"/>
          </p:cNvSpPr>
          <p:nvPr>
            <p:ph type="body" sz="quarter" idx="11" hasCustomPrompt="1"/>
          </p:nvPr>
        </p:nvSpPr>
        <p:spPr>
          <a:xfrm>
            <a:off x="4078288" y="466348"/>
            <a:ext cx="7695069" cy="675889"/>
          </a:xfrm>
        </p:spPr>
        <p:txBody>
          <a:bodyPr vert="horz" wrap="square" lIns="0" tIns="0" rIns="0" bIns="0" rtlCol="0" anchor="ctr">
            <a:noAutofit/>
          </a:bodyPr>
          <a:lstStyle>
            <a:lvl2pPr>
              <a:defRPr lang="en-US" sz="1600" b="0" dirty="0"/>
            </a:lvl2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14" name="Text Placeholder 4"/>
          <p:cNvSpPr>
            <a:spLocks noGrp="1"/>
          </p:cNvSpPr>
          <p:nvPr>
            <p:ph type="body" sz="quarter" idx="15" hasCustomPrompt="1"/>
          </p:nvPr>
        </p:nvSpPr>
        <p:spPr>
          <a:xfrm>
            <a:off x="4078288" y="1216264"/>
            <a:ext cx="7695069" cy="675889"/>
          </a:xfrm>
        </p:spPr>
        <p:txBody>
          <a:bodyPr vert="horz" wrap="square" lIns="0" tIns="0" rIns="0" bIns="0" rtlCol="0" anchor="ctr">
            <a:noAutofit/>
          </a:bodyPr>
          <a:lstStyle>
            <a:lvl2pPr>
              <a:defRPr lang="en-US" sz="1600" b="0"/>
            </a:lvl2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16" name="Text Placeholder 4"/>
          <p:cNvSpPr>
            <a:spLocks noGrp="1"/>
          </p:cNvSpPr>
          <p:nvPr>
            <p:ph type="body" sz="quarter" idx="17" hasCustomPrompt="1"/>
          </p:nvPr>
        </p:nvSpPr>
        <p:spPr>
          <a:xfrm>
            <a:off x="4078288" y="1966180"/>
            <a:ext cx="7695069" cy="675889"/>
          </a:xfrm>
        </p:spPr>
        <p:txBody>
          <a:bodyPr vert="horz" wrap="square" lIns="0" tIns="0" rIns="0" bIns="0" rtlCol="0" anchor="ctr">
            <a:noAutofit/>
          </a:bodyPr>
          <a:lstStyle>
            <a:lvl2pPr>
              <a:defRPr lang="en-US" sz="1600" b="0" dirty="0" smtClean="0"/>
            </a:lvl2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18" name="Text Placeholder 4"/>
          <p:cNvSpPr>
            <a:spLocks noGrp="1"/>
          </p:cNvSpPr>
          <p:nvPr>
            <p:ph type="body" sz="quarter" idx="19" hasCustomPrompt="1"/>
          </p:nvPr>
        </p:nvSpPr>
        <p:spPr>
          <a:xfrm>
            <a:off x="4078288" y="2716096"/>
            <a:ext cx="7695069" cy="675889"/>
          </a:xfrm>
        </p:spPr>
        <p:txBody>
          <a:bodyPr vert="horz" wrap="square" lIns="0" tIns="0" rIns="0" bIns="0" rtlCol="0" anchor="ctr">
            <a:noAutofit/>
          </a:bodyPr>
          <a:lstStyle>
            <a:lvl2pPr>
              <a:defRPr lang="en-US" sz="1600" b="0" dirty="0"/>
            </a:lvl2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20" name="Text Placeholder 4"/>
          <p:cNvSpPr>
            <a:spLocks noGrp="1"/>
          </p:cNvSpPr>
          <p:nvPr>
            <p:ph type="body" sz="quarter" idx="21" hasCustomPrompt="1"/>
          </p:nvPr>
        </p:nvSpPr>
        <p:spPr>
          <a:xfrm>
            <a:off x="4078288" y="3466012"/>
            <a:ext cx="7695069" cy="675889"/>
          </a:xfrm>
        </p:spPr>
        <p:txBody>
          <a:bodyPr vert="horz" wrap="square" lIns="0" tIns="0" rIns="0" bIns="0" rtlCol="0" anchor="ctr">
            <a:noAutofit/>
          </a:bodyPr>
          <a:lstStyle>
            <a:lvl2pPr>
              <a:defRPr lang="en-US" sz="1600" b="0" dirty="0"/>
            </a:lvl2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9" name="Text Placeholder 4">
            <a:extLst>
              <a:ext uri="{FF2B5EF4-FFF2-40B4-BE49-F238E27FC236}">
                <a16:creationId xmlns:a16="http://schemas.microsoft.com/office/drawing/2014/main" id="{94990F64-B54A-4123-AFAA-1BF57A1145A0}"/>
              </a:ext>
            </a:extLst>
          </p:cNvPr>
          <p:cNvSpPr>
            <a:spLocks noGrp="1"/>
          </p:cNvSpPr>
          <p:nvPr>
            <p:ph type="body" sz="quarter" idx="22" hasCustomPrompt="1"/>
          </p:nvPr>
        </p:nvSpPr>
        <p:spPr>
          <a:xfrm>
            <a:off x="4078288" y="4215928"/>
            <a:ext cx="7695069" cy="675889"/>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10" name="Text Placeholder 4">
            <a:extLst>
              <a:ext uri="{FF2B5EF4-FFF2-40B4-BE49-F238E27FC236}">
                <a16:creationId xmlns:a16="http://schemas.microsoft.com/office/drawing/2014/main" id="{96437053-7BE5-40A0-9B10-9FC884BDC4B6}"/>
              </a:ext>
            </a:extLst>
          </p:cNvPr>
          <p:cNvSpPr>
            <a:spLocks noGrp="1"/>
          </p:cNvSpPr>
          <p:nvPr>
            <p:ph type="body" sz="quarter" idx="23" hasCustomPrompt="1"/>
          </p:nvPr>
        </p:nvSpPr>
        <p:spPr>
          <a:xfrm>
            <a:off x="4078288" y="4965844"/>
            <a:ext cx="7695069" cy="675889"/>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11" name="Text Placeholder 4">
            <a:extLst>
              <a:ext uri="{FF2B5EF4-FFF2-40B4-BE49-F238E27FC236}">
                <a16:creationId xmlns:a16="http://schemas.microsoft.com/office/drawing/2014/main" id="{BBE4C696-54C0-4167-89B1-D1FE9690F330}"/>
              </a:ext>
            </a:extLst>
          </p:cNvPr>
          <p:cNvSpPr>
            <a:spLocks noGrp="1"/>
          </p:cNvSpPr>
          <p:nvPr>
            <p:ph type="body" sz="quarter" idx="24" hasCustomPrompt="1"/>
          </p:nvPr>
        </p:nvSpPr>
        <p:spPr>
          <a:xfrm>
            <a:off x="4078288" y="5715763"/>
            <a:ext cx="7695069" cy="675889"/>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4" name="Footer Placeholder 1">
            <a:extLst>
              <a:ext uri="{FF2B5EF4-FFF2-40B4-BE49-F238E27FC236}">
                <a16:creationId xmlns:a16="http://schemas.microsoft.com/office/drawing/2014/main" id="{FCBBA077-FCDA-4F62-B502-F11F61DDA34D}"/>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1016591781"/>
      </p:ext>
    </p:extLst>
  </p:cSld>
  <p:clrMapOvr>
    <a:masterClrMapping/>
  </p:clrMapOvr>
  <p:transition>
    <p:fade/>
  </p:transition>
  <p:hf sldNum="0" hdr="0" ftr="0" dt="0"/>
  <p:extLst>
    <p:ext uri="{DCECCB84-F9BA-43D5-87BE-67443E8EF086}">
      <p15:sldGuideLst xmlns:p15="http://schemas.microsoft.com/office/powerpoint/2012/main">
        <p15:guide id="1" pos="1728">
          <p15:clr>
            <a:srgbClr val="FBAE40"/>
          </p15:clr>
        </p15:guide>
        <p15:guide id="2" pos="2354">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Agenda 2 column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6728F4B-C908-4F6F-A8F2-43C3195A2FCA}"/>
              </a:ext>
            </a:extLst>
          </p:cNvPr>
          <p:cNvSpPr/>
          <p:nvPr/>
        </p:nvSpPr>
        <p:spPr bwMode="auto">
          <a:xfrm>
            <a:off x="0" y="0"/>
            <a:ext cx="2378075" cy="6858000"/>
          </a:xfrm>
          <a:prstGeom prst="rect">
            <a:avLst/>
          </a:prstGeom>
          <a:solidFill>
            <a:srgbClr val="243A5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418643" y="3088902"/>
            <a:ext cx="1959432" cy="680196"/>
          </a:xfrm>
        </p:spPr>
        <p:txBody>
          <a:bodyPr rIns="0" anchor="ctr"/>
          <a:lstStyle>
            <a:lvl1pPr>
              <a:defRPr>
                <a:solidFill>
                  <a:schemeClr val="bg1"/>
                </a:solidFill>
              </a:defRPr>
            </a:lvl1pPr>
          </a:lstStyle>
          <a:p>
            <a:r>
              <a:rPr lang="en-US"/>
              <a:t>Agenda</a:t>
            </a:r>
            <a:br>
              <a:rPr lang="en-US"/>
            </a:br>
            <a:r>
              <a:rPr lang="en-US"/>
              <a:t>8 rows</a:t>
            </a:r>
          </a:p>
        </p:txBody>
      </p:sp>
      <p:sp>
        <p:nvSpPr>
          <p:cNvPr id="5" name="Text Placeholder 4"/>
          <p:cNvSpPr>
            <a:spLocks noGrp="1"/>
          </p:cNvSpPr>
          <p:nvPr>
            <p:ph type="body" sz="quarter" idx="11" hasCustomPrompt="1"/>
          </p:nvPr>
        </p:nvSpPr>
        <p:spPr>
          <a:xfrm>
            <a:off x="3619500" y="466348"/>
            <a:ext cx="3330574" cy="675889"/>
          </a:xfrm>
        </p:spPr>
        <p:txBody>
          <a:bodyPr vert="horz" wrap="square" lIns="0" tIns="0" rIns="0" bIns="0" rtlCol="0" anchor="ctr">
            <a:noAutofit/>
          </a:bodyPr>
          <a:lstStyle>
            <a:lvl2pPr>
              <a:defRPr lang="en-US" sz="1400" b="0" dirty="0"/>
            </a:lvl2pPr>
          </a:lstStyle>
          <a:p>
            <a:pPr lvl="1">
              <a:buFont typeface="Arial" panose="020B0604020202020204" pitchFamily="34" charset="0"/>
            </a:pPr>
            <a:r>
              <a:rPr lang="en-US"/>
              <a:t>Body copy Segoe UI Regular 14/18. The quick brown fox jumps over the lazy dog. </a:t>
            </a:r>
          </a:p>
        </p:txBody>
      </p:sp>
      <p:sp>
        <p:nvSpPr>
          <p:cNvPr id="14" name="Text Placeholder 4"/>
          <p:cNvSpPr>
            <a:spLocks noGrp="1"/>
          </p:cNvSpPr>
          <p:nvPr>
            <p:ph type="body" sz="quarter" idx="15" hasCustomPrompt="1"/>
          </p:nvPr>
        </p:nvSpPr>
        <p:spPr>
          <a:xfrm>
            <a:off x="3619500" y="1308612"/>
            <a:ext cx="3330574" cy="675889"/>
          </a:xfrm>
        </p:spPr>
        <p:txBody>
          <a:bodyPr vert="horz" wrap="square" lIns="0" tIns="0" rIns="0" bIns="0" rtlCol="0" anchor="ctr">
            <a:noAutofit/>
          </a:bodyPr>
          <a:lstStyle>
            <a:lvl2pPr>
              <a:defRPr lang="en-US" sz="1400" b="0"/>
            </a:lvl2pPr>
          </a:lstStyle>
          <a:p>
            <a:pPr lvl="1">
              <a:buFont typeface="Arial" panose="020B0604020202020204" pitchFamily="34" charset="0"/>
            </a:pPr>
            <a:r>
              <a:rPr lang="en-US"/>
              <a:t>Body copy Segoe UI Regular 14/18. The quick brown fox jumps over the lazy dog. </a:t>
            </a:r>
          </a:p>
        </p:txBody>
      </p:sp>
      <p:sp>
        <p:nvSpPr>
          <p:cNvPr id="16" name="Text Placeholder 4"/>
          <p:cNvSpPr>
            <a:spLocks noGrp="1"/>
          </p:cNvSpPr>
          <p:nvPr>
            <p:ph type="body" sz="quarter" idx="17" hasCustomPrompt="1"/>
          </p:nvPr>
        </p:nvSpPr>
        <p:spPr>
          <a:xfrm>
            <a:off x="3619500" y="2150876"/>
            <a:ext cx="3330574" cy="675889"/>
          </a:xfrm>
        </p:spPr>
        <p:txBody>
          <a:bodyPr vert="horz" wrap="square" lIns="0" tIns="0" rIns="0" bIns="0" rtlCol="0" anchor="ctr">
            <a:noAutofit/>
          </a:bodyPr>
          <a:lstStyle>
            <a:lvl2pPr>
              <a:defRPr lang="en-US" sz="1400" b="0" dirty="0" smtClean="0"/>
            </a:lvl2pPr>
          </a:lstStyle>
          <a:p>
            <a:pPr lvl="1">
              <a:buFont typeface="Arial" panose="020B0604020202020204" pitchFamily="34" charset="0"/>
            </a:pPr>
            <a:r>
              <a:rPr lang="en-US"/>
              <a:t>Body copy Segoe UI Regular 14/18. The quick brown fox jumps over the lazy dog. </a:t>
            </a:r>
          </a:p>
        </p:txBody>
      </p:sp>
      <p:sp>
        <p:nvSpPr>
          <p:cNvPr id="18" name="Text Placeholder 4"/>
          <p:cNvSpPr>
            <a:spLocks noGrp="1"/>
          </p:cNvSpPr>
          <p:nvPr>
            <p:ph type="body" sz="quarter" idx="19" hasCustomPrompt="1"/>
          </p:nvPr>
        </p:nvSpPr>
        <p:spPr>
          <a:xfrm>
            <a:off x="3619500" y="2993140"/>
            <a:ext cx="3330574" cy="675889"/>
          </a:xfrm>
        </p:spPr>
        <p:txBody>
          <a:bodyPr vert="horz" wrap="square" lIns="0" tIns="0" rIns="0" bIns="0" rtlCol="0" anchor="ctr">
            <a:noAutofit/>
          </a:bodyPr>
          <a:lstStyle>
            <a:lvl2pPr>
              <a:defRPr lang="en-US" sz="1400" b="0" dirty="0"/>
            </a:lvl2pPr>
          </a:lstStyle>
          <a:p>
            <a:pPr lvl="1">
              <a:buFont typeface="Arial" panose="020B0604020202020204" pitchFamily="34" charset="0"/>
            </a:pPr>
            <a:r>
              <a:rPr lang="en-US"/>
              <a:t>Body copy Segoe UI Regular 14/18. The quick brown fox jumps over the lazy dog. </a:t>
            </a:r>
          </a:p>
        </p:txBody>
      </p:sp>
      <p:sp>
        <p:nvSpPr>
          <p:cNvPr id="20" name="Text Placeholder 4"/>
          <p:cNvSpPr>
            <a:spLocks noGrp="1"/>
          </p:cNvSpPr>
          <p:nvPr>
            <p:ph type="body" sz="quarter" idx="21" hasCustomPrompt="1"/>
          </p:nvPr>
        </p:nvSpPr>
        <p:spPr>
          <a:xfrm>
            <a:off x="3619500" y="3835404"/>
            <a:ext cx="3330574" cy="675889"/>
          </a:xfrm>
        </p:spPr>
        <p:txBody>
          <a:bodyPr vert="horz" wrap="square" lIns="0" tIns="0" rIns="0" bIns="0" rtlCol="0" anchor="ctr">
            <a:noAutofit/>
          </a:bodyPr>
          <a:lstStyle>
            <a:lvl2pPr>
              <a:defRPr lang="en-US" sz="1400" b="0" dirty="0"/>
            </a:lvl2pPr>
          </a:lstStyle>
          <a:p>
            <a:pPr lvl="1">
              <a:buFont typeface="Arial" panose="020B0604020202020204" pitchFamily="34" charset="0"/>
            </a:pPr>
            <a:r>
              <a:rPr lang="en-US"/>
              <a:t>Body copy Segoe UI Regular 14/18. The quick brown fox jumps over the lazy dog. </a:t>
            </a:r>
          </a:p>
        </p:txBody>
      </p:sp>
      <p:sp>
        <p:nvSpPr>
          <p:cNvPr id="9" name="Text Placeholder 4">
            <a:extLst>
              <a:ext uri="{FF2B5EF4-FFF2-40B4-BE49-F238E27FC236}">
                <a16:creationId xmlns:a16="http://schemas.microsoft.com/office/drawing/2014/main" id="{94990F64-B54A-4123-AFAA-1BF57A1145A0}"/>
              </a:ext>
            </a:extLst>
          </p:cNvPr>
          <p:cNvSpPr>
            <a:spLocks noGrp="1"/>
          </p:cNvSpPr>
          <p:nvPr>
            <p:ph type="body" sz="quarter" idx="22" hasCustomPrompt="1"/>
          </p:nvPr>
        </p:nvSpPr>
        <p:spPr>
          <a:xfrm>
            <a:off x="3619500" y="4677668"/>
            <a:ext cx="3330574" cy="675889"/>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4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a:t>Body copy Segoe UI Regular 14/18. The quick brown fox jumps over the lazy dog. </a:t>
            </a:r>
          </a:p>
        </p:txBody>
      </p:sp>
      <p:sp>
        <p:nvSpPr>
          <p:cNvPr id="10" name="Text Placeholder 4">
            <a:extLst>
              <a:ext uri="{FF2B5EF4-FFF2-40B4-BE49-F238E27FC236}">
                <a16:creationId xmlns:a16="http://schemas.microsoft.com/office/drawing/2014/main" id="{96437053-7BE5-40A0-9B10-9FC884BDC4B6}"/>
              </a:ext>
            </a:extLst>
          </p:cNvPr>
          <p:cNvSpPr>
            <a:spLocks noGrp="1"/>
          </p:cNvSpPr>
          <p:nvPr>
            <p:ph type="body" sz="quarter" idx="23" hasCustomPrompt="1"/>
          </p:nvPr>
        </p:nvSpPr>
        <p:spPr>
          <a:xfrm>
            <a:off x="3619500" y="5519930"/>
            <a:ext cx="3330574" cy="675889"/>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4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a:t>Body copy Segoe UI Regular 14/18. The quick brown fox jumps over the lazy dog. </a:t>
            </a:r>
          </a:p>
        </p:txBody>
      </p:sp>
      <p:sp>
        <p:nvSpPr>
          <p:cNvPr id="12" name="Text Placeholder 4">
            <a:extLst>
              <a:ext uri="{FF2B5EF4-FFF2-40B4-BE49-F238E27FC236}">
                <a16:creationId xmlns:a16="http://schemas.microsoft.com/office/drawing/2014/main" id="{B26AB1BC-D652-40F2-83A2-06F6897248D2}"/>
              </a:ext>
            </a:extLst>
          </p:cNvPr>
          <p:cNvSpPr>
            <a:spLocks noGrp="1"/>
          </p:cNvSpPr>
          <p:nvPr>
            <p:ph type="body" sz="quarter" idx="24" hasCustomPrompt="1"/>
          </p:nvPr>
        </p:nvSpPr>
        <p:spPr>
          <a:xfrm>
            <a:off x="8331200" y="466348"/>
            <a:ext cx="3442157" cy="675889"/>
          </a:xfrm>
        </p:spPr>
        <p:txBody>
          <a:bodyPr vert="horz" wrap="square" lIns="0" tIns="0" rIns="0" bIns="0" rtlCol="0" anchor="ctr">
            <a:noAutofit/>
          </a:bodyPr>
          <a:lstStyle>
            <a:lvl2pPr>
              <a:defRPr lang="en-US" sz="1400" b="0" dirty="0"/>
            </a:lvl2pPr>
          </a:lstStyle>
          <a:p>
            <a:pPr lvl="1">
              <a:buFont typeface="Arial" panose="020B0604020202020204" pitchFamily="34" charset="0"/>
            </a:pPr>
            <a:r>
              <a:rPr lang="en-US"/>
              <a:t>Body copy Segoe UI Regular 14/18. The quick brown fox jumps over the lazy dog. </a:t>
            </a:r>
          </a:p>
        </p:txBody>
      </p:sp>
      <p:sp>
        <p:nvSpPr>
          <p:cNvPr id="13" name="Text Placeholder 4">
            <a:extLst>
              <a:ext uri="{FF2B5EF4-FFF2-40B4-BE49-F238E27FC236}">
                <a16:creationId xmlns:a16="http://schemas.microsoft.com/office/drawing/2014/main" id="{B7BCA0EE-6780-4007-A1E7-E2C766ADB6AC}"/>
              </a:ext>
            </a:extLst>
          </p:cNvPr>
          <p:cNvSpPr>
            <a:spLocks noGrp="1"/>
          </p:cNvSpPr>
          <p:nvPr>
            <p:ph type="body" sz="quarter" idx="25" hasCustomPrompt="1"/>
          </p:nvPr>
        </p:nvSpPr>
        <p:spPr>
          <a:xfrm>
            <a:off x="8331200" y="1308612"/>
            <a:ext cx="3442157" cy="675889"/>
          </a:xfrm>
        </p:spPr>
        <p:txBody>
          <a:bodyPr vert="horz" wrap="square" lIns="0" tIns="0" rIns="0" bIns="0" rtlCol="0" anchor="ctr">
            <a:noAutofit/>
          </a:bodyPr>
          <a:lstStyle>
            <a:lvl2pPr>
              <a:defRPr lang="en-US" sz="1400" b="0"/>
            </a:lvl2pPr>
          </a:lstStyle>
          <a:p>
            <a:pPr lvl="1">
              <a:buFont typeface="Arial" panose="020B0604020202020204" pitchFamily="34" charset="0"/>
            </a:pPr>
            <a:r>
              <a:rPr lang="en-US"/>
              <a:t>Body copy Segoe UI Regular 14/18. The quick brown fox jumps over the lazy dog. </a:t>
            </a:r>
          </a:p>
        </p:txBody>
      </p:sp>
      <p:sp>
        <p:nvSpPr>
          <p:cNvPr id="15" name="Text Placeholder 4">
            <a:extLst>
              <a:ext uri="{FF2B5EF4-FFF2-40B4-BE49-F238E27FC236}">
                <a16:creationId xmlns:a16="http://schemas.microsoft.com/office/drawing/2014/main" id="{42F7FEE8-0C97-4A8D-B62A-F9127046CA49}"/>
              </a:ext>
            </a:extLst>
          </p:cNvPr>
          <p:cNvSpPr>
            <a:spLocks noGrp="1"/>
          </p:cNvSpPr>
          <p:nvPr>
            <p:ph type="body" sz="quarter" idx="26" hasCustomPrompt="1"/>
          </p:nvPr>
        </p:nvSpPr>
        <p:spPr>
          <a:xfrm>
            <a:off x="8331200" y="2150876"/>
            <a:ext cx="3442157" cy="675889"/>
          </a:xfrm>
        </p:spPr>
        <p:txBody>
          <a:bodyPr vert="horz" wrap="square" lIns="0" tIns="0" rIns="0" bIns="0" rtlCol="0" anchor="ctr">
            <a:noAutofit/>
          </a:bodyPr>
          <a:lstStyle>
            <a:lvl2pPr>
              <a:defRPr lang="en-US" sz="1400" b="0" dirty="0" smtClean="0"/>
            </a:lvl2pPr>
          </a:lstStyle>
          <a:p>
            <a:pPr lvl="1">
              <a:buFont typeface="Arial" panose="020B0604020202020204" pitchFamily="34" charset="0"/>
            </a:pPr>
            <a:r>
              <a:rPr lang="en-US"/>
              <a:t>Body copy Segoe UI Regular 14/18. The quick brown fox jumps over the lazy dog. </a:t>
            </a:r>
          </a:p>
        </p:txBody>
      </p:sp>
      <p:sp>
        <p:nvSpPr>
          <p:cNvPr id="17" name="Text Placeholder 4">
            <a:extLst>
              <a:ext uri="{FF2B5EF4-FFF2-40B4-BE49-F238E27FC236}">
                <a16:creationId xmlns:a16="http://schemas.microsoft.com/office/drawing/2014/main" id="{A2CDDCC0-5CE0-47BF-9A58-947FAAFE0464}"/>
              </a:ext>
            </a:extLst>
          </p:cNvPr>
          <p:cNvSpPr>
            <a:spLocks noGrp="1"/>
          </p:cNvSpPr>
          <p:nvPr>
            <p:ph type="body" sz="quarter" idx="27" hasCustomPrompt="1"/>
          </p:nvPr>
        </p:nvSpPr>
        <p:spPr>
          <a:xfrm>
            <a:off x="8331200" y="2993140"/>
            <a:ext cx="3442157" cy="675889"/>
          </a:xfrm>
        </p:spPr>
        <p:txBody>
          <a:bodyPr vert="horz" wrap="square" lIns="0" tIns="0" rIns="0" bIns="0" rtlCol="0" anchor="ctr">
            <a:noAutofit/>
          </a:bodyPr>
          <a:lstStyle>
            <a:lvl2pPr>
              <a:defRPr lang="en-US" sz="1400" b="0" dirty="0"/>
            </a:lvl2pPr>
          </a:lstStyle>
          <a:p>
            <a:pPr lvl="1">
              <a:buFont typeface="Arial" panose="020B0604020202020204" pitchFamily="34" charset="0"/>
            </a:pPr>
            <a:r>
              <a:rPr lang="en-US"/>
              <a:t>Body copy Segoe UI Regular 14/18. The quick brown fox jumps over the lazy dog. </a:t>
            </a:r>
          </a:p>
        </p:txBody>
      </p:sp>
      <p:sp>
        <p:nvSpPr>
          <p:cNvPr id="19" name="Text Placeholder 4">
            <a:extLst>
              <a:ext uri="{FF2B5EF4-FFF2-40B4-BE49-F238E27FC236}">
                <a16:creationId xmlns:a16="http://schemas.microsoft.com/office/drawing/2014/main" id="{CE365600-EF9A-4204-AC1D-49DA60EE0BC9}"/>
              </a:ext>
            </a:extLst>
          </p:cNvPr>
          <p:cNvSpPr>
            <a:spLocks noGrp="1"/>
          </p:cNvSpPr>
          <p:nvPr>
            <p:ph type="body" sz="quarter" idx="28" hasCustomPrompt="1"/>
          </p:nvPr>
        </p:nvSpPr>
        <p:spPr>
          <a:xfrm>
            <a:off x="8331200" y="3835404"/>
            <a:ext cx="3442157" cy="675889"/>
          </a:xfrm>
        </p:spPr>
        <p:txBody>
          <a:bodyPr vert="horz" wrap="square" lIns="0" tIns="0" rIns="0" bIns="0" rtlCol="0" anchor="ctr">
            <a:noAutofit/>
          </a:bodyPr>
          <a:lstStyle>
            <a:lvl2pPr>
              <a:defRPr lang="en-US" sz="1400" b="0" dirty="0"/>
            </a:lvl2pPr>
          </a:lstStyle>
          <a:p>
            <a:pPr lvl="1">
              <a:buFont typeface="Arial" panose="020B0604020202020204" pitchFamily="34" charset="0"/>
            </a:pPr>
            <a:r>
              <a:rPr lang="en-US"/>
              <a:t>Body copy Segoe UI Regular 14/18. The quick brown fox jumps over the lazy dog. </a:t>
            </a:r>
          </a:p>
        </p:txBody>
      </p:sp>
      <p:sp>
        <p:nvSpPr>
          <p:cNvPr id="21" name="Text Placeholder 4">
            <a:extLst>
              <a:ext uri="{FF2B5EF4-FFF2-40B4-BE49-F238E27FC236}">
                <a16:creationId xmlns:a16="http://schemas.microsoft.com/office/drawing/2014/main" id="{7C988AC2-C93F-4C50-A6B6-35E8D243E2D3}"/>
              </a:ext>
            </a:extLst>
          </p:cNvPr>
          <p:cNvSpPr>
            <a:spLocks noGrp="1"/>
          </p:cNvSpPr>
          <p:nvPr>
            <p:ph type="body" sz="quarter" idx="29" hasCustomPrompt="1"/>
          </p:nvPr>
        </p:nvSpPr>
        <p:spPr>
          <a:xfrm>
            <a:off x="8331200" y="4677668"/>
            <a:ext cx="3442157" cy="675889"/>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4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a:t>Body copy Segoe UI Regular 14/18. The quick brown fox jumps over the lazy dog. </a:t>
            </a:r>
          </a:p>
        </p:txBody>
      </p:sp>
      <p:sp>
        <p:nvSpPr>
          <p:cNvPr id="22" name="Text Placeholder 4">
            <a:extLst>
              <a:ext uri="{FF2B5EF4-FFF2-40B4-BE49-F238E27FC236}">
                <a16:creationId xmlns:a16="http://schemas.microsoft.com/office/drawing/2014/main" id="{1BAD9B5E-AACF-4B5D-9D05-A8B6E03E279B}"/>
              </a:ext>
            </a:extLst>
          </p:cNvPr>
          <p:cNvSpPr>
            <a:spLocks noGrp="1"/>
          </p:cNvSpPr>
          <p:nvPr>
            <p:ph type="body" sz="quarter" idx="30" hasCustomPrompt="1"/>
          </p:nvPr>
        </p:nvSpPr>
        <p:spPr>
          <a:xfrm>
            <a:off x="8331200" y="5519930"/>
            <a:ext cx="3442157" cy="675889"/>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4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a:t>Body copy Segoe UI Regular 14/18. The quick brown fox jumps over the lazy dog. </a:t>
            </a:r>
          </a:p>
        </p:txBody>
      </p:sp>
      <p:sp>
        <p:nvSpPr>
          <p:cNvPr id="4" name="Footer Placeholder 1">
            <a:extLst>
              <a:ext uri="{FF2B5EF4-FFF2-40B4-BE49-F238E27FC236}">
                <a16:creationId xmlns:a16="http://schemas.microsoft.com/office/drawing/2014/main" id="{9F52899F-4DD5-4919-A5F9-0A5E692D4537}"/>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3318917961"/>
      </p:ext>
    </p:extLst>
  </p:cSld>
  <p:clrMapOvr>
    <a:masterClrMapping/>
  </p:clrMapOvr>
  <p:transition>
    <p:fade/>
  </p:transition>
  <p:hf sldNum="0" hdr="0" ftr="0" dt="0"/>
  <p:extLst>
    <p:ext uri="{DCECCB84-F9BA-43D5-87BE-67443E8EF086}">
      <p15:sldGuideLst xmlns:p15="http://schemas.microsoft.com/office/powerpoint/2012/main">
        <p15:guide id="1" pos="1728">
          <p15:clr>
            <a:srgbClr val="FBAE40"/>
          </p15:clr>
        </p15:guide>
        <p15:guide id="2" pos="2280">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Text option 3">
    <p:spTree>
      <p:nvGrpSpPr>
        <p:cNvPr id="1" name=""/>
        <p:cNvGrpSpPr/>
        <p:nvPr/>
      </p:nvGrpSpPr>
      <p:grpSpPr>
        <a:xfrm>
          <a:off x="0" y="0"/>
          <a:ext cx="0" cy="0"/>
          <a:chOff x="0" y="0"/>
          <a:chExt cx="0" cy="0"/>
        </a:xfrm>
      </p:grpSpPr>
      <p:sp>
        <p:nvSpPr>
          <p:cNvPr id="29" name="Title 28">
            <a:extLst>
              <a:ext uri="{FF2B5EF4-FFF2-40B4-BE49-F238E27FC236}">
                <a16:creationId xmlns:a16="http://schemas.microsoft.com/office/drawing/2014/main" id="{DB14B4B7-6595-4F80-A720-AEE6406FDDDB}"/>
              </a:ext>
            </a:extLst>
          </p:cNvPr>
          <p:cNvSpPr>
            <a:spLocks noGrp="1"/>
          </p:cNvSpPr>
          <p:nvPr>
            <p:ph type="title" hasCustomPrompt="1"/>
          </p:nvPr>
        </p:nvSpPr>
        <p:spPr/>
        <p:txBody>
          <a:bodyPr/>
          <a:lstStyle/>
          <a:p>
            <a:r>
              <a:rPr lang="en-US"/>
              <a:t>Text layout three columns images and text</a:t>
            </a:r>
          </a:p>
        </p:txBody>
      </p:sp>
      <p:sp>
        <p:nvSpPr>
          <p:cNvPr id="16" name="Rectangle 15">
            <a:extLst>
              <a:ext uri="{FF2B5EF4-FFF2-40B4-BE49-F238E27FC236}">
                <a16:creationId xmlns:a16="http://schemas.microsoft.com/office/drawing/2014/main" id="{A6AC17A7-7CAA-4CA5-89CD-184D76C19F56}"/>
              </a:ext>
              <a:ext uri="{C183D7F6-B498-43B3-948B-1728B52AA6E4}">
                <adec:decorative xmlns:adec="http://schemas.microsoft.com/office/drawing/2017/decorative" val="1"/>
              </a:ext>
            </a:extLst>
          </p:cNvPr>
          <p:cNvSpPr/>
          <p:nvPr/>
        </p:nvSpPr>
        <p:spPr bwMode="auto">
          <a:xfrm>
            <a:off x="468134" y="1456896"/>
            <a:ext cx="3603442" cy="3100576"/>
          </a:xfrm>
          <a:prstGeom prst="rect">
            <a:avLst/>
          </a:prstGeom>
          <a:no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err="1">
              <a:gradFill>
                <a:gsLst>
                  <a:gs pos="0">
                    <a:srgbClr val="FFFFFF"/>
                  </a:gs>
                  <a:gs pos="100000">
                    <a:srgbClr val="FFFFFF"/>
                  </a:gs>
                </a:gsLst>
                <a:lin ang="5400000" scaled="0"/>
              </a:gradFill>
              <a:ea typeface="Segoe UI" pitchFamily="34" charset="0"/>
              <a:cs typeface="Segoe UI" pitchFamily="34" charset="0"/>
            </a:endParaRPr>
          </a:p>
        </p:txBody>
      </p:sp>
      <p:sp>
        <p:nvSpPr>
          <p:cNvPr id="8" name="Picture Placeholder 7">
            <a:extLst>
              <a:ext uri="{FF2B5EF4-FFF2-40B4-BE49-F238E27FC236}">
                <a16:creationId xmlns:a16="http://schemas.microsoft.com/office/drawing/2014/main" id="{E501F238-570E-E648-9E57-DAA86A7A8ED3}"/>
              </a:ext>
            </a:extLst>
          </p:cNvPr>
          <p:cNvSpPr>
            <a:spLocks noGrp="1"/>
          </p:cNvSpPr>
          <p:nvPr>
            <p:ph type="pic" sz="quarter" idx="21" hasCustomPrompt="1"/>
          </p:nvPr>
        </p:nvSpPr>
        <p:spPr>
          <a:xfrm>
            <a:off x="592758" y="1564130"/>
            <a:ext cx="3354191" cy="2886109"/>
          </a:xfrm>
          <a:prstGeom prst="rect">
            <a:avLst/>
          </a:prstGeom>
          <a:blipFill>
            <a:blip r:embed="rId2"/>
            <a:stretch>
              <a:fillRect/>
            </a:stretch>
          </a:blipFill>
          <a:ln w="19050">
            <a:noFill/>
          </a:ln>
        </p:spPr>
        <p:txBody>
          <a:bodyPr lIns="914400" rIns="914400" anchor="ctr">
            <a:noAutofit/>
          </a:bodyPr>
          <a:lstStyle>
            <a:lvl1pPr marL="0" marR="0" indent="0" algn="ctr" defTabSz="914367"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078" b="1" kern="1200" spc="0" baseline="0" dirty="0" smtClean="0">
                <a:solidFill>
                  <a:schemeClr val="tx1"/>
                </a:solidFill>
                <a:latin typeface="+mn-lt"/>
                <a:ea typeface="+mn-ea"/>
                <a:cs typeface="Segoe UI" panose="020B0502040204020203" pitchFamily="34" charset="0"/>
              </a:defRPr>
            </a:lvl1pPr>
          </a:lstStyle>
          <a:p>
            <a:r>
              <a:rPr lang="en-US"/>
              <a:t>Drag &amp; drop your</a:t>
            </a:r>
            <a:br>
              <a:rPr lang="en-US"/>
            </a:br>
            <a:r>
              <a:rPr lang="en-US"/>
              <a:t>photo here </a:t>
            </a:r>
            <a:br>
              <a:rPr lang="en-US"/>
            </a:br>
            <a:r>
              <a:rPr lang="en-US"/>
              <a:t>or click or tap icon</a:t>
            </a:r>
            <a:br>
              <a:rPr lang="en-US"/>
            </a:br>
            <a:r>
              <a:rPr lang="en-US"/>
              <a:t>below to insert</a:t>
            </a:r>
          </a:p>
        </p:txBody>
      </p:sp>
      <p:sp>
        <p:nvSpPr>
          <p:cNvPr id="5" name="Text Placeholder 4"/>
          <p:cNvSpPr>
            <a:spLocks noGrp="1"/>
          </p:cNvSpPr>
          <p:nvPr>
            <p:ph type="body" sz="quarter" idx="11" hasCustomPrompt="1"/>
          </p:nvPr>
        </p:nvSpPr>
        <p:spPr>
          <a:xfrm>
            <a:off x="418643" y="4708215"/>
            <a:ext cx="3652931" cy="584775"/>
          </a:xfrm>
          <a:prstGeom prst="rect">
            <a:avLst/>
          </a:prstGeom>
        </p:spPr>
        <p:txBody>
          <a:bodyPr lIns="0" tIns="45720" rIns="0" bIns="45720"/>
          <a:lstStyle>
            <a:lvl1pPr marL="0" indent="0">
              <a:lnSpc>
                <a:spcPct val="100000"/>
              </a:lnSpc>
              <a:spcBef>
                <a:spcPts val="1176"/>
              </a:spcBef>
              <a:buNone/>
              <a:defRPr lang="en-US" sz="1600" b="0" kern="1200" spc="0" baseline="0" dirty="0">
                <a:solidFill>
                  <a:schemeClr val="tx2"/>
                </a:solidFill>
                <a:latin typeface="+mj-lt"/>
                <a:ea typeface="+mn-ea"/>
                <a:cs typeface="+mn-cs"/>
              </a:defRPr>
            </a:lvl1pPr>
            <a:lvl2pPr marL="0" marR="0" indent="0" algn="l" defTabSz="914367" rtl="0" eaLnBrk="1" fontAlgn="auto" latinLnBrk="0" hangingPunct="1">
              <a:lnSpc>
                <a:spcPts val="1765"/>
              </a:lnSpc>
              <a:spcBef>
                <a:spcPts val="441"/>
              </a:spcBef>
              <a:spcAft>
                <a:spcPts val="0"/>
              </a:spcAft>
              <a:buClrTx/>
              <a:buSzPct val="90000"/>
              <a:buFont typeface="Arial" panose="020B0604020202020204" pitchFamily="34" charset="0"/>
              <a:buNone/>
              <a:tabLst/>
              <a:defRPr sz="1372">
                <a:solidFill>
                  <a:srgbClr val="000000"/>
                </a:solidFill>
              </a:defRPr>
            </a:lvl2pPr>
            <a:lvl3pPr marL="448193" indent="0">
              <a:buNone/>
              <a:defRPr/>
            </a:lvl3pPr>
            <a:lvl4pPr marL="672290" indent="0">
              <a:buNone/>
              <a:defRPr/>
            </a:lvl4pPr>
            <a:lvl5pPr marL="896386" indent="0">
              <a:buNone/>
              <a:defRPr/>
            </a:lvl5pPr>
          </a:lstStyle>
          <a:p>
            <a:pPr>
              <a:spcBef>
                <a:spcPts val="1200"/>
              </a:spcBef>
            </a:pPr>
            <a:r>
              <a:rPr lang="en-US" b="0">
                <a:solidFill>
                  <a:schemeClr val="tx2"/>
                </a:solidFill>
                <a:latin typeface="+mj-lt"/>
              </a:rPr>
              <a:t>Paragraph title Segoe UI </a:t>
            </a:r>
            <a:r>
              <a:rPr lang="en-US" b="0" err="1">
                <a:solidFill>
                  <a:schemeClr val="tx2"/>
                </a:solidFill>
                <a:latin typeface="+mj-lt"/>
              </a:rPr>
              <a:t>Semibold</a:t>
            </a:r>
            <a:r>
              <a:rPr lang="en-US" b="0">
                <a:solidFill>
                  <a:schemeClr val="tx2"/>
                </a:solidFill>
                <a:latin typeface="+mj-lt"/>
              </a:rPr>
              <a:t> 14/18</a:t>
            </a:r>
          </a:p>
        </p:txBody>
      </p:sp>
      <p:sp>
        <p:nvSpPr>
          <p:cNvPr id="19" name="Text Placeholder 4">
            <a:extLst>
              <a:ext uri="{FF2B5EF4-FFF2-40B4-BE49-F238E27FC236}">
                <a16:creationId xmlns:a16="http://schemas.microsoft.com/office/drawing/2014/main" id="{F22038DD-9076-B34B-B54A-107DF3F024EE}"/>
              </a:ext>
            </a:extLst>
          </p:cNvPr>
          <p:cNvSpPr>
            <a:spLocks noGrp="1"/>
          </p:cNvSpPr>
          <p:nvPr>
            <p:ph type="body" sz="quarter" idx="17" hasCustomPrompt="1"/>
          </p:nvPr>
        </p:nvSpPr>
        <p:spPr>
          <a:xfrm>
            <a:off x="418643" y="5014828"/>
            <a:ext cx="3652931" cy="954107"/>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400" b="0" i="0" spc="0">
                <a:solidFill>
                  <a:srgbClr val="000000"/>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 The quick brown fox jumps over the lazy dog. The quick brown fox jumps over the lazy dog. The quick brown fox jumps over the lazy dog.</a:t>
            </a:r>
          </a:p>
        </p:txBody>
      </p:sp>
      <p:sp>
        <p:nvSpPr>
          <p:cNvPr id="3" name="Rectangle 2">
            <a:extLst>
              <a:ext uri="{FF2B5EF4-FFF2-40B4-BE49-F238E27FC236}">
                <a16:creationId xmlns:a16="http://schemas.microsoft.com/office/drawing/2014/main" id="{7A2E6301-6404-4EF3-A39A-8E79FFA3C974}"/>
              </a:ext>
              <a:ext uri="{C183D7F6-B498-43B3-948B-1728B52AA6E4}">
                <adec:decorative xmlns:adec="http://schemas.microsoft.com/office/drawing/2017/decorative" val="1"/>
              </a:ext>
            </a:extLst>
          </p:cNvPr>
          <p:cNvSpPr/>
          <p:nvPr/>
        </p:nvSpPr>
        <p:spPr bwMode="auto">
          <a:xfrm>
            <a:off x="4308909" y="1456896"/>
            <a:ext cx="3603442" cy="3100576"/>
          </a:xfrm>
          <a:prstGeom prst="rect">
            <a:avLst/>
          </a:prstGeom>
          <a:no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err="1">
              <a:gradFill>
                <a:gsLst>
                  <a:gs pos="0">
                    <a:srgbClr val="FFFFFF"/>
                  </a:gs>
                  <a:gs pos="100000">
                    <a:srgbClr val="FFFFFF"/>
                  </a:gs>
                </a:gsLst>
                <a:lin ang="5400000" scaled="0"/>
              </a:gradFill>
              <a:ea typeface="Segoe UI" pitchFamily="34" charset="0"/>
              <a:cs typeface="Segoe UI" pitchFamily="34" charset="0"/>
            </a:endParaRPr>
          </a:p>
        </p:txBody>
      </p:sp>
      <p:sp>
        <p:nvSpPr>
          <p:cNvPr id="31" name="Picture Placeholder 7">
            <a:extLst>
              <a:ext uri="{FF2B5EF4-FFF2-40B4-BE49-F238E27FC236}">
                <a16:creationId xmlns:a16="http://schemas.microsoft.com/office/drawing/2014/main" id="{1BE65963-6DE8-471D-88DB-2FC78087003C}"/>
              </a:ext>
            </a:extLst>
          </p:cNvPr>
          <p:cNvSpPr>
            <a:spLocks noGrp="1"/>
          </p:cNvSpPr>
          <p:nvPr>
            <p:ph type="pic" sz="quarter" idx="26" hasCustomPrompt="1"/>
          </p:nvPr>
        </p:nvSpPr>
        <p:spPr>
          <a:xfrm>
            <a:off x="4433534" y="1564130"/>
            <a:ext cx="3354191" cy="2886109"/>
          </a:xfrm>
          <a:prstGeom prst="rect">
            <a:avLst/>
          </a:prstGeom>
          <a:blipFill>
            <a:blip r:embed="rId2"/>
            <a:stretch>
              <a:fillRect/>
            </a:stretch>
          </a:blipFill>
          <a:ln w="19050">
            <a:noFill/>
          </a:ln>
        </p:spPr>
        <p:txBody>
          <a:bodyPr lIns="914400" rIns="914400" anchor="ctr">
            <a:noAutofit/>
          </a:bodyPr>
          <a:lstStyle>
            <a:lvl1pPr marL="0" marR="0" indent="0" algn="ctr" defTabSz="914367"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078" b="1" kern="1200" spc="0" baseline="0" dirty="0" smtClean="0">
                <a:solidFill>
                  <a:schemeClr val="tx1"/>
                </a:solidFill>
                <a:latin typeface="+mn-lt"/>
                <a:ea typeface="+mn-ea"/>
                <a:cs typeface="Segoe UI" panose="020B0502040204020203" pitchFamily="34" charset="0"/>
              </a:defRPr>
            </a:lvl1pPr>
          </a:lstStyle>
          <a:p>
            <a:r>
              <a:rPr lang="en-US"/>
              <a:t>Drag &amp; drop your</a:t>
            </a:r>
            <a:br>
              <a:rPr lang="en-US"/>
            </a:br>
            <a:r>
              <a:rPr lang="en-US"/>
              <a:t>photo here </a:t>
            </a:r>
            <a:br>
              <a:rPr lang="en-US"/>
            </a:br>
            <a:r>
              <a:rPr lang="en-US"/>
              <a:t>or click or tap icon</a:t>
            </a:r>
            <a:br>
              <a:rPr lang="en-US"/>
            </a:br>
            <a:r>
              <a:rPr lang="en-US"/>
              <a:t>below to insert</a:t>
            </a:r>
          </a:p>
        </p:txBody>
      </p:sp>
      <p:sp>
        <p:nvSpPr>
          <p:cNvPr id="32" name="Text Placeholder 4">
            <a:extLst>
              <a:ext uri="{FF2B5EF4-FFF2-40B4-BE49-F238E27FC236}">
                <a16:creationId xmlns:a16="http://schemas.microsoft.com/office/drawing/2014/main" id="{197742EC-5845-4BB1-84A3-00C1CF89012A}"/>
              </a:ext>
            </a:extLst>
          </p:cNvPr>
          <p:cNvSpPr>
            <a:spLocks noGrp="1"/>
          </p:cNvSpPr>
          <p:nvPr>
            <p:ph type="body" sz="quarter" idx="20" hasCustomPrompt="1"/>
          </p:nvPr>
        </p:nvSpPr>
        <p:spPr>
          <a:xfrm>
            <a:off x="4293969" y="4708215"/>
            <a:ext cx="3618381" cy="584775"/>
          </a:xfrm>
          <a:prstGeom prst="rect">
            <a:avLst/>
          </a:prstGeom>
        </p:spPr>
        <p:txBody>
          <a:bodyPr lIns="0" tIns="45720" rIns="0" bIns="45720"/>
          <a:lstStyle>
            <a:lvl1pPr marL="0" indent="0">
              <a:lnSpc>
                <a:spcPct val="100000"/>
              </a:lnSpc>
              <a:spcBef>
                <a:spcPts val="1176"/>
              </a:spcBef>
              <a:buNone/>
              <a:defRPr lang="en-US" sz="1600" b="0" kern="1200" spc="0" baseline="0" dirty="0">
                <a:solidFill>
                  <a:schemeClr val="tx2"/>
                </a:solidFill>
                <a:latin typeface="+mj-lt"/>
                <a:ea typeface="+mn-ea"/>
                <a:cs typeface="+mn-cs"/>
              </a:defRPr>
            </a:lvl1pPr>
            <a:lvl2pPr marL="0" marR="0" indent="0" algn="l" defTabSz="914367" rtl="0" eaLnBrk="1" fontAlgn="auto" latinLnBrk="0" hangingPunct="1">
              <a:lnSpc>
                <a:spcPts val="1765"/>
              </a:lnSpc>
              <a:spcBef>
                <a:spcPts val="441"/>
              </a:spcBef>
              <a:spcAft>
                <a:spcPts val="0"/>
              </a:spcAft>
              <a:buClrTx/>
              <a:buSzPct val="90000"/>
              <a:buFont typeface="Arial" panose="020B0604020202020204" pitchFamily="34" charset="0"/>
              <a:buNone/>
              <a:tabLst/>
              <a:defRPr sz="1372">
                <a:solidFill>
                  <a:srgbClr val="000000"/>
                </a:solidFill>
              </a:defRPr>
            </a:lvl2pPr>
            <a:lvl3pPr marL="448193" indent="0">
              <a:buNone/>
              <a:defRPr/>
            </a:lvl3pPr>
            <a:lvl4pPr marL="672290" indent="0">
              <a:buNone/>
              <a:defRPr/>
            </a:lvl4pPr>
            <a:lvl5pPr marL="896386" indent="0">
              <a:buNone/>
              <a:defRPr/>
            </a:lvl5pPr>
          </a:lstStyle>
          <a:p>
            <a:pPr>
              <a:spcBef>
                <a:spcPts val="1200"/>
              </a:spcBef>
            </a:pPr>
            <a:r>
              <a:rPr lang="en-US" b="0">
                <a:solidFill>
                  <a:schemeClr val="tx2"/>
                </a:solidFill>
                <a:latin typeface="+mj-lt"/>
              </a:rPr>
              <a:t>Paragraph title Segoe UI </a:t>
            </a:r>
            <a:r>
              <a:rPr lang="en-US" b="0" err="1">
                <a:solidFill>
                  <a:schemeClr val="tx2"/>
                </a:solidFill>
                <a:latin typeface="+mj-lt"/>
              </a:rPr>
              <a:t>Semibold</a:t>
            </a:r>
            <a:r>
              <a:rPr lang="en-US" b="0">
                <a:solidFill>
                  <a:schemeClr val="tx2"/>
                </a:solidFill>
                <a:latin typeface="+mj-lt"/>
              </a:rPr>
              <a:t> 14/18</a:t>
            </a:r>
          </a:p>
        </p:txBody>
      </p:sp>
      <p:sp>
        <p:nvSpPr>
          <p:cNvPr id="21" name="Text Placeholder 4">
            <a:extLst>
              <a:ext uri="{FF2B5EF4-FFF2-40B4-BE49-F238E27FC236}">
                <a16:creationId xmlns:a16="http://schemas.microsoft.com/office/drawing/2014/main" id="{B0C89B53-FA50-F248-AD0B-933DE098D70A}"/>
              </a:ext>
            </a:extLst>
          </p:cNvPr>
          <p:cNvSpPr>
            <a:spLocks noGrp="1"/>
          </p:cNvSpPr>
          <p:nvPr>
            <p:ph type="body" sz="quarter" idx="24" hasCustomPrompt="1"/>
          </p:nvPr>
        </p:nvSpPr>
        <p:spPr>
          <a:xfrm>
            <a:off x="4293969" y="5014828"/>
            <a:ext cx="3618381" cy="954107"/>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400" b="0" i="0" spc="0">
                <a:solidFill>
                  <a:srgbClr val="000000"/>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 The quick brown fox jumps over the lazy dog. The quick brown fox jumps over the lazy dog. The quick brown fox jumps over the lazy dog.</a:t>
            </a:r>
          </a:p>
        </p:txBody>
      </p:sp>
      <p:sp>
        <p:nvSpPr>
          <p:cNvPr id="17" name="Rectangle 16">
            <a:extLst>
              <a:ext uri="{FF2B5EF4-FFF2-40B4-BE49-F238E27FC236}">
                <a16:creationId xmlns:a16="http://schemas.microsoft.com/office/drawing/2014/main" id="{5EC0DAC3-9E26-491C-A10D-7D086E91DB76}"/>
              </a:ext>
              <a:ext uri="{C183D7F6-B498-43B3-948B-1728B52AA6E4}">
                <adec:decorative xmlns:adec="http://schemas.microsoft.com/office/drawing/2017/decorative" val="1"/>
              </a:ext>
            </a:extLst>
          </p:cNvPr>
          <p:cNvSpPr/>
          <p:nvPr/>
        </p:nvSpPr>
        <p:spPr bwMode="auto">
          <a:xfrm>
            <a:off x="8159021" y="1456896"/>
            <a:ext cx="3603442" cy="3100576"/>
          </a:xfrm>
          <a:prstGeom prst="rect">
            <a:avLst/>
          </a:prstGeom>
          <a:no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err="1">
              <a:gradFill>
                <a:gsLst>
                  <a:gs pos="0">
                    <a:srgbClr val="FFFFFF"/>
                  </a:gs>
                  <a:gs pos="100000">
                    <a:srgbClr val="FFFFFF"/>
                  </a:gs>
                </a:gsLst>
                <a:lin ang="5400000" scaled="0"/>
              </a:gradFill>
              <a:ea typeface="Segoe UI" pitchFamily="34" charset="0"/>
              <a:cs typeface="Segoe UI" pitchFamily="34" charset="0"/>
            </a:endParaRPr>
          </a:p>
        </p:txBody>
      </p:sp>
      <p:sp>
        <p:nvSpPr>
          <p:cNvPr id="33" name="Picture Placeholder 7">
            <a:extLst>
              <a:ext uri="{FF2B5EF4-FFF2-40B4-BE49-F238E27FC236}">
                <a16:creationId xmlns:a16="http://schemas.microsoft.com/office/drawing/2014/main" id="{907DE53F-AA57-4741-9DAA-A44C19F78D30}"/>
              </a:ext>
            </a:extLst>
          </p:cNvPr>
          <p:cNvSpPr>
            <a:spLocks noGrp="1"/>
          </p:cNvSpPr>
          <p:nvPr>
            <p:ph type="pic" sz="quarter" idx="27" hasCustomPrompt="1"/>
          </p:nvPr>
        </p:nvSpPr>
        <p:spPr>
          <a:xfrm>
            <a:off x="8283647" y="1564130"/>
            <a:ext cx="3354191" cy="2886109"/>
          </a:xfrm>
          <a:prstGeom prst="rect">
            <a:avLst/>
          </a:prstGeom>
          <a:blipFill>
            <a:blip r:embed="rId2"/>
            <a:stretch>
              <a:fillRect/>
            </a:stretch>
          </a:blipFill>
          <a:ln w="19050">
            <a:noFill/>
          </a:ln>
        </p:spPr>
        <p:txBody>
          <a:bodyPr lIns="914400" rIns="914400" anchor="ctr">
            <a:noAutofit/>
          </a:bodyPr>
          <a:lstStyle>
            <a:lvl1pPr marL="0" marR="0" indent="0" algn="ctr" defTabSz="914367"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078" b="1" kern="1200" spc="0" baseline="0" dirty="0" smtClean="0">
                <a:solidFill>
                  <a:schemeClr val="tx1"/>
                </a:solidFill>
                <a:latin typeface="+mn-lt"/>
                <a:ea typeface="+mn-ea"/>
                <a:cs typeface="Segoe UI" panose="020B0502040204020203" pitchFamily="34" charset="0"/>
              </a:defRPr>
            </a:lvl1pPr>
          </a:lstStyle>
          <a:p>
            <a:r>
              <a:rPr lang="en-US"/>
              <a:t>Drag &amp; drop your</a:t>
            </a:r>
            <a:br>
              <a:rPr lang="en-US"/>
            </a:br>
            <a:r>
              <a:rPr lang="en-US"/>
              <a:t>photo here </a:t>
            </a:r>
            <a:br>
              <a:rPr lang="en-US"/>
            </a:br>
            <a:r>
              <a:rPr lang="en-US"/>
              <a:t>or click or tap icon</a:t>
            </a:r>
            <a:br>
              <a:rPr lang="en-US"/>
            </a:br>
            <a:r>
              <a:rPr lang="en-US"/>
              <a:t>below to insert</a:t>
            </a:r>
          </a:p>
        </p:txBody>
      </p:sp>
      <p:sp>
        <p:nvSpPr>
          <p:cNvPr id="10" name="Text Placeholder 4"/>
          <p:cNvSpPr>
            <a:spLocks noGrp="1"/>
          </p:cNvSpPr>
          <p:nvPr>
            <p:ph type="body" sz="quarter" idx="13" hasCustomPrompt="1"/>
          </p:nvPr>
        </p:nvSpPr>
        <p:spPr>
          <a:xfrm>
            <a:off x="8144083" y="4708215"/>
            <a:ext cx="3618381" cy="584775"/>
          </a:xfrm>
          <a:prstGeom prst="rect">
            <a:avLst/>
          </a:prstGeom>
        </p:spPr>
        <p:txBody>
          <a:bodyPr lIns="0" tIns="45720" rIns="0" bIns="45720"/>
          <a:lstStyle>
            <a:lvl1pPr marL="0" indent="0">
              <a:lnSpc>
                <a:spcPct val="100000"/>
              </a:lnSpc>
              <a:spcBef>
                <a:spcPts val="1176"/>
              </a:spcBef>
              <a:buNone/>
              <a:defRPr lang="en-US" sz="1600" b="0" kern="1200" spc="0" baseline="0" dirty="0">
                <a:solidFill>
                  <a:schemeClr val="tx2"/>
                </a:solidFill>
                <a:latin typeface="+mj-lt"/>
                <a:ea typeface="+mn-ea"/>
                <a:cs typeface="+mn-cs"/>
              </a:defRPr>
            </a:lvl1pPr>
            <a:lvl2pPr marL="0" marR="0" indent="0" algn="l" defTabSz="914367" rtl="0" eaLnBrk="1" fontAlgn="auto" latinLnBrk="0" hangingPunct="1">
              <a:lnSpc>
                <a:spcPts val="1765"/>
              </a:lnSpc>
              <a:spcBef>
                <a:spcPts val="441"/>
              </a:spcBef>
              <a:spcAft>
                <a:spcPts val="0"/>
              </a:spcAft>
              <a:buClrTx/>
              <a:buSzPct val="90000"/>
              <a:buFont typeface="Arial" panose="020B0604020202020204" pitchFamily="34" charset="0"/>
              <a:buNone/>
              <a:tabLst/>
              <a:defRPr sz="1372">
                <a:solidFill>
                  <a:srgbClr val="000000"/>
                </a:solidFill>
              </a:defRPr>
            </a:lvl2pPr>
            <a:lvl3pPr marL="448193" indent="0">
              <a:buNone/>
              <a:defRPr/>
            </a:lvl3pPr>
            <a:lvl4pPr marL="672290" indent="0">
              <a:buNone/>
              <a:defRPr/>
            </a:lvl4pPr>
            <a:lvl5pPr marL="896386" indent="0">
              <a:buNone/>
              <a:defRPr/>
            </a:lvl5pPr>
          </a:lstStyle>
          <a:p>
            <a:pPr>
              <a:spcBef>
                <a:spcPts val="1200"/>
              </a:spcBef>
            </a:pPr>
            <a:r>
              <a:rPr lang="en-US" b="0">
                <a:solidFill>
                  <a:schemeClr val="tx2"/>
                </a:solidFill>
                <a:latin typeface="+mj-lt"/>
              </a:rPr>
              <a:t>Paragraph title Segoe UI </a:t>
            </a:r>
            <a:r>
              <a:rPr lang="en-US" b="0" err="1">
                <a:solidFill>
                  <a:schemeClr val="tx2"/>
                </a:solidFill>
                <a:latin typeface="+mj-lt"/>
              </a:rPr>
              <a:t>Semibold</a:t>
            </a:r>
            <a:r>
              <a:rPr lang="en-US" b="0">
                <a:solidFill>
                  <a:schemeClr val="tx2"/>
                </a:solidFill>
                <a:latin typeface="+mj-lt"/>
              </a:rPr>
              <a:t> 14/18</a:t>
            </a:r>
          </a:p>
        </p:txBody>
      </p:sp>
      <p:sp>
        <p:nvSpPr>
          <p:cNvPr id="22" name="Text Placeholder 4">
            <a:extLst>
              <a:ext uri="{FF2B5EF4-FFF2-40B4-BE49-F238E27FC236}">
                <a16:creationId xmlns:a16="http://schemas.microsoft.com/office/drawing/2014/main" id="{C11EA858-BBCA-2149-9368-C1FDBC6C8DFD}"/>
              </a:ext>
            </a:extLst>
          </p:cNvPr>
          <p:cNvSpPr>
            <a:spLocks noGrp="1"/>
          </p:cNvSpPr>
          <p:nvPr>
            <p:ph type="body" sz="quarter" idx="25" hasCustomPrompt="1"/>
          </p:nvPr>
        </p:nvSpPr>
        <p:spPr>
          <a:xfrm>
            <a:off x="8144083" y="5014828"/>
            <a:ext cx="3618381" cy="954107"/>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400" b="0" i="0" spc="0">
                <a:solidFill>
                  <a:srgbClr val="000000"/>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 The quick brown fox jumps over the lazy dog. The quick brown fox jumps over the lazy dog. The quick brown fox jumps over the lazy dog.</a:t>
            </a:r>
          </a:p>
        </p:txBody>
      </p:sp>
      <p:sp>
        <p:nvSpPr>
          <p:cNvPr id="2" name="Footer Placeholder 1">
            <a:extLst>
              <a:ext uri="{FF2B5EF4-FFF2-40B4-BE49-F238E27FC236}">
                <a16:creationId xmlns:a16="http://schemas.microsoft.com/office/drawing/2014/main" id="{D26B0962-7685-4EBF-B99E-792210E71636}"/>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2365432839"/>
      </p:ext>
    </p:extLst>
  </p:cSld>
  <p:clrMapOvr>
    <a:masterClrMapping/>
  </p:clrMapOvr>
  <p:transition>
    <p:fade/>
  </p:transition>
  <p:hf sldNum="0" hdr="0" ftr="0" dt="0"/>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Section slide">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B990B4C-4B23-479D-ADA8-DD6E0658DF5A}"/>
              </a:ext>
            </a:extLst>
          </p:cNvPr>
          <p:cNvSpPr/>
          <p:nvPr/>
        </p:nvSpPr>
        <p:spPr bwMode="auto">
          <a:xfrm>
            <a:off x="1" y="2526646"/>
            <a:ext cx="9697686" cy="1784048"/>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err="1">
              <a:gradFill>
                <a:gsLst>
                  <a:gs pos="0">
                    <a:srgbClr val="FFFFFF"/>
                  </a:gs>
                  <a:gs pos="100000">
                    <a:srgbClr val="FFFFFF"/>
                  </a:gs>
                </a:gsLst>
                <a:lin ang="5400000" scaled="0"/>
              </a:gradFill>
              <a:ea typeface="Segoe UI" pitchFamily="34" charset="0"/>
              <a:cs typeface="Segoe UI" pitchFamily="34" charset="0"/>
            </a:endParaRPr>
          </a:p>
        </p:txBody>
      </p:sp>
      <p:sp>
        <p:nvSpPr>
          <p:cNvPr id="4" name="Title 35"/>
          <p:cNvSpPr>
            <a:spLocks noGrp="1"/>
          </p:cNvSpPr>
          <p:nvPr>
            <p:ph type="title" hasCustomPrompt="1"/>
          </p:nvPr>
        </p:nvSpPr>
        <p:spPr>
          <a:xfrm>
            <a:off x="418644" y="2526646"/>
            <a:ext cx="9189910" cy="1784048"/>
          </a:xfrm>
          <a:prstGeom prst="rect">
            <a:avLst/>
          </a:prstGeom>
          <a:noFill/>
        </p:spPr>
        <p:txBody>
          <a:bodyPr vert="horz" wrap="square" lIns="0" tIns="0" rIns="0" bIns="0" rtlCol="0" anchor="ctr" anchorCtr="0">
            <a:noAutofit/>
          </a:bodyPr>
          <a:lstStyle>
            <a:lvl1pPr>
              <a:defRPr lang="en-US" sz="3600" spc="-49" baseline="0" dirty="0">
                <a:solidFill>
                  <a:schemeClr val="bg1"/>
                </a:solidFill>
              </a:defRPr>
            </a:lvl1pPr>
          </a:lstStyle>
          <a:p>
            <a:pPr marL="0" lvl="0">
              <a:lnSpc>
                <a:spcPts val="5490"/>
              </a:lnSpc>
            </a:pPr>
            <a:r>
              <a:rPr lang="en-US"/>
              <a:t>Section title</a:t>
            </a:r>
          </a:p>
        </p:txBody>
      </p:sp>
      <p:sp>
        <p:nvSpPr>
          <p:cNvPr id="6" name="Rectangle 5">
            <a:extLst>
              <a:ext uri="{FF2B5EF4-FFF2-40B4-BE49-F238E27FC236}">
                <a16:creationId xmlns:a16="http://schemas.microsoft.com/office/drawing/2014/main" id="{E7A7DCD7-2A9A-4303-B73A-A8AA23BAF4B6}"/>
              </a:ext>
            </a:extLst>
          </p:cNvPr>
          <p:cNvSpPr/>
          <p:nvPr/>
        </p:nvSpPr>
        <p:spPr bwMode="auto">
          <a:xfrm>
            <a:off x="9697686" y="2526646"/>
            <a:ext cx="2082603" cy="1784048"/>
          </a:xfrm>
          <a:prstGeom prst="rect">
            <a:avLst/>
          </a:prstGeom>
          <a:solidFill>
            <a:schemeClr val="bg2">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err="1">
              <a:gradFill>
                <a:gsLst>
                  <a:gs pos="0">
                    <a:srgbClr val="FFFFFF"/>
                  </a:gs>
                  <a:gs pos="100000">
                    <a:srgbClr val="FFFFFF"/>
                  </a:gs>
                </a:gsLst>
                <a:lin ang="5400000" scaled="0"/>
              </a:gradFill>
              <a:ea typeface="Segoe UI" pitchFamily="34" charset="0"/>
              <a:cs typeface="Segoe UI" pitchFamily="34" charset="0"/>
            </a:endParaRPr>
          </a:p>
        </p:txBody>
      </p:sp>
      <p:sp>
        <p:nvSpPr>
          <p:cNvPr id="7" name="Rectangle 6">
            <a:extLst>
              <a:ext uri="{FF2B5EF4-FFF2-40B4-BE49-F238E27FC236}">
                <a16:creationId xmlns:a16="http://schemas.microsoft.com/office/drawing/2014/main" id="{79F5CEB5-AAB3-4E98-82B0-2B2EDFAC7F19}"/>
              </a:ext>
            </a:extLst>
          </p:cNvPr>
          <p:cNvSpPr/>
          <p:nvPr/>
        </p:nvSpPr>
        <p:spPr bwMode="auto">
          <a:xfrm>
            <a:off x="11569483" y="2481083"/>
            <a:ext cx="203874" cy="1875174"/>
          </a:xfrm>
          <a:custGeom>
            <a:avLst/>
            <a:gdLst>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0 w 329334"/>
              <a:gd name="connsiteY4" fmla="*/ 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0 w 329334"/>
              <a:gd name="connsiteY4" fmla="*/ 861580 h 1819564"/>
              <a:gd name="connsiteX5" fmla="*/ 0 w 329334"/>
              <a:gd name="connsiteY5" fmla="*/ 0 h 1819564"/>
              <a:gd name="connsiteX0" fmla="*/ 0 w 329334"/>
              <a:gd name="connsiteY0" fmla="*/ 861580 h 1819564"/>
              <a:gd name="connsiteX1" fmla="*/ 0 w 329334"/>
              <a:gd name="connsiteY1" fmla="*/ 0 h 1819564"/>
              <a:gd name="connsiteX2" fmla="*/ 329334 w 329334"/>
              <a:gd name="connsiteY2" fmla="*/ 0 h 1819564"/>
              <a:gd name="connsiteX3" fmla="*/ 329334 w 329334"/>
              <a:gd name="connsiteY3" fmla="*/ 1819564 h 1819564"/>
              <a:gd name="connsiteX4" fmla="*/ 0 w 329334"/>
              <a:gd name="connsiteY4" fmla="*/ 1819564 h 1819564"/>
              <a:gd name="connsiteX5" fmla="*/ 91440 w 329334"/>
              <a:gd name="connsiteY5" fmla="*/ 95302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91440 w 329334"/>
              <a:gd name="connsiteY4" fmla="*/ 95302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Lst>
            <a:ahLst/>
            <a:cxnLst>
              <a:cxn ang="0">
                <a:pos x="connsiteX0" y="connsiteY0"/>
              </a:cxn>
              <a:cxn ang="0">
                <a:pos x="connsiteX1" y="connsiteY1"/>
              </a:cxn>
              <a:cxn ang="0">
                <a:pos x="connsiteX2" y="connsiteY2"/>
              </a:cxn>
              <a:cxn ang="0">
                <a:pos x="connsiteX3" y="connsiteY3"/>
              </a:cxn>
            </a:cxnLst>
            <a:rect l="l" t="t" r="r" b="b"/>
            <a:pathLst>
              <a:path w="329334" h="1819564">
                <a:moveTo>
                  <a:pt x="0" y="0"/>
                </a:moveTo>
                <a:lnTo>
                  <a:pt x="329334" y="0"/>
                </a:lnTo>
                <a:lnTo>
                  <a:pt x="329334" y="1819564"/>
                </a:lnTo>
                <a:lnTo>
                  <a:pt x="0" y="1819564"/>
                </a:lnTo>
              </a:path>
            </a:pathLst>
          </a:custGeom>
          <a:noFill/>
          <a:ln w="19050" cap="sq">
            <a:solidFill>
              <a:schemeClr val="accent1"/>
            </a:solidFill>
            <a:miter lim="800000"/>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err="1">
              <a:gradFill>
                <a:gsLst>
                  <a:gs pos="0">
                    <a:srgbClr val="FFFFFF"/>
                  </a:gs>
                  <a:gs pos="100000">
                    <a:srgbClr val="FFFFFF"/>
                  </a:gs>
                </a:gsLst>
                <a:lin ang="5400000" scaled="0"/>
              </a:gradFill>
              <a:ea typeface="Segoe UI" pitchFamily="34" charset="0"/>
              <a:cs typeface="Segoe UI" pitchFamily="34" charset="0"/>
            </a:endParaRPr>
          </a:p>
        </p:txBody>
      </p:sp>
      <p:sp>
        <p:nvSpPr>
          <p:cNvPr id="8" name="Rectangle 6">
            <a:extLst>
              <a:ext uri="{FF2B5EF4-FFF2-40B4-BE49-F238E27FC236}">
                <a16:creationId xmlns:a16="http://schemas.microsoft.com/office/drawing/2014/main" id="{C39A4550-468E-4965-BBF3-650AD824060F}"/>
              </a:ext>
            </a:extLst>
          </p:cNvPr>
          <p:cNvSpPr/>
          <p:nvPr/>
        </p:nvSpPr>
        <p:spPr bwMode="auto">
          <a:xfrm flipH="1">
            <a:off x="9697686" y="2481083"/>
            <a:ext cx="203874" cy="1875174"/>
          </a:xfrm>
          <a:custGeom>
            <a:avLst/>
            <a:gdLst>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0 w 329334"/>
              <a:gd name="connsiteY4" fmla="*/ 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0 w 329334"/>
              <a:gd name="connsiteY4" fmla="*/ 861580 h 1819564"/>
              <a:gd name="connsiteX5" fmla="*/ 0 w 329334"/>
              <a:gd name="connsiteY5" fmla="*/ 0 h 1819564"/>
              <a:gd name="connsiteX0" fmla="*/ 0 w 329334"/>
              <a:gd name="connsiteY0" fmla="*/ 861580 h 1819564"/>
              <a:gd name="connsiteX1" fmla="*/ 0 w 329334"/>
              <a:gd name="connsiteY1" fmla="*/ 0 h 1819564"/>
              <a:gd name="connsiteX2" fmla="*/ 329334 w 329334"/>
              <a:gd name="connsiteY2" fmla="*/ 0 h 1819564"/>
              <a:gd name="connsiteX3" fmla="*/ 329334 w 329334"/>
              <a:gd name="connsiteY3" fmla="*/ 1819564 h 1819564"/>
              <a:gd name="connsiteX4" fmla="*/ 0 w 329334"/>
              <a:gd name="connsiteY4" fmla="*/ 1819564 h 1819564"/>
              <a:gd name="connsiteX5" fmla="*/ 91440 w 329334"/>
              <a:gd name="connsiteY5" fmla="*/ 95302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91440 w 329334"/>
              <a:gd name="connsiteY4" fmla="*/ 95302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Lst>
            <a:ahLst/>
            <a:cxnLst>
              <a:cxn ang="0">
                <a:pos x="connsiteX0" y="connsiteY0"/>
              </a:cxn>
              <a:cxn ang="0">
                <a:pos x="connsiteX1" y="connsiteY1"/>
              </a:cxn>
              <a:cxn ang="0">
                <a:pos x="connsiteX2" y="connsiteY2"/>
              </a:cxn>
              <a:cxn ang="0">
                <a:pos x="connsiteX3" y="connsiteY3"/>
              </a:cxn>
            </a:cxnLst>
            <a:rect l="l" t="t" r="r" b="b"/>
            <a:pathLst>
              <a:path w="329334" h="1819564">
                <a:moveTo>
                  <a:pt x="0" y="0"/>
                </a:moveTo>
                <a:lnTo>
                  <a:pt x="329334" y="0"/>
                </a:lnTo>
                <a:lnTo>
                  <a:pt x="329334" y="1819564"/>
                </a:lnTo>
                <a:lnTo>
                  <a:pt x="0" y="1819564"/>
                </a:lnTo>
              </a:path>
            </a:pathLst>
          </a:custGeom>
          <a:noFill/>
          <a:ln w="19050" cap="sq">
            <a:solidFill>
              <a:schemeClr val="accent1"/>
            </a:solidFill>
            <a:miter lim="800000"/>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err="1">
              <a:gradFill>
                <a:gsLst>
                  <a:gs pos="0">
                    <a:srgbClr val="FFFFFF"/>
                  </a:gs>
                  <a:gs pos="100000">
                    <a:srgbClr val="FFFFFF"/>
                  </a:gs>
                </a:gsLst>
                <a:lin ang="5400000" scaled="0"/>
              </a:gradFill>
              <a:ea typeface="Segoe UI" pitchFamily="34" charset="0"/>
              <a:cs typeface="Segoe UI" pitchFamily="34" charset="0"/>
            </a:endParaRPr>
          </a:p>
        </p:txBody>
      </p:sp>
      <p:sp>
        <p:nvSpPr>
          <p:cNvPr id="12" name="Picture Placeholder 11">
            <a:extLst>
              <a:ext uri="{FF2B5EF4-FFF2-40B4-BE49-F238E27FC236}">
                <a16:creationId xmlns:a16="http://schemas.microsoft.com/office/drawing/2014/main" id="{A0F18A81-5AF1-41EB-B335-9EF67062969B}"/>
              </a:ext>
            </a:extLst>
          </p:cNvPr>
          <p:cNvSpPr>
            <a:spLocks noGrp="1"/>
          </p:cNvSpPr>
          <p:nvPr>
            <p:ph type="pic" sz="quarter" idx="10"/>
          </p:nvPr>
        </p:nvSpPr>
        <p:spPr>
          <a:xfrm>
            <a:off x="10098361" y="2777952"/>
            <a:ext cx="1281254" cy="1281436"/>
          </a:xfrm>
        </p:spPr>
        <p:txBody>
          <a:bodyPr anchor="ctr">
            <a:noAutofit/>
          </a:bodyPr>
          <a:lstStyle>
            <a:lvl1pPr algn="ctr">
              <a:defRPr/>
            </a:lvl1pPr>
          </a:lstStyle>
          <a:p>
            <a:r>
              <a:rPr lang="en-US"/>
              <a:t>Click icon to add picture</a:t>
            </a:r>
          </a:p>
        </p:txBody>
      </p:sp>
      <p:sp>
        <p:nvSpPr>
          <p:cNvPr id="3" name="Footer Placeholder 1">
            <a:extLst>
              <a:ext uri="{FF2B5EF4-FFF2-40B4-BE49-F238E27FC236}">
                <a16:creationId xmlns:a16="http://schemas.microsoft.com/office/drawing/2014/main" id="{C6B75234-9944-48A2-8A21-99500C7BBB40}"/>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1303411097"/>
      </p:ext>
    </p:extLst>
  </p:cSld>
  <p:clrMapOvr>
    <a:masterClrMapping/>
  </p:clrMapOvr>
  <p:transition>
    <p:fade/>
  </p:transition>
  <p:hf sldNum="0" hdr="0" ftr="0" dt="0"/>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p:cSld name="Photo layout">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9BB11B-CD9D-4B8D-B054-AE4D87B29C75}"/>
              </a:ext>
            </a:extLst>
          </p:cNvPr>
          <p:cNvSpPr>
            <a:spLocks noGrp="1"/>
          </p:cNvSpPr>
          <p:nvPr>
            <p:ph type="title" hasCustomPrompt="1"/>
          </p:nvPr>
        </p:nvSpPr>
        <p:spPr>
          <a:xfrm>
            <a:off x="418644" y="440494"/>
            <a:ext cx="5543516" cy="728448"/>
          </a:xfrm>
        </p:spPr>
        <p:txBody>
          <a:bodyPr/>
          <a:lstStyle>
            <a:lvl1pPr>
              <a:defRPr>
                <a:solidFill>
                  <a:schemeClr val="tx1"/>
                </a:solidFill>
              </a:defRPr>
            </a:lvl1pPr>
          </a:lstStyle>
          <a:p>
            <a:r>
              <a:rPr lang="en-US"/>
              <a:t>Photo layout 1</a:t>
            </a:r>
          </a:p>
        </p:txBody>
      </p:sp>
      <p:sp>
        <p:nvSpPr>
          <p:cNvPr id="6" name="Text Placeholder 3">
            <a:extLst>
              <a:ext uri="{FF2B5EF4-FFF2-40B4-BE49-F238E27FC236}">
                <a16:creationId xmlns:a16="http://schemas.microsoft.com/office/drawing/2014/main" id="{1E56201C-07C6-4B48-97C5-8ACFF3D0A97E}"/>
              </a:ext>
            </a:extLst>
          </p:cNvPr>
          <p:cNvSpPr>
            <a:spLocks noGrp="1"/>
          </p:cNvSpPr>
          <p:nvPr>
            <p:ph type="body" sz="quarter" idx="14" hasCustomPrompt="1"/>
          </p:nvPr>
        </p:nvSpPr>
        <p:spPr>
          <a:xfrm>
            <a:off x="418644" y="1456897"/>
            <a:ext cx="5579310" cy="307777"/>
          </a:xfrm>
          <a:prstGeom prst="rect">
            <a:avLst/>
          </a:prstGeom>
        </p:spPr>
        <p:txBody>
          <a:bodyPr wrap="square" lIns="0" tIns="0" rIns="0" bIns="0">
            <a:spAutoFit/>
          </a:bodyPr>
          <a:lstStyle>
            <a:lvl1pPr marL="0" indent="0">
              <a:lnSpc>
                <a:spcPts val="2353"/>
              </a:lnSpc>
              <a:buNone/>
              <a:defRPr lang="en-US" sz="2000" kern="1200" spc="0" baseline="0" dirty="0">
                <a:solidFill>
                  <a:schemeClr val="tx1"/>
                </a:solidFill>
                <a:latin typeface="+mj-lt"/>
                <a:ea typeface="+mn-ea"/>
                <a:cs typeface="+mn-cs"/>
              </a:defRPr>
            </a:lvl1pPr>
            <a:lvl2pPr marL="224097" indent="0">
              <a:buNone/>
              <a:defRPr/>
            </a:lvl2pPr>
            <a:lvl3pPr marL="448193" indent="0">
              <a:buNone/>
              <a:defRPr/>
            </a:lvl3pPr>
            <a:lvl4pPr marL="672290" indent="0">
              <a:buNone/>
              <a:defRPr/>
            </a:lvl4pPr>
            <a:lvl5pPr marL="896386" indent="0">
              <a:buNone/>
              <a:defRPr/>
            </a:lvl5pPr>
          </a:lstStyle>
          <a:p>
            <a:pPr lvl="0"/>
            <a:r>
              <a:rPr lang="en-US"/>
              <a:t>Subhead Segoe UI </a:t>
            </a:r>
            <a:r>
              <a:rPr lang="en-US" err="1"/>
              <a:t>Semibold</a:t>
            </a:r>
            <a:r>
              <a:rPr lang="en-US"/>
              <a:t> 20/24. </a:t>
            </a:r>
          </a:p>
        </p:txBody>
      </p:sp>
      <p:sp>
        <p:nvSpPr>
          <p:cNvPr id="5" name="Text Placeholder 4">
            <a:extLst>
              <a:ext uri="{FF2B5EF4-FFF2-40B4-BE49-F238E27FC236}">
                <a16:creationId xmlns:a16="http://schemas.microsoft.com/office/drawing/2014/main" id="{6E31D123-CA1A-4568-88C8-6B1287D07EE9}"/>
              </a:ext>
            </a:extLst>
          </p:cNvPr>
          <p:cNvSpPr>
            <a:spLocks noGrp="1"/>
          </p:cNvSpPr>
          <p:nvPr>
            <p:ph type="body" sz="quarter" idx="13" hasCustomPrompt="1"/>
          </p:nvPr>
        </p:nvSpPr>
        <p:spPr>
          <a:xfrm>
            <a:off x="418643" y="2161629"/>
            <a:ext cx="5579311" cy="338554"/>
          </a:xfrm>
          <a:prstGeom prst="rect">
            <a:avLst/>
          </a:prstGeom>
        </p:spPr>
        <p:txBody>
          <a:bodyPr lIns="0" tIns="45720" rIns="0" bIns="45720"/>
          <a:lstStyle>
            <a:lvl1pPr marL="0" indent="0">
              <a:lnSpc>
                <a:spcPct val="100000"/>
              </a:lnSpc>
              <a:spcBef>
                <a:spcPts val="1176"/>
              </a:spcBef>
              <a:buNone/>
              <a:defRPr lang="en-US" sz="1600" b="0" kern="1200" spc="0" baseline="0" dirty="0">
                <a:solidFill>
                  <a:schemeClr val="tx2"/>
                </a:solidFill>
                <a:latin typeface="+mj-lt"/>
                <a:ea typeface="+mn-ea"/>
                <a:cs typeface="+mn-cs"/>
              </a:defRPr>
            </a:lvl1pPr>
            <a:lvl2pPr marL="0" marR="0" indent="0" algn="l" defTabSz="914367" rtl="0" eaLnBrk="1" fontAlgn="auto" latinLnBrk="0" hangingPunct="1">
              <a:lnSpc>
                <a:spcPts val="1765"/>
              </a:lnSpc>
              <a:spcBef>
                <a:spcPts val="441"/>
              </a:spcBef>
              <a:spcAft>
                <a:spcPts val="0"/>
              </a:spcAft>
              <a:buClrTx/>
              <a:buSzPct val="90000"/>
              <a:buFont typeface="Arial" panose="020B0604020202020204" pitchFamily="34" charset="0"/>
              <a:buNone/>
              <a:tabLst/>
              <a:defRPr sz="1372">
                <a:solidFill>
                  <a:srgbClr val="000000"/>
                </a:solidFill>
              </a:defRPr>
            </a:lvl2pPr>
            <a:lvl3pPr marL="448193" indent="0">
              <a:buNone/>
              <a:defRPr/>
            </a:lvl3pPr>
            <a:lvl4pPr marL="672290" indent="0">
              <a:buNone/>
              <a:defRPr/>
            </a:lvl4pPr>
            <a:lvl5pPr marL="896386" indent="0">
              <a:buNone/>
              <a:defRPr/>
            </a:lvl5pPr>
          </a:lstStyle>
          <a:p>
            <a:pPr>
              <a:spcBef>
                <a:spcPts val="1200"/>
              </a:spcBef>
            </a:pPr>
            <a:r>
              <a:rPr lang="en-US" b="0">
                <a:solidFill>
                  <a:schemeClr val="tx2"/>
                </a:solidFill>
                <a:latin typeface="+mj-lt"/>
              </a:rPr>
              <a:t>Paragraph title Segoe UI </a:t>
            </a:r>
            <a:r>
              <a:rPr lang="en-US" b="0" err="1">
                <a:solidFill>
                  <a:schemeClr val="tx2"/>
                </a:solidFill>
                <a:latin typeface="+mj-lt"/>
              </a:rPr>
              <a:t>Semibold</a:t>
            </a:r>
            <a:r>
              <a:rPr lang="en-US" b="0">
                <a:solidFill>
                  <a:schemeClr val="tx2"/>
                </a:solidFill>
                <a:latin typeface="+mj-lt"/>
              </a:rPr>
              <a:t> 14/18</a:t>
            </a:r>
            <a:endParaRPr lang="en-US"/>
          </a:p>
        </p:txBody>
      </p:sp>
      <p:sp>
        <p:nvSpPr>
          <p:cNvPr id="16" name="Text Placeholder 4">
            <a:extLst>
              <a:ext uri="{FF2B5EF4-FFF2-40B4-BE49-F238E27FC236}">
                <a16:creationId xmlns:a16="http://schemas.microsoft.com/office/drawing/2014/main" id="{2B8FCD16-3426-8B48-803D-6B6E81EED213}"/>
              </a:ext>
            </a:extLst>
          </p:cNvPr>
          <p:cNvSpPr>
            <a:spLocks noGrp="1"/>
          </p:cNvSpPr>
          <p:nvPr>
            <p:ph type="body" sz="quarter" idx="42" hasCustomPrompt="1"/>
          </p:nvPr>
        </p:nvSpPr>
        <p:spPr>
          <a:xfrm>
            <a:off x="418644" y="2474101"/>
            <a:ext cx="5579310" cy="767005"/>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4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The quick brown fox jumps over the lazy dog. The quick brown fox jumps over the lazy dog.</a:t>
            </a:r>
          </a:p>
        </p:txBody>
      </p:sp>
      <p:sp>
        <p:nvSpPr>
          <p:cNvPr id="17" name="Text Placeholder 4">
            <a:extLst>
              <a:ext uri="{FF2B5EF4-FFF2-40B4-BE49-F238E27FC236}">
                <a16:creationId xmlns:a16="http://schemas.microsoft.com/office/drawing/2014/main" id="{0D336736-F7E2-BA48-AD3E-B0037BAC6816}"/>
              </a:ext>
            </a:extLst>
          </p:cNvPr>
          <p:cNvSpPr>
            <a:spLocks noGrp="1"/>
          </p:cNvSpPr>
          <p:nvPr>
            <p:ph type="body" sz="quarter" idx="43" hasCustomPrompt="1"/>
          </p:nvPr>
        </p:nvSpPr>
        <p:spPr>
          <a:xfrm>
            <a:off x="418643" y="3628878"/>
            <a:ext cx="5579311" cy="338554"/>
          </a:xfrm>
          <a:prstGeom prst="rect">
            <a:avLst/>
          </a:prstGeom>
        </p:spPr>
        <p:txBody>
          <a:bodyPr lIns="0" tIns="45720" rIns="0" bIns="45720"/>
          <a:lstStyle>
            <a:lvl1pPr marL="0" indent="0">
              <a:lnSpc>
                <a:spcPct val="100000"/>
              </a:lnSpc>
              <a:spcBef>
                <a:spcPts val="1176"/>
              </a:spcBef>
              <a:buNone/>
              <a:defRPr lang="en-US" sz="1600" b="0" kern="1200" spc="0" baseline="0" dirty="0">
                <a:solidFill>
                  <a:schemeClr val="tx2"/>
                </a:solidFill>
                <a:latin typeface="+mj-lt"/>
                <a:ea typeface="+mn-ea"/>
                <a:cs typeface="+mn-cs"/>
              </a:defRPr>
            </a:lvl1pPr>
            <a:lvl2pPr marL="0" marR="0" indent="0" algn="l" defTabSz="914367" rtl="0" eaLnBrk="1" fontAlgn="auto" latinLnBrk="0" hangingPunct="1">
              <a:lnSpc>
                <a:spcPts val="1765"/>
              </a:lnSpc>
              <a:spcBef>
                <a:spcPts val="441"/>
              </a:spcBef>
              <a:spcAft>
                <a:spcPts val="0"/>
              </a:spcAft>
              <a:buClrTx/>
              <a:buSzPct val="90000"/>
              <a:buFont typeface="Arial" panose="020B0604020202020204" pitchFamily="34" charset="0"/>
              <a:buNone/>
              <a:tabLst/>
              <a:defRPr sz="1372">
                <a:solidFill>
                  <a:srgbClr val="000000"/>
                </a:solidFill>
              </a:defRPr>
            </a:lvl2pPr>
            <a:lvl3pPr marL="448193" indent="0">
              <a:buNone/>
              <a:defRPr/>
            </a:lvl3pPr>
            <a:lvl4pPr marL="672290" indent="0">
              <a:buNone/>
              <a:defRPr/>
            </a:lvl4pPr>
            <a:lvl5pPr marL="896386" indent="0">
              <a:buNone/>
              <a:defRPr/>
            </a:lvl5pPr>
          </a:lstStyle>
          <a:p>
            <a:pPr>
              <a:spcBef>
                <a:spcPts val="1200"/>
              </a:spcBef>
            </a:pPr>
            <a:r>
              <a:rPr lang="en-US" b="0">
                <a:solidFill>
                  <a:schemeClr val="tx2"/>
                </a:solidFill>
                <a:latin typeface="+mj-lt"/>
              </a:rPr>
              <a:t>Paragraph title Segoe UI </a:t>
            </a:r>
            <a:r>
              <a:rPr lang="en-US" b="0" err="1">
                <a:solidFill>
                  <a:schemeClr val="tx2"/>
                </a:solidFill>
                <a:latin typeface="+mj-lt"/>
              </a:rPr>
              <a:t>Semibold</a:t>
            </a:r>
            <a:r>
              <a:rPr lang="en-US" b="0">
                <a:solidFill>
                  <a:schemeClr val="tx2"/>
                </a:solidFill>
                <a:latin typeface="+mj-lt"/>
              </a:rPr>
              <a:t> 14/18</a:t>
            </a:r>
            <a:endParaRPr lang="en-US"/>
          </a:p>
        </p:txBody>
      </p:sp>
      <p:sp>
        <p:nvSpPr>
          <p:cNvPr id="18" name="Text Placeholder 4">
            <a:extLst>
              <a:ext uri="{FF2B5EF4-FFF2-40B4-BE49-F238E27FC236}">
                <a16:creationId xmlns:a16="http://schemas.microsoft.com/office/drawing/2014/main" id="{9FA36614-3522-794F-B70F-0659F06DAB3B}"/>
              </a:ext>
            </a:extLst>
          </p:cNvPr>
          <p:cNvSpPr>
            <a:spLocks noGrp="1"/>
          </p:cNvSpPr>
          <p:nvPr>
            <p:ph type="body" sz="quarter" idx="44" hasCustomPrompt="1"/>
          </p:nvPr>
        </p:nvSpPr>
        <p:spPr>
          <a:xfrm>
            <a:off x="418644" y="3929012"/>
            <a:ext cx="5579310" cy="767005"/>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4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The quick brown fox jumps over the lazy dog. The quick brown fox jumps over the lazy dog.</a:t>
            </a:r>
          </a:p>
        </p:txBody>
      </p:sp>
      <p:sp>
        <p:nvSpPr>
          <p:cNvPr id="8" name="Picture Placeholder 7">
            <a:extLst>
              <a:ext uri="{FF2B5EF4-FFF2-40B4-BE49-F238E27FC236}">
                <a16:creationId xmlns:a16="http://schemas.microsoft.com/office/drawing/2014/main" id="{7193607F-5D7C-414A-BD66-EADF11B22CA7}"/>
              </a:ext>
            </a:extLst>
          </p:cNvPr>
          <p:cNvSpPr>
            <a:spLocks noGrp="1"/>
          </p:cNvSpPr>
          <p:nvPr>
            <p:ph type="pic" sz="quarter" idx="15" hasCustomPrompt="1"/>
          </p:nvPr>
        </p:nvSpPr>
        <p:spPr>
          <a:xfrm>
            <a:off x="6229842" y="-1"/>
            <a:ext cx="5973053" cy="6858001"/>
          </a:xfrm>
          <a:prstGeom prst="rect">
            <a:avLst/>
          </a:prstGeom>
          <a:blipFill>
            <a:blip r:embed="rId2"/>
            <a:stretch>
              <a:fillRect/>
            </a:stretch>
          </a:blipFill>
        </p:spPr>
        <p:txBody>
          <a:bodyPr anchor="ctr">
            <a:noAutofit/>
          </a:bodyPr>
          <a:lstStyle>
            <a:lvl1pPr marL="0" marR="0" indent="0" algn="ctr" defTabSz="914367"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372" b="1" kern="1200" spc="0" baseline="0" dirty="0" smtClean="0">
                <a:solidFill>
                  <a:schemeClr val="tx1"/>
                </a:solidFill>
                <a:latin typeface="+mn-lt"/>
                <a:ea typeface="+mn-ea"/>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2" name="Footer Placeholder 1">
            <a:extLst>
              <a:ext uri="{FF2B5EF4-FFF2-40B4-BE49-F238E27FC236}">
                <a16:creationId xmlns:a16="http://schemas.microsoft.com/office/drawing/2014/main" id="{C3405CC5-9896-4E3A-9373-436306F5BF12}"/>
              </a:ext>
            </a:extLst>
          </p:cNvPr>
          <p:cNvSpPr txBox="1">
            <a:spLocks/>
          </p:cNvSpPr>
          <p:nvPr/>
        </p:nvSpPr>
        <p:spPr>
          <a:xfrm>
            <a:off x="418644"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l"/>
            <a:r>
              <a:rPr lang="en-US"/>
              <a:t>© Copyright Microsoft Corporation. All rights reserved.</a:t>
            </a:r>
          </a:p>
        </p:txBody>
      </p:sp>
    </p:spTree>
    <p:extLst>
      <p:ext uri="{BB962C8B-B14F-4D97-AF65-F5344CB8AC3E}">
        <p14:creationId xmlns:p14="http://schemas.microsoft.com/office/powerpoint/2010/main" val="1947683112"/>
      </p:ext>
    </p:extLst>
  </p:cSld>
  <p:clrMapOvr>
    <a:masterClrMapping/>
  </p:clrMapOvr>
  <p:transition>
    <p:fade/>
  </p:transition>
  <p:hf sldNum="0" hdr="0" ftr="0" dt="0"/>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Photo layout with bullet text">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9BB11B-CD9D-4B8D-B054-AE4D87B29C75}"/>
              </a:ext>
            </a:extLst>
          </p:cNvPr>
          <p:cNvSpPr>
            <a:spLocks noGrp="1"/>
          </p:cNvSpPr>
          <p:nvPr>
            <p:ph type="title" hasCustomPrompt="1"/>
          </p:nvPr>
        </p:nvSpPr>
        <p:spPr>
          <a:xfrm>
            <a:off x="418644" y="440494"/>
            <a:ext cx="5543516" cy="728448"/>
          </a:xfrm>
        </p:spPr>
        <p:txBody>
          <a:bodyPr/>
          <a:lstStyle>
            <a:lvl1pPr>
              <a:defRPr>
                <a:solidFill>
                  <a:schemeClr val="tx1"/>
                </a:solidFill>
              </a:defRPr>
            </a:lvl1pPr>
          </a:lstStyle>
          <a:p>
            <a:r>
              <a:rPr lang="en-US"/>
              <a:t>Photo layout 1</a:t>
            </a:r>
          </a:p>
        </p:txBody>
      </p:sp>
      <p:sp>
        <p:nvSpPr>
          <p:cNvPr id="6" name="Text Placeholder 3">
            <a:extLst>
              <a:ext uri="{FF2B5EF4-FFF2-40B4-BE49-F238E27FC236}">
                <a16:creationId xmlns:a16="http://schemas.microsoft.com/office/drawing/2014/main" id="{1E56201C-07C6-4B48-97C5-8ACFF3D0A97E}"/>
              </a:ext>
            </a:extLst>
          </p:cNvPr>
          <p:cNvSpPr>
            <a:spLocks noGrp="1"/>
          </p:cNvSpPr>
          <p:nvPr>
            <p:ph type="body" sz="quarter" idx="14" hasCustomPrompt="1"/>
          </p:nvPr>
        </p:nvSpPr>
        <p:spPr>
          <a:xfrm>
            <a:off x="418644" y="1456896"/>
            <a:ext cx="5579310" cy="369332"/>
          </a:xfrm>
          <a:prstGeom prst="rect">
            <a:avLst/>
          </a:prstGeom>
        </p:spPr>
        <p:txBody>
          <a:bodyPr wrap="square" lIns="0" tIns="0" rIns="0" bIns="0" anchor="t">
            <a:spAutoFit/>
          </a:bodyPr>
          <a:lstStyle>
            <a:lvl1pPr marL="0" indent="0">
              <a:lnSpc>
                <a:spcPct val="100000"/>
              </a:lnSpc>
              <a:buNone/>
              <a:defRPr lang="en-US" sz="2400" kern="1200" spc="0" baseline="0" dirty="0">
                <a:solidFill>
                  <a:schemeClr val="tx1"/>
                </a:solidFill>
                <a:latin typeface="+mj-lt"/>
                <a:ea typeface="+mn-ea"/>
                <a:cs typeface="+mn-cs"/>
              </a:defRPr>
            </a:lvl1pPr>
            <a:lvl2pPr marL="224097" indent="0">
              <a:buNone/>
              <a:defRPr/>
            </a:lvl2pPr>
            <a:lvl3pPr marL="448193" indent="0">
              <a:buNone/>
              <a:defRPr/>
            </a:lvl3pPr>
            <a:lvl4pPr marL="672290" indent="0">
              <a:buNone/>
              <a:defRPr/>
            </a:lvl4pPr>
            <a:lvl5pPr marL="896386" indent="0">
              <a:buNone/>
              <a:defRPr/>
            </a:lvl5pPr>
          </a:lstStyle>
          <a:p>
            <a:pPr lvl="0"/>
            <a:r>
              <a:rPr lang="en-US"/>
              <a:t>Subhead Segoe UI </a:t>
            </a:r>
            <a:r>
              <a:rPr lang="en-US" err="1"/>
              <a:t>Semibold</a:t>
            </a:r>
            <a:r>
              <a:rPr lang="en-US"/>
              <a:t> 20/24. </a:t>
            </a:r>
          </a:p>
        </p:txBody>
      </p:sp>
      <p:sp>
        <p:nvSpPr>
          <p:cNvPr id="16" name="Text Placeholder 4">
            <a:extLst>
              <a:ext uri="{FF2B5EF4-FFF2-40B4-BE49-F238E27FC236}">
                <a16:creationId xmlns:a16="http://schemas.microsoft.com/office/drawing/2014/main" id="{2B8FCD16-3426-8B48-803D-6B6E81EED213}"/>
              </a:ext>
            </a:extLst>
          </p:cNvPr>
          <p:cNvSpPr>
            <a:spLocks noGrp="1"/>
          </p:cNvSpPr>
          <p:nvPr>
            <p:ph type="body" sz="quarter" idx="42" hasCustomPrompt="1"/>
          </p:nvPr>
        </p:nvSpPr>
        <p:spPr>
          <a:xfrm>
            <a:off x="418644" y="2268946"/>
            <a:ext cx="5579310" cy="584775"/>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a:t>
            </a:r>
          </a:p>
        </p:txBody>
      </p:sp>
      <p:cxnSp>
        <p:nvCxnSpPr>
          <p:cNvPr id="10" name="Straight Connector 9">
            <a:extLst>
              <a:ext uri="{FF2B5EF4-FFF2-40B4-BE49-F238E27FC236}">
                <a16:creationId xmlns:a16="http://schemas.microsoft.com/office/drawing/2014/main" id="{7FA17B80-9C3D-4DD7-B924-02A9E3E600E1}"/>
              </a:ext>
              <a:ext uri="{C183D7F6-B498-43B3-948B-1728B52AA6E4}">
                <adec:decorative xmlns:adec="http://schemas.microsoft.com/office/drawing/2017/decorative" val="1"/>
              </a:ext>
            </a:extLst>
          </p:cNvPr>
          <p:cNvCxnSpPr>
            <a:cxnSpLocks/>
          </p:cNvCxnSpPr>
          <p:nvPr/>
        </p:nvCxnSpPr>
        <p:spPr>
          <a:xfrm>
            <a:off x="418644" y="3068044"/>
            <a:ext cx="550149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a:extLst>
              <a:ext uri="{FF2B5EF4-FFF2-40B4-BE49-F238E27FC236}">
                <a16:creationId xmlns:a16="http://schemas.microsoft.com/office/drawing/2014/main" id="{9FA36614-3522-794F-B70F-0659F06DAB3B}"/>
              </a:ext>
            </a:extLst>
          </p:cNvPr>
          <p:cNvSpPr>
            <a:spLocks noGrp="1"/>
          </p:cNvSpPr>
          <p:nvPr>
            <p:ph type="body" sz="quarter" idx="44" hasCustomPrompt="1"/>
          </p:nvPr>
        </p:nvSpPr>
        <p:spPr>
          <a:xfrm>
            <a:off x="418644" y="3282367"/>
            <a:ext cx="5579310" cy="584775"/>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a:t>
            </a:r>
          </a:p>
        </p:txBody>
      </p:sp>
      <p:cxnSp>
        <p:nvCxnSpPr>
          <p:cNvPr id="11" name="Straight Connector 10">
            <a:extLst>
              <a:ext uri="{FF2B5EF4-FFF2-40B4-BE49-F238E27FC236}">
                <a16:creationId xmlns:a16="http://schemas.microsoft.com/office/drawing/2014/main" id="{3FD3D5BB-5B0F-44DE-B4B8-000A681CEA94}"/>
              </a:ext>
              <a:ext uri="{C183D7F6-B498-43B3-948B-1728B52AA6E4}">
                <adec:decorative xmlns:adec="http://schemas.microsoft.com/office/drawing/2017/decorative" val="1"/>
              </a:ext>
            </a:extLst>
          </p:cNvPr>
          <p:cNvCxnSpPr>
            <a:cxnSpLocks/>
          </p:cNvCxnSpPr>
          <p:nvPr/>
        </p:nvCxnSpPr>
        <p:spPr>
          <a:xfrm>
            <a:off x="418644" y="4081465"/>
            <a:ext cx="550149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2" name="Text Placeholder 4">
            <a:extLst>
              <a:ext uri="{FF2B5EF4-FFF2-40B4-BE49-F238E27FC236}">
                <a16:creationId xmlns:a16="http://schemas.microsoft.com/office/drawing/2014/main" id="{460A0EF6-FA0B-4D44-8315-ED90C5B93C73}"/>
              </a:ext>
            </a:extLst>
          </p:cNvPr>
          <p:cNvSpPr>
            <a:spLocks noGrp="1"/>
          </p:cNvSpPr>
          <p:nvPr>
            <p:ph type="body" sz="quarter" idx="45" hasCustomPrompt="1"/>
          </p:nvPr>
        </p:nvSpPr>
        <p:spPr>
          <a:xfrm>
            <a:off x="418644" y="4295788"/>
            <a:ext cx="5579310" cy="584775"/>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a:t>
            </a:r>
          </a:p>
        </p:txBody>
      </p:sp>
      <p:cxnSp>
        <p:nvCxnSpPr>
          <p:cNvPr id="15" name="Straight Connector 14">
            <a:extLst>
              <a:ext uri="{FF2B5EF4-FFF2-40B4-BE49-F238E27FC236}">
                <a16:creationId xmlns:a16="http://schemas.microsoft.com/office/drawing/2014/main" id="{A637605A-2FAC-4994-ACEC-7082FD1D75A8}"/>
              </a:ext>
              <a:ext uri="{C183D7F6-B498-43B3-948B-1728B52AA6E4}">
                <adec:decorative xmlns:adec="http://schemas.microsoft.com/office/drawing/2017/decorative" val="1"/>
              </a:ext>
            </a:extLst>
          </p:cNvPr>
          <p:cNvCxnSpPr>
            <a:cxnSpLocks/>
          </p:cNvCxnSpPr>
          <p:nvPr/>
        </p:nvCxnSpPr>
        <p:spPr>
          <a:xfrm>
            <a:off x="418644" y="5094886"/>
            <a:ext cx="550149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3" name="Text Placeholder 4">
            <a:extLst>
              <a:ext uri="{FF2B5EF4-FFF2-40B4-BE49-F238E27FC236}">
                <a16:creationId xmlns:a16="http://schemas.microsoft.com/office/drawing/2014/main" id="{5A88BE58-E914-49A7-B477-3DBF3F91D24F}"/>
              </a:ext>
            </a:extLst>
          </p:cNvPr>
          <p:cNvSpPr>
            <a:spLocks noGrp="1"/>
          </p:cNvSpPr>
          <p:nvPr>
            <p:ph type="body" sz="quarter" idx="46" hasCustomPrompt="1"/>
          </p:nvPr>
        </p:nvSpPr>
        <p:spPr>
          <a:xfrm>
            <a:off x="418644" y="5309208"/>
            <a:ext cx="5579310" cy="584775"/>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a:t>
            </a:r>
          </a:p>
        </p:txBody>
      </p:sp>
      <p:sp>
        <p:nvSpPr>
          <p:cNvPr id="2" name="Rectangle 1">
            <a:extLst>
              <a:ext uri="{FF2B5EF4-FFF2-40B4-BE49-F238E27FC236}">
                <a16:creationId xmlns:a16="http://schemas.microsoft.com/office/drawing/2014/main" id="{56B6D240-D672-4F0A-95ED-D92FC8351E6D}"/>
              </a:ext>
              <a:ext uri="{C183D7F6-B498-43B3-948B-1728B52AA6E4}">
                <adec:decorative xmlns:adec="http://schemas.microsoft.com/office/drawing/2017/decorative" val="1"/>
              </a:ext>
            </a:extLst>
          </p:cNvPr>
          <p:cNvSpPr/>
          <p:nvPr/>
        </p:nvSpPr>
        <p:spPr bwMode="auto">
          <a:xfrm>
            <a:off x="6229842" y="1456896"/>
            <a:ext cx="5543514" cy="4960611"/>
          </a:xfrm>
          <a:prstGeom prst="rect">
            <a:avLst/>
          </a:prstGeom>
          <a:no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err="1">
              <a:gradFill>
                <a:gsLst>
                  <a:gs pos="0">
                    <a:srgbClr val="FFFFFF"/>
                  </a:gs>
                  <a:gs pos="100000">
                    <a:srgbClr val="FFFFFF"/>
                  </a:gs>
                </a:gsLst>
                <a:lin ang="5400000" scaled="0"/>
              </a:gradFill>
              <a:ea typeface="Segoe UI" pitchFamily="34" charset="0"/>
              <a:cs typeface="Segoe UI" pitchFamily="34" charset="0"/>
            </a:endParaRPr>
          </a:p>
        </p:txBody>
      </p:sp>
      <p:sp>
        <p:nvSpPr>
          <p:cNvPr id="19" name="Picture Placeholder 7">
            <a:extLst>
              <a:ext uri="{FF2B5EF4-FFF2-40B4-BE49-F238E27FC236}">
                <a16:creationId xmlns:a16="http://schemas.microsoft.com/office/drawing/2014/main" id="{CA973F78-0779-41C2-98B4-4547D2CD7C11}"/>
              </a:ext>
            </a:extLst>
          </p:cNvPr>
          <p:cNvSpPr>
            <a:spLocks noGrp="1"/>
          </p:cNvSpPr>
          <p:nvPr>
            <p:ph type="pic" sz="quarter" idx="47" hasCustomPrompt="1"/>
          </p:nvPr>
        </p:nvSpPr>
        <p:spPr>
          <a:xfrm>
            <a:off x="6349678" y="1564130"/>
            <a:ext cx="5303845" cy="4746143"/>
          </a:xfrm>
          <a:prstGeom prst="rect">
            <a:avLst/>
          </a:prstGeom>
          <a:blipFill dpi="0" rotWithShape="1">
            <a:blip r:embed="rId2"/>
            <a:srcRect/>
            <a:stretch>
              <a:fillRect/>
            </a:stretch>
          </a:blipFill>
          <a:ln w="19050">
            <a:noFill/>
          </a:ln>
        </p:spPr>
        <p:txBody>
          <a:bodyPr anchor="ctr">
            <a:noAutofit/>
          </a:bodyPr>
          <a:lstStyle>
            <a:lvl1pPr marL="0" marR="0" indent="0" algn="ctr" defTabSz="914367"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372" b="1" kern="1200" spc="0" baseline="0" dirty="0" smtClean="0">
                <a:solidFill>
                  <a:schemeClr val="tx1"/>
                </a:solidFill>
                <a:latin typeface="+mn-lt"/>
                <a:ea typeface="+mn-ea"/>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3" name="Footer Placeholder 1">
            <a:extLst>
              <a:ext uri="{FF2B5EF4-FFF2-40B4-BE49-F238E27FC236}">
                <a16:creationId xmlns:a16="http://schemas.microsoft.com/office/drawing/2014/main" id="{B3B62F3E-D0DF-4A13-A005-3CCFDD6DFC1A}"/>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1485524829"/>
      </p:ext>
    </p:extLst>
  </p:cSld>
  <p:clrMapOvr>
    <a:masterClrMapping/>
  </p:clrMapOvr>
  <p:transition>
    <p:fade/>
  </p:transition>
  <p:hf sldNum="0" hdr="0" ftr="0" dt="0"/>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1_Photo layout with bullet text &amp; icons">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9BB11B-CD9D-4B8D-B054-AE4D87B29C75}"/>
              </a:ext>
            </a:extLst>
          </p:cNvPr>
          <p:cNvSpPr>
            <a:spLocks noGrp="1"/>
          </p:cNvSpPr>
          <p:nvPr>
            <p:ph type="title" hasCustomPrompt="1"/>
          </p:nvPr>
        </p:nvSpPr>
        <p:spPr>
          <a:xfrm>
            <a:off x="418644" y="440494"/>
            <a:ext cx="5543516" cy="728448"/>
          </a:xfrm>
        </p:spPr>
        <p:txBody>
          <a:bodyPr/>
          <a:lstStyle>
            <a:lvl1pPr>
              <a:defRPr>
                <a:solidFill>
                  <a:schemeClr val="tx1"/>
                </a:solidFill>
              </a:defRPr>
            </a:lvl1pPr>
          </a:lstStyle>
          <a:p>
            <a:r>
              <a:rPr lang="en-US"/>
              <a:t>Photo layout 1</a:t>
            </a:r>
          </a:p>
        </p:txBody>
      </p:sp>
      <p:sp>
        <p:nvSpPr>
          <p:cNvPr id="6" name="Text Placeholder 3">
            <a:extLst>
              <a:ext uri="{FF2B5EF4-FFF2-40B4-BE49-F238E27FC236}">
                <a16:creationId xmlns:a16="http://schemas.microsoft.com/office/drawing/2014/main" id="{1E56201C-07C6-4B48-97C5-8ACFF3D0A97E}"/>
              </a:ext>
            </a:extLst>
          </p:cNvPr>
          <p:cNvSpPr>
            <a:spLocks noGrp="1"/>
          </p:cNvSpPr>
          <p:nvPr>
            <p:ph type="body" sz="quarter" idx="14" hasCustomPrompt="1"/>
          </p:nvPr>
        </p:nvSpPr>
        <p:spPr>
          <a:xfrm>
            <a:off x="418644" y="1709493"/>
            <a:ext cx="5579310" cy="369332"/>
          </a:xfrm>
          <a:prstGeom prst="rect">
            <a:avLst/>
          </a:prstGeom>
        </p:spPr>
        <p:txBody>
          <a:bodyPr wrap="square" lIns="0" tIns="0" rIns="0" bIns="0" anchor="b">
            <a:spAutoFit/>
          </a:bodyPr>
          <a:lstStyle>
            <a:lvl1pPr marL="0" indent="0">
              <a:lnSpc>
                <a:spcPct val="100000"/>
              </a:lnSpc>
              <a:buNone/>
              <a:defRPr lang="en-US" sz="2400" kern="1200" spc="0" baseline="0" dirty="0">
                <a:solidFill>
                  <a:schemeClr val="tx1"/>
                </a:solidFill>
                <a:latin typeface="+mj-lt"/>
                <a:ea typeface="+mn-ea"/>
                <a:cs typeface="+mn-cs"/>
              </a:defRPr>
            </a:lvl1pPr>
            <a:lvl2pPr marL="224097" indent="0">
              <a:buNone/>
              <a:defRPr/>
            </a:lvl2pPr>
            <a:lvl3pPr marL="448193" indent="0">
              <a:buNone/>
              <a:defRPr/>
            </a:lvl3pPr>
            <a:lvl4pPr marL="672290" indent="0">
              <a:buNone/>
              <a:defRPr/>
            </a:lvl4pPr>
            <a:lvl5pPr marL="896386" indent="0">
              <a:buNone/>
              <a:defRPr/>
            </a:lvl5pPr>
          </a:lstStyle>
          <a:p>
            <a:pPr lvl="0"/>
            <a:r>
              <a:rPr lang="en-US"/>
              <a:t>Subhead Segoe UI </a:t>
            </a:r>
            <a:r>
              <a:rPr lang="en-US" err="1"/>
              <a:t>Semibold</a:t>
            </a:r>
            <a:r>
              <a:rPr lang="en-US"/>
              <a:t> 20/24. </a:t>
            </a:r>
          </a:p>
        </p:txBody>
      </p:sp>
      <p:sp>
        <p:nvSpPr>
          <p:cNvPr id="16" name="Text Placeholder 4">
            <a:extLst>
              <a:ext uri="{FF2B5EF4-FFF2-40B4-BE49-F238E27FC236}">
                <a16:creationId xmlns:a16="http://schemas.microsoft.com/office/drawing/2014/main" id="{2B8FCD16-3426-8B48-803D-6B6E81EED213}"/>
              </a:ext>
            </a:extLst>
          </p:cNvPr>
          <p:cNvSpPr>
            <a:spLocks noGrp="1"/>
          </p:cNvSpPr>
          <p:nvPr>
            <p:ph type="body" sz="quarter" idx="42" hasCustomPrompt="1"/>
          </p:nvPr>
        </p:nvSpPr>
        <p:spPr>
          <a:xfrm>
            <a:off x="1422400" y="2267319"/>
            <a:ext cx="4575554" cy="584775"/>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a:t>
            </a:r>
          </a:p>
        </p:txBody>
      </p:sp>
      <p:cxnSp>
        <p:nvCxnSpPr>
          <p:cNvPr id="10" name="Straight Connector 9">
            <a:extLst>
              <a:ext uri="{FF2B5EF4-FFF2-40B4-BE49-F238E27FC236}">
                <a16:creationId xmlns:a16="http://schemas.microsoft.com/office/drawing/2014/main" id="{7FA17B80-9C3D-4DD7-B924-02A9E3E600E1}"/>
              </a:ext>
              <a:ext uri="{C183D7F6-B498-43B3-948B-1728B52AA6E4}">
                <adec:decorative xmlns:adec="http://schemas.microsoft.com/office/drawing/2017/decorative" val="1"/>
              </a:ext>
            </a:extLst>
          </p:cNvPr>
          <p:cNvCxnSpPr>
            <a:cxnSpLocks/>
          </p:cNvCxnSpPr>
          <p:nvPr/>
        </p:nvCxnSpPr>
        <p:spPr>
          <a:xfrm>
            <a:off x="1422400" y="3066417"/>
            <a:ext cx="449774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a:extLst>
              <a:ext uri="{FF2B5EF4-FFF2-40B4-BE49-F238E27FC236}">
                <a16:creationId xmlns:a16="http://schemas.microsoft.com/office/drawing/2014/main" id="{9FA36614-3522-794F-B70F-0659F06DAB3B}"/>
              </a:ext>
            </a:extLst>
          </p:cNvPr>
          <p:cNvSpPr>
            <a:spLocks noGrp="1"/>
          </p:cNvSpPr>
          <p:nvPr>
            <p:ph type="body" sz="quarter" idx="44" hasCustomPrompt="1"/>
          </p:nvPr>
        </p:nvSpPr>
        <p:spPr>
          <a:xfrm>
            <a:off x="1422400" y="3280740"/>
            <a:ext cx="4575554" cy="584775"/>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a:t>
            </a:r>
          </a:p>
        </p:txBody>
      </p:sp>
      <p:cxnSp>
        <p:nvCxnSpPr>
          <p:cNvPr id="11" name="Straight Connector 10">
            <a:extLst>
              <a:ext uri="{FF2B5EF4-FFF2-40B4-BE49-F238E27FC236}">
                <a16:creationId xmlns:a16="http://schemas.microsoft.com/office/drawing/2014/main" id="{3FD3D5BB-5B0F-44DE-B4B8-000A681CEA94}"/>
              </a:ext>
              <a:ext uri="{C183D7F6-B498-43B3-948B-1728B52AA6E4}">
                <adec:decorative xmlns:adec="http://schemas.microsoft.com/office/drawing/2017/decorative" val="1"/>
              </a:ext>
            </a:extLst>
          </p:cNvPr>
          <p:cNvCxnSpPr>
            <a:cxnSpLocks/>
          </p:cNvCxnSpPr>
          <p:nvPr/>
        </p:nvCxnSpPr>
        <p:spPr>
          <a:xfrm>
            <a:off x="1422400" y="4079838"/>
            <a:ext cx="449774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2" name="Text Placeholder 4">
            <a:extLst>
              <a:ext uri="{FF2B5EF4-FFF2-40B4-BE49-F238E27FC236}">
                <a16:creationId xmlns:a16="http://schemas.microsoft.com/office/drawing/2014/main" id="{460A0EF6-FA0B-4D44-8315-ED90C5B93C73}"/>
              </a:ext>
            </a:extLst>
          </p:cNvPr>
          <p:cNvSpPr>
            <a:spLocks noGrp="1"/>
          </p:cNvSpPr>
          <p:nvPr>
            <p:ph type="body" sz="quarter" idx="45" hasCustomPrompt="1"/>
          </p:nvPr>
        </p:nvSpPr>
        <p:spPr>
          <a:xfrm>
            <a:off x="1422400" y="4294161"/>
            <a:ext cx="4575554" cy="584775"/>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a:t>
            </a:r>
          </a:p>
        </p:txBody>
      </p:sp>
      <p:cxnSp>
        <p:nvCxnSpPr>
          <p:cNvPr id="15" name="Straight Connector 14">
            <a:extLst>
              <a:ext uri="{FF2B5EF4-FFF2-40B4-BE49-F238E27FC236}">
                <a16:creationId xmlns:a16="http://schemas.microsoft.com/office/drawing/2014/main" id="{A637605A-2FAC-4994-ACEC-7082FD1D75A8}"/>
              </a:ext>
              <a:ext uri="{C183D7F6-B498-43B3-948B-1728B52AA6E4}">
                <adec:decorative xmlns:adec="http://schemas.microsoft.com/office/drawing/2017/decorative" val="1"/>
              </a:ext>
            </a:extLst>
          </p:cNvPr>
          <p:cNvCxnSpPr>
            <a:cxnSpLocks/>
          </p:cNvCxnSpPr>
          <p:nvPr/>
        </p:nvCxnSpPr>
        <p:spPr>
          <a:xfrm>
            <a:off x="1422400" y="5093259"/>
            <a:ext cx="449774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3" name="Text Placeholder 4">
            <a:extLst>
              <a:ext uri="{FF2B5EF4-FFF2-40B4-BE49-F238E27FC236}">
                <a16:creationId xmlns:a16="http://schemas.microsoft.com/office/drawing/2014/main" id="{5A88BE58-E914-49A7-B477-3DBF3F91D24F}"/>
              </a:ext>
            </a:extLst>
          </p:cNvPr>
          <p:cNvSpPr>
            <a:spLocks noGrp="1"/>
          </p:cNvSpPr>
          <p:nvPr>
            <p:ph type="body" sz="quarter" idx="46" hasCustomPrompt="1"/>
          </p:nvPr>
        </p:nvSpPr>
        <p:spPr>
          <a:xfrm>
            <a:off x="1422400" y="5307581"/>
            <a:ext cx="4575554" cy="584775"/>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a:t>
            </a:r>
          </a:p>
        </p:txBody>
      </p:sp>
      <p:sp>
        <p:nvSpPr>
          <p:cNvPr id="8" name="Picture Placeholder 7">
            <a:extLst>
              <a:ext uri="{FF2B5EF4-FFF2-40B4-BE49-F238E27FC236}">
                <a16:creationId xmlns:a16="http://schemas.microsoft.com/office/drawing/2014/main" id="{7193607F-5D7C-414A-BD66-EADF11B22CA7}"/>
              </a:ext>
            </a:extLst>
          </p:cNvPr>
          <p:cNvSpPr>
            <a:spLocks noGrp="1"/>
          </p:cNvSpPr>
          <p:nvPr>
            <p:ph type="pic" sz="quarter" idx="15" hasCustomPrompt="1"/>
          </p:nvPr>
        </p:nvSpPr>
        <p:spPr>
          <a:xfrm>
            <a:off x="6229842" y="-1"/>
            <a:ext cx="5973053" cy="6858001"/>
          </a:xfrm>
          <a:prstGeom prst="rect">
            <a:avLst/>
          </a:prstGeom>
          <a:blipFill>
            <a:blip r:embed="rId2"/>
            <a:stretch>
              <a:fillRect/>
            </a:stretch>
          </a:blipFill>
        </p:spPr>
        <p:txBody>
          <a:bodyPr anchor="ctr">
            <a:noAutofit/>
          </a:bodyPr>
          <a:lstStyle>
            <a:lvl1pPr marL="0" marR="0" indent="0" algn="ctr" defTabSz="914367"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372" b="1" kern="1200" spc="0" baseline="0" dirty="0" smtClean="0">
                <a:solidFill>
                  <a:schemeClr val="tx1"/>
                </a:solidFill>
                <a:latin typeface="+mn-lt"/>
                <a:ea typeface="+mn-ea"/>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2" name="Footer Placeholder 1">
            <a:extLst>
              <a:ext uri="{FF2B5EF4-FFF2-40B4-BE49-F238E27FC236}">
                <a16:creationId xmlns:a16="http://schemas.microsoft.com/office/drawing/2014/main" id="{5F6EB83D-C2A5-4189-B12B-1320B6ADB9B8}"/>
              </a:ext>
            </a:extLst>
          </p:cNvPr>
          <p:cNvSpPr txBox="1">
            <a:spLocks/>
          </p:cNvSpPr>
          <p:nvPr/>
        </p:nvSpPr>
        <p:spPr>
          <a:xfrm>
            <a:off x="418644"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l"/>
            <a:r>
              <a:rPr lang="en-US"/>
              <a:t>© Copyright Microsoft Corporation. All rights reserved.</a:t>
            </a:r>
          </a:p>
        </p:txBody>
      </p:sp>
    </p:spTree>
    <p:extLst>
      <p:ext uri="{BB962C8B-B14F-4D97-AF65-F5344CB8AC3E}">
        <p14:creationId xmlns:p14="http://schemas.microsoft.com/office/powerpoint/2010/main" val="307464012"/>
      </p:ext>
    </p:extLst>
  </p:cSld>
  <p:clrMapOvr>
    <a:masterClrMapping/>
  </p:clrMapOvr>
  <p:transition>
    <p:fade/>
  </p:transition>
  <p:hf sldNum="0" hdr="0" ftr="0" dt="0"/>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Photo layout with 4 rows text">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9BB11B-CD9D-4B8D-B054-AE4D87B29C75}"/>
              </a:ext>
            </a:extLst>
          </p:cNvPr>
          <p:cNvSpPr>
            <a:spLocks noGrp="1"/>
          </p:cNvSpPr>
          <p:nvPr>
            <p:ph type="title" hasCustomPrompt="1"/>
          </p:nvPr>
        </p:nvSpPr>
        <p:spPr>
          <a:xfrm>
            <a:off x="418644" y="440494"/>
            <a:ext cx="11354712" cy="728448"/>
          </a:xfrm>
        </p:spPr>
        <p:txBody>
          <a:bodyPr/>
          <a:lstStyle>
            <a:lvl1pPr>
              <a:defRPr>
                <a:solidFill>
                  <a:schemeClr val="tx1"/>
                </a:solidFill>
              </a:defRPr>
            </a:lvl1pPr>
          </a:lstStyle>
          <a:p>
            <a:r>
              <a:rPr lang="en-US"/>
              <a:t>Photo layout 1</a:t>
            </a:r>
          </a:p>
        </p:txBody>
      </p:sp>
      <p:sp>
        <p:nvSpPr>
          <p:cNvPr id="16" name="Text Placeholder 4">
            <a:extLst>
              <a:ext uri="{FF2B5EF4-FFF2-40B4-BE49-F238E27FC236}">
                <a16:creationId xmlns:a16="http://schemas.microsoft.com/office/drawing/2014/main" id="{2B8FCD16-3426-8B48-803D-6B6E81EED213}"/>
              </a:ext>
            </a:extLst>
          </p:cNvPr>
          <p:cNvSpPr>
            <a:spLocks noGrp="1"/>
          </p:cNvSpPr>
          <p:nvPr>
            <p:ph type="body" sz="quarter" idx="42" hasCustomPrompt="1"/>
          </p:nvPr>
        </p:nvSpPr>
        <p:spPr>
          <a:xfrm>
            <a:off x="418644" y="1456897"/>
            <a:ext cx="5579310" cy="1128821"/>
          </a:xfrm>
          <a:prstGeom prst="rect">
            <a:avLst/>
          </a:prstGeom>
        </p:spPr>
        <p:txBody>
          <a:bodyPr lIns="0" tIns="45720" rIns="0" bIns="45720" anchor="ctr">
            <a:noAutofit/>
          </a:bodyPr>
          <a:lstStyle>
            <a:lvl1pPr marL="0" indent="0">
              <a:lnSpc>
                <a:spcPct val="100000"/>
              </a:lnSpc>
              <a:spcBef>
                <a:spcPts val="0"/>
              </a:spcBef>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The quick brown fox jumps over the lazy dog. The quick brown fox jumps over the lazy dog.</a:t>
            </a:r>
          </a:p>
        </p:txBody>
      </p:sp>
      <p:sp>
        <p:nvSpPr>
          <p:cNvPr id="18" name="Text Placeholder 4">
            <a:extLst>
              <a:ext uri="{FF2B5EF4-FFF2-40B4-BE49-F238E27FC236}">
                <a16:creationId xmlns:a16="http://schemas.microsoft.com/office/drawing/2014/main" id="{9FA36614-3522-794F-B70F-0659F06DAB3B}"/>
              </a:ext>
            </a:extLst>
          </p:cNvPr>
          <p:cNvSpPr>
            <a:spLocks noGrp="1"/>
          </p:cNvSpPr>
          <p:nvPr>
            <p:ph type="body" sz="quarter" idx="44" hasCustomPrompt="1"/>
          </p:nvPr>
        </p:nvSpPr>
        <p:spPr>
          <a:xfrm>
            <a:off x="418644" y="2734160"/>
            <a:ext cx="5579310" cy="1128821"/>
          </a:xfrm>
          <a:prstGeom prst="rect">
            <a:avLst/>
          </a:prstGeom>
        </p:spPr>
        <p:txBody>
          <a:bodyPr lIns="0" tIns="45720" rIns="0" bIns="45720" anchor="ctr">
            <a:noAutofit/>
          </a:bodyPr>
          <a:lstStyle>
            <a:lvl1pPr marL="0" indent="0">
              <a:lnSpc>
                <a:spcPct val="100000"/>
              </a:lnSpc>
              <a:spcBef>
                <a:spcPts val="0"/>
              </a:spcBef>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The quick brown fox jumps over the lazy dog. The quick brown fox jumps over the lazy dog.</a:t>
            </a:r>
          </a:p>
        </p:txBody>
      </p:sp>
      <p:sp>
        <p:nvSpPr>
          <p:cNvPr id="15" name="Text Placeholder 4">
            <a:extLst>
              <a:ext uri="{FF2B5EF4-FFF2-40B4-BE49-F238E27FC236}">
                <a16:creationId xmlns:a16="http://schemas.microsoft.com/office/drawing/2014/main" id="{7C7AB201-5BBE-4D8C-A466-367843FF4F01}"/>
              </a:ext>
            </a:extLst>
          </p:cNvPr>
          <p:cNvSpPr>
            <a:spLocks noGrp="1"/>
          </p:cNvSpPr>
          <p:nvPr>
            <p:ph type="body" sz="quarter" idx="45" hasCustomPrompt="1"/>
          </p:nvPr>
        </p:nvSpPr>
        <p:spPr>
          <a:xfrm>
            <a:off x="418644" y="4011423"/>
            <a:ext cx="5579310" cy="1128821"/>
          </a:xfrm>
          <a:prstGeom prst="rect">
            <a:avLst/>
          </a:prstGeom>
        </p:spPr>
        <p:txBody>
          <a:bodyPr lIns="0" tIns="45720" rIns="0" bIns="45720" anchor="ctr">
            <a:noAutofit/>
          </a:bodyPr>
          <a:lstStyle>
            <a:lvl1pPr marL="0" indent="0">
              <a:lnSpc>
                <a:spcPct val="100000"/>
              </a:lnSpc>
              <a:spcBef>
                <a:spcPts val="0"/>
              </a:spcBef>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The quick brown fox jumps over the lazy dog. The quick brown fox jumps over the lazy dog.</a:t>
            </a:r>
          </a:p>
        </p:txBody>
      </p:sp>
      <p:sp>
        <p:nvSpPr>
          <p:cNvPr id="19" name="Text Placeholder 4">
            <a:extLst>
              <a:ext uri="{FF2B5EF4-FFF2-40B4-BE49-F238E27FC236}">
                <a16:creationId xmlns:a16="http://schemas.microsoft.com/office/drawing/2014/main" id="{FAB025A3-3CCD-40EA-99F1-A41DBE40973C}"/>
              </a:ext>
            </a:extLst>
          </p:cNvPr>
          <p:cNvSpPr>
            <a:spLocks noGrp="1"/>
          </p:cNvSpPr>
          <p:nvPr>
            <p:ph type="body" sz="quarter" idx="46" hasCustomPrompt="1"/>
          </p:nvPr>
        </p:nvSpPr>
        <p:spPr>
          <a:xfrm>
            <a:off x="418644" y="5288687"/>
            <a:ext cx="5579310" cy="1128821"/>
          </a:xfrm>
          <a:prstGeom prst="rect">
            <a:avLst/>
          </a:prstGeom>
        </p:spPr>
        <p:txBody>
          <a:bodyPr lIns="0" tIns="45720" rIns="0" bIns="45720" anchor="ctr">
            <a:noAutofit/>
          </a:bodyPr>
          <a:lstStyle>
            <a:lvl1pPr marL="0" indent="0">
              <a:lnSpc>
                <a:spcPct val="100000"/>
              </a:lnSpc>
              <a:spcBef>
                <a:spcPts val="0"/>
              </a:spcBef>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The quick brown fox jumps over the lazy dog. The quick brown fox jumps over the lazy dog.</a:t>
            </a:r>
          </a:p>
        </p:txBody>
      </p:sp>
      <p:sp>
        <p:nvSpPr>
          <p:cNvPr id="2" name="Rectangle 1">
            <a:extLst>
              <a:ext uri="{FF2B5EF4-FFF2-40B4-BE49-F238E27FC236}">
                <a16:creationId xmlns:a16="http://schemas.microsoft.com/office/drawing/2014/main" id="{680D905E-E7A9-44EC-830B-323C290AAA27}"/>
              </a:ext>
              <a:ext uri="{C183D7F6-B498-43B3-948B-1728B52AA6E4}">
                <adec:decorative xmlns:adec="http://schemas.microsoft.com/office/drawing/2017/decorative" val="1"/>
              </a:ext>
            </a:extLst>
          </p:cNvPr>
          <p:cNvSpPr/>
          <p:nvPr/>
        </p:nvSpPr>
        <p:spPr bwMode="auto">
          <a:xfrm>
            <a:off x="6229842" y="1456896"/>
            <a:ext cx="5543514" cy="4960611"/>
          </a:xfrm>
          <a:prstGeom prst="rect">
            <a:avLst/>
          </a:prstGeom>
          <a:no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err="1">
              <a:gradFill>
                <a:gsLst>
                  <a:gs pos="0">
                    <a:srgbClr val="FFFFFF"/>
                  </a:gs>
                  <a:gs pos="100000">
                    <a:srgbClr val="FFFFFF"/>
                  </a:gs>
                </a:gsLst>
                <a:lin ang="5400000" scaled="0"/>
              </a:gradFill>
              <a:ea typeface="Segoe UI" pitchFamily="34" charset="0"/>
              <a:cs typeface="Segoe UI" pitchFamily="34" charset="0"/>
            </a:endParaRPr>
          </a:p>
        </p:txBody>
      </p:sp>
      <p:sp>
        <p:nvSpPr>
          <p:cNvPr id="8" name="Picture Placeholder 7">
            <a:extLst>
              <a:ext uri="{FF2B5EF4-FFF2-40B4-BE49-F238E27FC236}">
                <a16:creationId xmlns:a16="http://schemas.microsoft.com/office/drawing/2014/main" id="{7193607F-5D7C-414A-BD66-EADF11B22CA7}"/>
              </a:ext>
            </a:extLst>
          </p:cNvPr>
          <p:cNvSpPr>
            <a:spLocks noGrp="1"/>
          </p:cNvSpPr>
          <p:nvPr>
            <p:ph type="pic" sz="quarter" idx="15" hasCustomPrompt="1"/>
          </p:nvPr>
        </p:nvSpPr>
        <p:spPr>
          <a:xfrm>
            <a:off x="6349678" y="1564130"/>
            <a:ext cx="5303845" cy="4746143"/>
          </a:xfrm>
          <a:prstGeom prst="rect">
            <a:avLst/>
          </a:prstGeom>
          <a:blipFill dpi="0" rotWithShape="1">
            <a:blip r:embed="rId2"/>
            <a:srcRect/>
            <a:stretch>
              <a:fillRect/>
            </a:stretch>
          </a:blipFill>
          <a:ln w="19050">
            <a:noFill/>
          </a:ln>
        </p:spPr>
        <p:txBody>
          <a:bodyPr anchor="ctr">
            <a:noAutofit/>
          </a:bodyPr>
          <a:lstStyle>
            <a:lvl1pPr marL="0" marR="0" indent="0" algn="ctr" defTabSz="914367"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372" b="1" kern="1200" spc="0" baseline="0" dirty="0" smtClean="0">
                <a:solidFill>
                  <a:schemeClr val="tx1"/>
                </a:solidFill>
                <a:latin typeface="+mn-lt"/>
                <a:ea typeface="+mn-ea"/>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cxnSp>
        <p:nvCxnSpPr>
          <p:cNvPr id="9" name="Straight Connector 8">
            <a:extLst>
              <a:ext uri="{FF2B5EF4-FFF2-40B4-BE49-F238E27FC236}">
                <a16:creationId xmlns:a16="http://schemas.microsoft.com/office/drawing/2014/main" id="{5E2F051F-FAD1-40B7-AD8D-86ACA838D32B}"/>
              </a:ext>
              <a:ext uri="{C183D7F6-B498-43B3-948B-1728B52AA6E4}">
                <adec:decorative xmlns:adec="http://schemas.microsoft.com/office/drawing/2017/decorative" val="1"/>
              </a:ext>
            </a:extLst>
          </p:cNvPr>
          <p:cNvCxnSpPr>
            <a:cxnSpLocks/>
          </p:cNvCxnSpPr>
          <p:nvPr/>
        </p:nvCxnSpPr>
        <p:spPr>
          <a:xfrm>
            <a:off x="418644" y="2660048"/>
            <a:ext cx="550149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A8966B79-BC7C-4DB8-80D4-01380DB97330}"/>
              </a:ext>
              <a:ext uri="{C183D7F6-B498-43B3-948B-1728B52AA6E4}">
                <adec:decorative xmlns:adec="http://schemas.microsoft.com/office/drawing/2017/decorative" val="1"/>
              </a:ext>
            </a:extLst>
          </p:cNvPr>
          <p:cNvCxnSpPr>
            <a:cxnSpLocks/>
          </p:cNvCxnSpPr>
          <p:nvPr/>
        </p:nvCxnSpPr>
        <p:spPr>
          <a:xfrm>
            <a:off x="418644" y="3937131"/>
            <a:ext cx="550149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E69D048A-1B0B-4837-8CE2-BD16F3AE2B1C}"/>
              </a:ext>
              <a:ext uri="{C183D7F6-B498-43B3-948B-1728B52AA6E4}">
                <adec:decorative xmlns:adec="http://schemas.microsoft.com/office/drawing/2017/decorative" val="1"/>
              </a:ext>
            </a:extLst>
          </p:cNvPr>
          <p:cNvCxnSpPr>
            <a:cxnSpLocks/>
          </p:cNvCxnSpPr>
          <p:nvPr/>
        </p:nvCxnSpPr>
        <p:spPr>
          <a:xfrm>
            <a:off x="418644" y="5214214"/>
            <a:ext cx="550149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 name="Footer Placeholder 1">
            <a:extLst>
              <a:ext uri="{FF2B5EF4-FFF2-40B4-BE49-F238E27FC236}">
                <a16:creationId xmlns:a16="http://schemas.microsoft.com/office/drawing/2014/main" id="{B394CE8A-C8F7-40DD-84CF-FE592D7BC2D8}"/>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103155003"/>
      </p:ext>
    </p:extLst>
  </p:cSld>
  <p:clrMapOvr>
    <a:masterClrMapping/>
  </p:clrMapOvr>
  <p:transition>
    <p:fade/>
  </p:transition>
  <p:hf sldNum="0" hdr="0" ftr="0" dt="0"/>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Photo layout with gray filled text box">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9BB11B-CD9D-4B8D-B054-AE4D87B29C75}"/>
              </a:ext>
            </a:extLst>
          </p:cNvPr>
          <p:cNvSpPr>
            <a:spLocks noGrp="1"/>
          </p:cNvSpPr>
          <p:nvPr>
            <p:ph type="title" hasCustomPrompt="1"/>
          </p:nvPr>
        </p:nvSpPr>
        <p:spPr>
          <a:xfrm>
            <a:off x="418643" y="440494"/>
            <a:ext cx="11354714" cy="728448"/>
          </a:xfrm>
        </p:spPr>
        <p:txBody>
          <a:bodyPr/>
          <a:lstStyle>
            <a:lvl1pPr>
              <a:defRPr>
                <a:solidFill>
                  <a:schemeClr val="tx1"/>
                </a:solidFill>
              </a:defRPr>
            </a:lvl1pPr>
          </a:lstStyle>
          <a:p>
            <a:r>
              <a:rPr lang="en-US"/>
              <a:t>Photo layout 1</a:t>
            </a:r>
          </a:p>
        </p:txBody>
      </p:sp>
      <p:sp>
        <p:nvSpPr>
          <p:cNvPr id="16" name="Text Placeholder 4">
            <a:extLst>
              <a:ext uri="{FF2B5EF4-FFF2-40B4-BE49-F238E27FC236}">
                <a16:creationId xmlns:a16="http://schemas.microsoft.com/office/drawing/2014/main" id="{2B8FCD16-3426-8B48-803D-6B6E81EED213}"/>
              </a:ext>
            </a:extLst>
          </p:cNvPr>
          <p:cNvSpPr>
            <a:spLocks noGrp="1"/>
          </p:cNvSpPr>
          <p:nvPr>
            <p:ph type="body" sz="quarter" idx="42" hasCustomPrompt="1"/>
          </p:nvPr>
        </p:nvSpPr>
        <p:spPr>
          <a:xfrm>
            <a:off x="418644" y="1456897"/>
            <a:ext cx="5579310" cy="1128821"/>
          </a:xfrm>
          <a:prstGeom prst="rect">
            <a:avLst/>
          </a:prstGeom>
          <a:solidFill>
            <a:schemeClr val="bg1">
              <a:lumMod val="95000"/>
            </a:schemeClr>
          </a:solidFill>
        </p:spPr>
        <p:txBody>
          <a:bodyPr lIns="137160" tIns="91440" rIns="137160" bIns="91440" anchor="ctr">
            <a:noAutofit/>
          </a:bodyPr>
          <a:lstStyle>
            <a:lvl1pPr marL="0" indent="0">
              <a:lnSpc>
                <a:spcPct val="100000"/>
              </a:lnSpc>
              <a:spcBef>
                <a:spcPts val="0"/>
              </a:spcBef>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The quick brown fox jumps over the lazy dog. The quick brown fox jumps over the lazy dog.</a:t>
            </a:r>
          </a:p>
        </p:txBody>
      </p:sp>
      <p:sp>
        <p:nvSpPr>
          <p:cNvPr id="18" name="Text Placeholder 4">
            <a:extLst>
              <a:ext uri="{FF2B5EF4-FFF2-40B4-BE49-F238E27FC236}">
                <a16:creationId xmlns:a16="http://schemas.microsoft.com/office/drawing/2014/main" id="{9FA36614-3522-794F-B70F-0659F06DAB3B}"/>
              </a:ext>
            </a:extLst>
          </p:cNvPr>
          <p:cNvSpPr>
            <a:spLocks noGrp="1"/>
          </p:cNvSpPr>
          <p:nvPr>
            <p:ph type="body" sz="quarter" idx="44" hasCustomPrompt="1"/>
          </p:nvPr>
        </p:nvSpPr>
        <p:spPr>
          <a:xfrm>
            <a:off x="418644" y="2734160"/>
            <a:ext cx="5579310" cy="1128821"/>
          </a:xfrm>
          <a:prstGeom prst="rect">
            <a:avLst/>
          </a:prstGeom>
          <a:solidFill>
            <a:schemeClr val="bg1">
              <a:lumMod val="95000"/>
            </a:schemeClr>
          </a:solidFill>
        </p:spPr>
        <p:txBody>
          <a:bodyPr lIns="137160" tIns="91440" rIns="137160" bIns="91440" anchor="ctr">
            <a:noAutofit/>
          </a:bodyPr>
          <a:lstStyle>
            <a:lvl1pPr marL="0" indent="0">
              <a:lnSpc>
                <a:spcPct val="100000"/>
              </a:lnSpc>
              <a:spcBef>
                <a:spcPts val="0"/>
              </a:spcBef>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The quick brown fox jumps over the lazy dog. The quick brown fox jumps over the lazy dog.</a:t>
            </a:r>
          </a:p>
        </p:txBody>
      </p:sp>
      <p:sp>
        <p:nvSpPr>
          <p:cNvPr id="15" name="Text Placeholder 4">
            <a:extLst>
              <a:ext uri="{FF2B5EF4-FFF2-40B4-BE49-F238E27FC236}">
                <a16:creationId xmlns:a16="http://schemas.microsoft.com/office/drawing/2014/main" id="{7C7AB201-5BBE-4D8C-A466-367843FF4F01}"/>
              </a:ext>
            </a:extLst>
          </p:cNvPr>
          <p:cNvSpPr>
            <a:spLocks noGrp="1"/>
          </p:cNvSpPr>
          <p:nvPr>
            <p:ph type="body" sz="quarter" idx="45" hasCustomPrompt="1"/>
          </p:nvPr>
        </p:nvSpPr>
        <p:spPr>
          <a:xfrm>
            <a:off x="418644" y="4011423"/>
            <a:ext cx="5579310" cy="1128821"/>
          </a:xfrm>
          <a:prstGeom prst="rect">
            <a:avLst/>
          </a:prstGeom>
          <a:solidFill>
            <a:schemeClr val="bg1">
              <a:lumMod val="95000"/>
            </a:schemeClr>
          </a:solidFill>
        </p:spPr>
        <p:txBody>
          <a:bodyPr lIns="137160" tIns="91440" rIns="137160" bIns="91440" anchor="ctr">
            <a:noAutofit/>
          </a:bodyPr>
          <a:lstStyle>
            <a:lvl1pPr marL="0" indent="0">
              <a:lnSpc>
                <a:spcPct val="100000"/>
              </a:lnSpc>
              <a:spcBef>
                <a:spcPts val="0"/>
              </a:spcBef>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The quick brown fox jumps over the lazy dog. The quick brown fox jumps over the lazy dog.</a:t>
            </a:r>
          </a:p>
        </p:txBody>
      </p:sp>
      <p:sp>
        <p:nvSpPr>
          <p:cNvPr id="19" name="Text Placeholder 4">
            <a:extLst>
              <a:ext uri="{FF2B5EF4-FFF2-40B4-BE49-F238E27FC236}">
                <a16:creationId xmlns:a16="http://schemas.microsoft.com/office/drawing/2014/main" id="{FAB025A3-3CCD-40EA-99F1-A41DBE40973C}"/>
              </a:ext>
            </a:extLst>
          </p:cNvPr>
          <p:cNvSpPr>
            <a:spLocks noGrp="1"/>
          </p:cNvSpPr>
          <p:nvPr>
            <p:ph type="body" sz="quarter" idx="46" hasCustomPrompt="1"/>
          </p:nvPr>
        </p:nvSpPr>
        <p:spPr>
          <a:xfrm>
            <a:off x="418644" y="5288687"/>
            <a:ext cx="5579310" cy="1128821"/>
          </a:xfrm>
          <a:prstGeom prst="rect">
            <a:avLst/>
          </a:prstGeom>
          <a:solidFill>
            <a:schemeClr val="bg1">
              <a:lumMod val="95000"/>
            </a:schemeClr>
          </a:solidFill>
        </p:spPr>
        <p:txBody>
          <a:bodyPr lIns="137160" tIns="91440" rIns="137160" bIns="91440" anchor="ctr">
            <a:noAutofit/>
          </a:bodyPr>
          <a:lstStyle>
            <a:lvl1pPr marL="0" indent="0">
              <a:lnSpc>
                <a:spcPct val="100000"/>
              </a:lnSpc>
              <a:spcBef>
                <a:spcPts val="0"/>
              </a:spcBef>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The quick brown fox jumps over the lazy dog. The quick brown fox jumps over the lazy dog.</a:t>
            </a:r>
          </a:p>
        </p:txBody>
      </p:sp>
      <p:sp>
        <p:nvSpPr>
          <p:cNvPr id="3" name="Rectangle 2">
            <a:extLst>
              <a:ext uri="{FF2B5EF4-FFF2-40B4-BE49-F238E27FC236}">
                <a16:creationId xmlns:a16="http://schemas.microsoft.com/office/drawing/2014/main" id="{0F6F2449-CE4A-4880-A860-78E767F6EFFC}"/>
              </a:ext>
              <a:ext uri="{C183D7F6-B498-43B3-948B-1728B52AA6E4}">
                <adec:decorative xmlns:adec="http://schemas.microsoft.com/office/drawing/2017/decorative" val="1"/>
              </a:ext>
            </a:extLst>
          </p:cNvPr>
          <p:cNvSpPr/>
          <p:nvPr/>
        </p:nvSpPr>
        <p:spPr bwMode="auto">
          <a:xfrm>
            <a:off x="6229842" y="1456896"/>
            <a:ext cx="5543514" cy="4960611"/>
          </a:xfrm>
          <a:prstGeom prst="rect">
            <a:avLst/>
          </a:prstGeom>
          <a:no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err="1">
              <a:gradFill>
                <a:gsLst>
                  <a:gs pos="0">
                    <a:srgbClr val="FFFFFF"/>
                  </a:gs>
                  <a:gs pos="100000">
                    <a:srgbClr val="FFFFFF"/>
                  </a:gs>
                </a:gsLst>
                <a:lin ang="5400000" scaled="0"/>
              </a:gradFill>
              <a:ea typeface="Segoe UI" pitchFamily="34" charset="0"/>
              <a:cs typeface="Segoe UI" pitchFamily="34" charset="0"/>
            </a:endParaRPr>
          </a:p>
        </p:txBody>
      </p:sp>
      <p:sp>
        <p:nvSpPr>
          <p:cNvPr id="8" name="Picture Placeholder 7">
            <a:extLst>
              <a:ext uri="{FF2B5EF4-FFF2-40B4-BE49-F238E27FC236}">
                <a16:creationId xmlns:a16="http://schemas.microsoft.com/office/drawing/2014/main" id="{7193607F-5D7C-414A-BD66-EADF11B22CA7}"/>
              </a:ext>
            </a:extLst>
          </p:cNvPr>
          <p:cNvSpPr>
            <a:spLocks noGrp="1"/>
          </p:cNvSpPr>
          <p:nvPr>
            <p:ph type="pic" sz="quarter" idx="15" hasCustomPrompt="1"/>
          </p:nvPr>
        </p:nvSpPr>
        <p:spPr>
          <a:xfrm>
            <a:off x="6349678" y="1564130"/>
            <a:ext cx="5303845" cy="4746143"/>
          </a:xfrm>
          <a:prstGeom prst="rect">
            <a:avLst/>
          </a:prstGeom>
          <a:blipFill dpi="0" rotWithShape="1">
            <a:blip r:embed="rId2"/>
            <a:srcRect/>
            <a:stretch>
              <a:fillRect/>
            </a:stretch>
          </a:blipFill>
          <a:ln w="19050">
            <a:noFill/>
          </a:ln>
        </p:spPr>
        <p:txBody>
          <a:bodyPr tIns="91440" anchor="ctr">
            <a:noAutofit/>
          </a:bodyPr>
          <a:lstStyle>
            <a:lvl1pPr marL="0" marR="0" indent="0" algn="ctr" defTabSz="914367"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372" b="1" kern="1200" spc="0" baseline="0" dirty="0" smtClean="0">
                <a:solidFill>
                  <a:schemeClr val="tx1"/>
                </a:solidFill>
                <a:latin typeface="+mn-lt"/>
                <a:ea typeface="+mn-ea"/>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2" name="Footer Placeholder 1">
            <a:extLst>
              <a:ext uri="{FF2B5EF4-FFF2-40B4-BE49-F238E27FC236}">
                <a16:creationId xmlns:a16="http://schemas.microsoft.com/office/drawing/2014/main" id="{BDD9959D-3459-4484-BDE0-9F4EABE5443B}"/>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4059165031"/>
      </p:ext>
    </p:extLst>
  </p:cSld>
  <p:clrMapOvr>
    <a:masterClrMapping/>
  </p:clrMapOvr>
  <p:transition>
    <p:fade/>
  </p:transition>
  <p:hf sldNum="0" hdr="0" ftr="0" dt="0"/>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Demo slide with tex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E9E5E14-01F2-4F10-A177-A81144B86D44}"/>
              </a:ext>
            </a:extLst>
          </p:cNvPr>
          <p:cNvSpPr>
            <a:spLocks noGrp="1"/>
          </p:cNvSpPr>
          <p:nvPr>
            <p:ph type="title"/>
          </p:nvPr>
        </p:nvSpPr>
        <p:spPr>
          <a:xfrm>
            <a:off x="418643" y="440494"/>
            <a:ext cx="11341268" cy="728448"/>
          </a:xfrm>
        </p:spPr>
        <p:txBody>
          <a:bodyPr/>
          <a:lstStyle/>
          <a:p>
            <a:r>
              <a:rPr lang="en-US"/>
              <a:t>Click to edit Master title style</a:t>
            </a:r>
          </a:p>
        </p:txBody>
      </p:sp>
      <p:sp>
        <p:nvSpPr>
          <p:cNvPr id="4" name="Text Placeholder 3"/>
          <p:cNvSpPr>
            <a:spLocks noGrp="1"/>
          </p:cNvSpPr>
          <p:nvPr>
            <p:ph type="body" sz="quarter" idx="10" hasCustomPrompt="1"/>
          </p:nvPr>
        </p:nvSpPr>
        <p:spPr>
          <a:xfrm>
            <a:off x="418644" y="1456898"/>
            <a:ext cx="5408119" cy="615553"/>
          </a:xfrm>
          <a:prstGeom prst="rect">
            <a:avLst/>
          </a:prstGeom>
        </p:spPr>
        <p:txBody>
          <a:bodyPr wrap="square" lIns="0" tIns="0" rIns="0" bIns="0">
            <a:spAutoFit/>
          </a:bodyPr>
          <a:lstStyle>
            <a:lvl1pPr marL="0" indent="0">
              <a:lnSpc>
                <a:spcPts val="2353"/>
              </a:lnSpc>
              <a:buNone/>
              <a:defRPr sz="2400" b="0" i="0" spc="0">
                <a:solidFill>
                  <a:schemeClr val="tx1"/>
                </a:solidFill>
                <a:latin typeface="+mj-lt"/>
              </a:defRPr>
            </a:lvl1pPr>
            <a:lvl2pPr marL="224097" indent="0">
              <a:buNone/>
              <a:defRPr/>
            </a:lvl2pPr>
            <a:lvl3pPr marL="448193" indent="0">
              <a:buNone/>
              <a:defRPr/>
            </a:lvl3pPr>
            <a:lvl4pPr marL="672290" indent="0">
              <a:buNone/>
              <a:defRPr/>
            </a:lvl4pPr>
            <a:lvl5pPr marL="896386" indent="0">
              <a:buNone/>
              <a:defRPr/>
            </a:lvl5pPr>
          </a:lstStyle>
          <a:p>
            <a:pPr lvl="0"/>
            <a:r>
              <a:rPr lang="pt-BR" err="1"/>
              <a:t>Large</a:t>
            </a:r>
            <a:r>
              <a:rPr lang="pt-BR"/>
              <a:t> </a:t>
            </a:r>
            <a:r>
              <a:rPr lang="pt-BR" err="1"/>
              <a:t>subhead</a:t>
            </a:r>
            <a:r>
              <a:rPr lang="pt-BR"/>
              <a:t> Segoe UI </a:t>
            </a:r>
            <a:r>
              <a:rPr lang="pt-BR" err="1"/>
              <a:t>Semibold</a:t>
            </a:r>
            <a:r>
              <a:rPr lang="pt-BR"/>
              <a:t> Regular 20/24</a:t>
            </a:r>
            <a:endParaRPr lang="en-US"/>
          </a:p>
        </p:txBody>
      </p:sp>
      <p:sp>
        <p:nvSpPr>
          <p:cNvPr id="5" name="Text Placeholder 4"/>
          <p:cNvSpPr>
            <a:spLocks noGrp="1"/>
          </p:cNvSpPr>
          <p:nvPr>
            <p:ph type="body" sz="quarter" idx="11" hasCustomPrompt="1"/>
          </p:nvPr>
        </p:nvSpPr>
        <p:spPr>
          <a:xfrm>
            <a:off x="418643" y="2158886"/>
            <a:ext cx="5408118" cy="2339102"/>
          </a:xfrm>
          <a:prstGeom prst="rect">
            <a:avLst/>
          </a:prstGeom>
        </p:spPr>
        <p:txBody>
          <a:bodyPr lIns="0" tIns="45720" rIns="0" bIns="45720"/>
          <a:lstStyle>
            <a:lvl1pPr marL="0" indent="0">
              <a:lnSpc>
                <a:spcPct val="100000"/>
              </a:lnSpc>
              <a:spcBef>
                <a:spcPts val="0"/>
              </a:spcBef>
              <a:spcAft>
                <a:spcPts val="1200"/>
              </a:spcAft>
              <a:buFont typeface="Arial" panose="020B0604020202020204" pitchFamily="34" charset="0"/>
              <a:buNone/>
              <a:defRPr sz="14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pPr lvl="0"/>
            <a:r>
              <a:rPr lang="en-US"/>
              <a:t>Body copy Segoe UI Regular 14/18. The quick brown fox jumps over the lazy dog. The quick brown fox jumps over the lazy dog. The quick brown fox jumps over the lazy dog.</a:t>
            </a:r>
          </a:p>
          <a:p>
            <a:pPr lvl="0"/>
            <a:r>
              <a:rPr lang="en-US"/>
              <a:t>Body copy Segoe UI Regular 14/18. The quick brown fox jumps over the lazy dog. The quick brown fox jumps over the lazy dog. The quick brown fox jumps over the lazy dog.</a:t>
            </a:r>
          </a:p>
          <a:p>
            <a:pPr lvl="0"/>
            <a:r>
              <a:rPr lang="en-US"/>
              <a:t>Body copy Segoe UI Regular 14/18. The quick brown fox jumps over the lazy dog. The quick brown fox jumps over the lazy dog. The quick brown fox jumps over the lazy dog.</a:t>
            </a:r>
          </a:p>
        </p:txBody>
      </p:sp>
      <p:pic>
        <p:nvPicPr>
          <p:cNvPr id="11" name="Picture 10" descr="Tablet image">
            <a:extLst>
              <a:ext uri="{FF2B5EF4-FFF2-40B4-BE49-F238E27FC236}">
                <a16:creationId xmlns:a16="http://schemas.microsoft.com/office/drawing/2014/main" id="{C4B95F29-56C3-4C85-A12B-0B0BE769E70B}"/>
              </a:ext>
            </a:extLst>
          </p:cNvPr>
          <p:cNvPicPr>
            <a:picLocks noChangeAspect="1"/>
          </p:cNvPicPr>
          <p:nvPr/>
        </p:nvPicPr>
        <p:blipFill rotWithShape="1">
          <a:blip r:embed="rId2" cstate="print">
            <a:extLst>
              <a:ext uri="{28A0092B-C50C-407E-A947-70E740481C1C}">
                <a14:useLocalDpi xmlns:a14="http://schemas.microsoft.com/office/drawing/2010/main"/>
              </a:ext>
            </a:extLst>
          </a:blip>
          <a:srcRect b="2610"/>
          <a:stretch/>
        </p:blipFill>
        <p:spPr>
          <a:xfrm>
            <a:off x="4444774" y="586254"/>
            <a:ext cx="7747227" cy="6271747"/>
          </a:xfrm>
          <a:prstGeom prst="rect">
            <a:avLst/>
          </a:prstGeom>
        </p:spPr>
      </p:pic>
      <p:sp>
        <p:nvSpPr>
          <p:cNvPr id="12" name="Picture Placeholder 11">
            <a:extLst>
              <a:ext uri="{FF2B5EF4-FFF2-40B4-BE49-F238E27FC236}">
                <a16:creationId xmlns:a16="http://schemas.microsoft.com/office/drawing/2014/main" id="{934476FE-7091-4DE7-A55E-3EF5A6569A7D}"/>
              </a:ext>
            </a:extLst>
          </p:cNvPr>
          <p:cNvSpPr>
            <a:spLocks noGrp="1"/>
          </p:cNvSpPr>
          <p:nvPr>
            <p:ph type="pic" sz="quarter" idx="12" hasCustomPrompt="1"/>
          </p:nvPr>
        </p:nvSpPr>
        <p:spPr>
          <a:xfrm>
            <a:off x="6357959" y="1699714"/>
            <a:ext cx="5834041" cy="4319326"/>
          </a:xfrm>
          <a:prstGeom prst="rect">
            <a:avLst/>
          </a:prstGeom>
        </p:spPr>
        <p:txBody>
          <a:bodyPr anchor="ctr" anchorCtr="0">
            <a:noAutofit/>
          </a:bodyPr>
          <a:lstStyle>
            <a:lvl1pPr algn="ctr">
              <a:defRPr sz="3529">
                <a:solidFill>
                  <a:srgbClr val="000000"/>
                </a:solidFill>
              </a:defRPr>
            </a:lvl1pPr>
          </a:lstStyle>
          <a:p>
            <a:r>
              <a:rPr lang="en-US"/>
              <a:t>DEMO</a:t>
            </a:r>
          </a:p>
        </p:txBody>
      </p:sp>
      <p:sp>
        <p:nvSpPr>
          <p:cNvPr id="2" name="Footer Placeholder 1">
            <a:extLst>
              <a:ext uri="{FF2B5EF4-FFF2-40B4-BE49-F238E27FC236}">
                <a16:creationId xmlns:a16="http://schemas.microsoft.com/office/drawing/2014/main" id="{8A22579A-F1B5-42C9-964C-C03AC4869056}"/>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737001350"/>
      </p:ext>
    </p:extLst>
  </p:cSld>
  <p:clrMapOvr>
    <a:masterClrMapping/>
  </p:clrMapOvr>
  <p:transition>
    <p:fade/>
  </p:transition>
  <p:hf sldNum="0" hdr="0" ftr="0" dt="0"/>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Demo slide">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A9A2FC6-09D2-4CBB-A8B4-445680BD8200}"/>
              </a:ext>
            </a:extLst>
          </p:cNvPr>
          <p:cNvSpPr>
            <a:spLocks noGrp="1"/>
          </p:cNvSpPr>
          <p:nvPr>
            <p:ph type="title" hasCustomPrompt="1"/>
          </p:nvPr>
        </p:nvSpPr>
        <p:spPr/>
        <p:txBody>
          <a:bodyPr/>
          <a:lstStyle>
            <a:lvl1pPr>
              <a:defRPr/>
            </a:lvl1pPr>
          </a:lstStyle>
          <a:p>
            <a:r>
              <a:rPr lang="en-US"/>
              <a:t>Demo </a:t>
            </a:r>
          </a:p>
        </p:txBody>
      </p:sp>
      <p:pic>
        <p:nvPicPr>
          <p:cNvPr id="10" name="Picture 9" descr="Tablet image">
            <a:extLst>
              <a:ext uri="{FF2B5EF4-FFF2-40B4-BE49-F238E27FC236}">
                <a16:creationId xmlns:a16="http://schemas.microsoft.com/office/drawing/2014/main" id="{73CDB1EA-72FB-46B3-89D4-DEE1F2EF724A}"/>
              </a:ext>
            </a:extLst>
          </p:cNvPr>
          <p:cNvPicPr>
            <a:picLocks noChangeAspect="1"/>
          </p:cNvPicPr>
          <p:nvPr/>
        </p:nvPicPr>
        <p:blipFill rotWithShape="1">
          <a:blip r:embed="rId2" cstate="print">
            <a:extLst>
              <a:ext uri="{28A0092B-C50C-407E-A947-70E740481C1C}">
                <a14:useLocalDpi xmlns:a14="http://schemas.microsoft.com/office/drawing/2010/main"/>
              </a:ext>
            </a:extLst>
          </a:blip>
          <a:srcRect b="1563"/>
          <a:stretch/>
        </p:blipFill>
        <p:spPr>
          <a:xfrm>
            <a:off x="334447" y="586564"/>
            <a:ext cx="10869930" cy="6271436"/>
          </a:xfrm>
          <a:prstGeom prst="rect">
            <a:avLst/>
          </a:prstGeom>
        </p:spPr>
      </p:pic>
      <p:sp>
        <p:nvSpPr>
          <p:cNvPr id="8" name="Picture Placeholder 11">
            <a:extLst>
              <a:ext uri="{FF2B5EF4-FFF2-40B4-BE49-F238E27FC236}">
                <a16:creationId xmlns:a16="http://schemas.microsoft.com/office/drawing/2014/main" id="{0473E679-3B6D-497A-A0F6-454C968B7607}"/>
              </a:ext>
            </a:extLst>
          </p:cNvPr>
          <p:cNvSpPr>
            <a:spLocks noGrp="1"/>
          </p:cNvSpPr>
          <p:nvPr>
            <p:ph type="pic" sz="quarter" idx="12" hasCustomPrompt="1"/>
          </p:nvPr>
        </p:nvSpPr>
        <p:spPr>
          <a:xfrm>
            <a:off x="2265962" y="1702827"/>
            <a:ext cx="7660076" cy="4311543"/>
          </a:xfrm>
          <a:prstGeom prst="rect">
            <a:avLst/>
          </a:prstGeom>
        </p:spPr>
        <p:txBody>
          <a:bodyPr anchor="ctr" anchorCtr="0">
            <a:noAutofit/>
          </a:bodyPr>
          <a:lstStyle>
            <a:lvl1pPr algn="ctr">
              <a:defRPr sz="3529">
                <a:solidFill>
                  <a:srgbClr val="000000"/>
                </a:solidFill>
              </a:defRPr>
            </a:lvl1pPr>
          </a:lstStyle>
          <a:p>
            <a:r>
              <a:rPr lang="en-US"/>
              <a:t>DEMO</a:t>
            </a:r>
          </a:p>
        </p:txBody>
      </p:sp>
      <p:sp>
        <p:nvSpPr>
          <p:cNvPr id="2" name="Footer Placeholder 1">
            <a:extLst>
              <a:ext uri="{FF2B5EF4-FFF2-40B4-BE49-F238E27FC236}">
                <a16:creationId xmlns:a16="http://schemas.microsoft.com/office/drawing/2014/main" id="{E84FE4C0-97E2-47A0-A924-D46358B22C16}"/>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3587521090"/>
      </p:ext>
    </p:extLst>
  </p:cSld>
  <p:clrMapOvr>
    <a:masterClrMapping/>
  </p:clrMapOvr>
  <p:transition>
    <p:fade/>
  </p:transition>
  <p:hf sldNum="0" hdr="0" ftr="0" dt="0"/>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Chart layout">
    <p:spTree>
      <p:nvGrpSpPr>
        <p:cNvPr id="1" name=""/>
        <p:cNvGrpSpPr/>
        <p:nvPr/>
      </p:nvGrpSpPr>
      <p:grpSpPr>
        <a:xfrm>
          <a:off x="0" y="0"/>
          <a:ext cx="0" cy="0"/>
          <a:chOff x="0" y="0"/>
          <a:chExt cx="0" cy="0"/>
        </a:xfrm>
      </p:grpSpPr>
      <p:sp>
        <p:nvSpPr>
          <p:cNvPr id="7" name="Chart Placeholder 6"/>
          <p:cNvSpPr>
            <a:spLocks noGrp="1"/>
          </p:cNvSpPr>
          <p:nvPr>
            <p:ph type="chart" sz="quarter" idx="21"/>
          </p:nvPr>
        </p:nvSpPr>
        <p:spPr>
          <a:xfrm>
            <a:off x="455996" y="1950780"/>
            <a:ext cx="3618377" cy="3534843"/>
          </a:xfrm>
          <a:prstGeom prst="rect">
            <a:avLst/>
          </a:prstGeom>
        </p:spPr>
        <p:txBody>
          <a:bodyPr anchor="ctr">
            <a:noAutofit/>
          </a:bodyPr>
          <a:lstStyle>
            <a:lvl1pPr marL="0" indent="0" algn="ctr">
              <a:buNone/>
              <a:defRPr sz="2353">
                <a:solidFill>
                  <a:srgbClr val="000000"/>
                </a:solidFill>
              </a:defRPr>
            </a:lvl1pPr>
          </a:lstStyle>
          <a:p>
            <a:r>
              <a:rPr lang="en-US"/>
              <a:t>Click icon to add chart</a:t>
            </a:r>
          </a:p>
        </p:txBody>
      </p:sp>
      <p:sp>
        <p:nvSpPr>
          <p:cNvPr id="4" name="Text Placeholder 3">
            <a:extLst>
              <a:ext uri="{FF2B5EF4-FFF2-40B4-BE49-F238E27FC236}">
                <a16:creationId xmlns:a16="http://schemas.microsoft.com/office/drawing/2014/main" id="{BDBB6B82-41EF-4F96-AC4D-4B6DF0A1F54E}"/>
              </a:ext>
            </a:extLst>
          </p:cNvPr>
          <p:cNvSpPr>
            <a:spLocks noGrp="1"/>
          </p:cNvSpPr>
          <p:nvPr>
            <p:ph type="body" sz="quarter" idx="24" hasCustomPrompt="1"/>
          </p:nvPr>
        </p:nvSpPr>
        <p:spPr>
          <a:xfrm>
            <a:off x="455991" y="5670381"/>
            <a:ext cx="3629278" cy="276999"/>
          </a:xfrm>
          <a:prstGeom prst="rect">
            <a:avLst/>
          </a:prstGeom>
        </p:spPr>
        <p:txBody>
          <a:bodyPr tIns="0"/>
          <a:lstStyle>
            <a:lvl1pPr>
              <a:lnSpc>
                <a:spcPct val="100000"/>
              </a:lnSpc>
              <a:defRPr lang="en-US" sz="1200" b="1" kern="1200" spc="0" dirty="0" smtClean="0">
                <a:solidFill>
                  <a:srgbClr val="000000"/>
                </a:solidFill>
                <a:latin typeface="+mn-lt"/>
                <a:ea typeface="+mn-ea"/>
                <a:cs typeface="+mn-cs"/>
              </a:defRPr>
            </a:lvl1pPr>
          </a:lstStyle>
          <a:p>
            <a:pPr lvl="0"/>
            <a:r>
              <a:rPr lang="en-US"/>
              <a:t>Caption title Segoe bold 10/12. </a:t>
            </a:r>
          </a:p>
        </p:txBody>
      </p:sp>
      <p:sp>
        <p:nvSpPr>
          <p:cNvPr id="9" name="Text Placeholder 4"/>
          <p:cNvSpPr>
            <a:spLocks noGrp="1"/>
          </p:cNvSpPr>
          <p:nvPr>
            <p:ph type="body" sz="quarter" idx="12" hasCustomPrompt="1"/>
          </p:nvPr>
        </p:nvSpPr>
        <p:spPr>
          <a:xfrm>
            <a:off x="455992" y="5947380"/>
            <a:ext cx="3618381" cy="307777"/>
          </a:xfrm>
          <a:prstGeom prst="rect">
            <a:avLst/>
          </a:prstGeom>
        </p:spPr>
        <p:txBody>
          <a:bodyPr lIns="0" tIns="0" rIns="0" bIns="0"/>
          <a:lstStyle>
            <a:lvl1pPr marL="0" indent="0">
              <a:lnSpc>
                <a:spcPct val="100000"/>
              </a:lnSpc>
              <a:spcBef>
                <a:spcPts val="882"/>
              </a:spcBef>
              <a:buFont typeface="Arial" panose="020B0604020202020204" pitchFamily="34" charset="0"/>
              <a:buNone/>
              <a:defRPr sz="1000" b="0" i="0" spc="0">
                <a:solidFill>
                  <a:srgbClr val="000000"/>
                </a:solidFill>
                <a:latin typeface="+mn-lt"/>
              </a:defRPr>
            </a:lvl1pPr>
            <a:lvl2pPr marL="0" marR="0" indent="0" algn="l" defTabSz="914367" rtl="0" eaLnBrk="1" fontAlgn="auto" latinLnBrk="0" hangingPunct="1">
              <a:lnSpc>
                <a:spcPts val="1176"/>
              </a:lnSpc>
              <a:spcBef>
                <a:spcPts val="441"/>
              </a:spcBef>
              <a:spcAft>
                <a:spcPts val="0"/>
              </a:spcAft>
              <a:buClrTx/>
              <a:buSzPct val="90000"/>
              <a:buFont typeface="Arial" panose="020B0604020202020204" pitchFamily="34" charset="0"/>
              <a:buNone/>
              <a:tabLst/>
              <a:defRPr sz="980">
                <a:solidFill>
                  <a:schemeClr val="tx1"/>
                </a:solidFill>
              </a:defRPr>
            </a:lvl2pPr>
            <a:lvl3pPr marL="448193" indent="0">
              <a:buNone/>
              <a:defRPr/>
            </a:lvl3pPr>
            <a:lvl4pPr marL="672290" indent="0">
              <a:buNone/>
              <a:defRPr/>
            </a:lvl4pPr>
            <a:lvl5pPr marL="896386" indent="0">
              <a:buNone/>
              <a:defRPr/>
            </a:lvl5pPr>
          </a:lstStyle>
          <a:p>
            <a:pPr lvl="0"/>
            <a:r>
              <a:rPr lang="en-US"/>
              <a:t>Caption body copy Segoe UI Regular 10/12. The quick brown fox jumps over the lazy dog.</a:t>
            </a:r>
          </a:p>
        </p:txBody>
      </p:sp>
      <p:sp>
        <p:nvSpPr>
          <p:cNvPr id="20" name="Chart Placeholder 6"/>
          <p:cNvSpPr>
            <a:spLocks noGrp="1"/>
          </p:cNvSpPr>
          <p:nvPr>
            <p:ph type="chart" sz="quarter" idx="22"/>
          </p:nvPr>
        </p:nvSpPr>
        <p:spPr>
          <a:xfrm>
            <a:off x="4303152" y="1950780"/>
            <a:ext cx="3607487" cy="3534843"/>
          </a:xfrm>
          <a:prstGeom prst="rect">
            <a:avLst/>
          </a:prstGeom>
        </p:spPr>
        <p:txBody>
          <a:bodyPr anchor="ctr">
            <a:noAutofit/>
          </a:bodyPr>
          <a:lstStyle>
            <a:lvl1pPr marL="0" indent="0" algn="ctr">
              <a:buNone/>
              <a:defRPr sz="2353">
                <a:solidFill>
                  <a:srgbClr val="000000"/>
                </a:solidFill>
              </a:defRPr>
            </a:lvl1pPr>
          </a:lstStyle>
          <a:p>
            <a:r>
              <a:rPr lang="en-US"/>
              <a:t>Click icon to add chart</a:t>
            </a:r>
          </a:p>
        </p:txBody>
      </p:sp>
      <p:sp>
        <p:nvSpPr>
          <p:cNvPr id="15" name="Text Placeholder 3">
            <a:extLst>
              <a:ext uri="{FF2B5EF4-FFF2-40B4-BE49-F238E27FC236}">
                <a16:creationId xmlns:a16="http://schemas.microsoft.com/office/drawing/2014/main" id="{D4EEFC93-5F54-47F0-9569-BECC76A76C96}"/>
              </a:ext>
            </a:extLst>
          </p:cNvPr>
          <p:cNvSpPr>
            <a:spLocks noGrp="1"/>
          </p:cNvSpPr>
          <p:nvPr>
            <p:ph type="body" sz="quarter" idx="25" hasCustomPrompt="1"/>
          </p:nvPr>
        </p:nvSpPr>
        <p:spPr>
          <a:xfrm>
            <a:off x="4314044" y="5670381"/>
            <a:ext cx="3629278" cy="276999"/>
          </a:xfrm>
          <a:prstGeom prst="rect">
            <a:avLst/>
          </a:prstGeom>
        </p:spPr>
        <p:txBody>
          <a:bodyPr tIns="0"/>
          <a:lstStyle>
            <a:lvl1pPr>
              <a:lnSpc>
                <a:spcPct val="100000"/>
              </a:lnSpc>
              <a:defRPr lang="en-US" sz="1200" b="1" kern="1200" spc="0" dirty="0" smtClean="0">
                <a:solidFill>
                  <a:srgbClr val="000000"/>
                </a:solidFill>
                <a:latin typeface="+mn-lt"/>
                <a:ea typeface="+mn-ea"/>
                <a:cs typeface="+mn-cs"/>
              </a:defRPr>
            </a:lvl1pPr>
          </a:lstStyle>
          <a:p>
            <a:pPr lvl="0"/>
            <a:r>
              <a:rPr lang="en-US"/>
              <a:t>Caption title Segoe bold 10/12. </a:t>
            </a:r>
          </a:p>
        </p:txBody>
      </p:sp>
      <p:sp>
        <p:nvSpPr>
          <p:cNvPr id="17" name="Text Placeholder 4"/>
          <p:cNvSpPr>
            <a:spLocks noGrp="1"/>
          </p:cNvSpPr>
          <p:nvPr>
            <p:ph type="body" sz="quarter" idx="18" hasCustomPrompt="1"/>
          </p:nvPr>
        </p:nvSpPr>
        <p:spPr>
          <a:xfrm>
            <a:off x="4303152" y="5947380"/>
            <a:ext cx="3607487" cy="307777"/>
          </a:xfrm>
          <a:prstGeom prst="rect">
            <a:avLst/>
          </a:prstGeom>
        </p:spPr>
        <p:txBody>
          <a:bodyPr vert="horz" wrap="square" lIns="0" tIns="0" rIns="0" bIns="0" rtlCol="0">
            <a:spAutoFit/>
          </a:bodyPr>
          <a:lstStyle>
            <a:lvl1pPr>
              <a:lnSpc>
                <a:spcPct val="100000"/>
              </a:lnSpc>
              <a:tabLst/>
              <a:defRPr lang="en-US" sz="1000" b="0" i="0" spc="0" dirty="0" smtClean="0">
                <a:solidFill>
                  <a:srgbClr val="000000"/>
                </a:solidFill>
                <a:latin typeface="+mn-lt"/>
              </a:defRPr>
            </a:lvl1pPr>
          </a:lstStyle>
          <a:p>
            <a:pPr lvl="0"/>
            <a:r>
              <a:rPr lang="en-US"/>
              <a:t>Caption body copy Segoe UI Regular 10/12. The quick brown fox jumps over the lazy dog.</a:t>
            </a:r>
          </a:p>
        </p:txBody>
      </p:sp>
      <p:sp>
        <p:nvSpPr>
          <p:cNvPr id="21" name="Chart Placeholder 6"/>
          <p:cNvSpPr>
            <a:spLocks noGrp="1"/>
          </p:cNvSpPr>
          <p:nvPr>
            <p:ph type="chart" sz="quarter" idx="23"/>
          </p:nvPr>
        </p:nvSpPr>
        <p:spPr>
          <a:xfrm>
            <a:off x="8139412" y="1950780"/>
            <a:ext cx="3623051" cy="3534843"/>
          </a:xfrm>
          <a:prstGeom prst="rect">
            <a:avLst/>
          </a:prstGeom>
        </p:spPr>
        <p:txBody>
          <a:bodyPr anchor="ctr">
            <a:noAutofit/>
          </a:bodyPr>
          <a:lstStyle>
            <a:lvl1pPr marL="0" indent="0" algn="ctr">
              <a:buNone/>
              <a:defRPr sz="2353">
                <a:solidFill>
                  <a:srgbClr val="000000"/>
                </a:solidFill>
              </a:defRPr>
            </a:lvl1pPr>
          </a:lstStyle>
          <a:p>
            <a:r>
              <a:rPr lang="en-US"/>
              <a:t>Click icon to add chart</a:t>
            </a:r>
          </a:p>
        </p:txBody>
      </p:sp>
      <p:sp>
        <p:nvSpPr>
          <p:cNvPr id="24" name="Text Placeholder 4">
            <a:extLst>
              <a:ext uri="{FF2B5EF4-FFF2-40B4-BE49-F238E27FC236}">
                <a16:creationId xmlns:a16="http://schemas.microsoft.com/office/drawing/2014/main" id="{37057046-E219-41F6-8045-1E763292CBB4}"/>
              </a:ext>
            </a:extLst>
          </p:cNvPr>
          <p:cNvSpPr>
            <a:spLocks noGrp="1"/>
          </p:cNvSpPr>
          <p:nvPr>
            <p:ph type="body" sz="quarter" idx="27" hasCustomPrompt="1"/>
          </p:nvPr>
        </p:nvSpPr>
        <p:spPr>
          <a:xfrm>
            <a:off x="8139413" y="5947380"/>
            <a:ext cx="3607487" cy="307777"/>
          </a:xfrm>
          <a:prstGeom prst="rect">
            <a:avLst/>
          </a:prstGeom>
        </p:spPr>
        <p:txBody>
          <a:bodyPr vert="horz" wrap="square" lIns="0" tIns="0" rIns="0" bIns="0" rtlCol="0">
            <a:spAutoFit/>
          </a:bodyPr>
          <a:lstStyle>
            <a:lvl1pPr>
              <a:lnSpc>
                <a:spcPct val="100000"/>
              </a:lnSpc>
              <a:tabLst/>
              <a:defRPr lang="en-US" sz="1000" b="0" i="0" spc="0" dirty="0" smtClean="0">
                <a:solidFill>
                  <a:srgbClr val="000000"/>
                </a:solidFill>
                <a:latin typeface="+mn-lt"/>
              </a:defRPr>
            </a:lvl1pPr>
          </a:lstStyle>
          <a:p>
            <a:pPr lvl="0"/>
            <a:r>
              <a:rPr lang="en-US"/>
              <a:t>Caption body copy Segoe UI Regular 10/12. The quick brown fox jumps over the lazy dog.</a:t>
            </a:r>
          </a:p>
        </p:txBody>
      </p:sp>
      <p:sp>
        <p:nvSpPr>
          <p:cNvPr id="23" name="Text Placeholder 3">
            <a:extLst>
              <a:ext uri="{FF2B5EF4-FFF2-40B4-BE49-F238E27FC236}">
                <a16:creationId xmlns:a16="http://schemas.microsoft.com/office/drawing/2014/main" id="{5EDACCCB-301A-4273-9EA6-AD055BB5B0AF}"/>
              </a:ext>
            </a:extLst>
          </p:cNvPr>
          <p:cNvSpPr>
            <a:spLocks noGrp="1"/>
          </p:cNvSpPr>
          <p:nvPr>
            <p:ph type="body" sz="quarter" idx="26" hasCustomPrompt="1"/>
          </p:nvPr>
        </p:nvSpPr>
        <p:spPr>
          <a:xfrm>
            <a:off x="8139413" y="5670381"/>
            <a:ext cx="3629278" cy="276999"/>
          </a:xfrm>
          <a:prstGeom prst="rect">
            <a:avLst/>
          </a:prstGeom>
        </p:spPr>
        <p:txBody>
          <a:bodyPr tIns="0"/>
          <a:lstStyle>
            <a:lvl1pPr>
              <a:lnSpc>
                <a:spcPct val="100000"/>
              </a:lnSpc>
              <a:defRPr lang="en-US" sz="1200" b="1" kern="1200" spc="0" dirty="0" smtClean="0">
                <a:solidFill>
                  <a:srgbClr val="000000"/>
                </a:solidFill>
                <a:latin typeface="+mn-lt"/>
                <a:ea typeface="+mn-ea"/>
                <a:cs typeface="+mn-cs"/>
              </a:defRPr>
            </a:lvl1pPr>
          </a:lstStyle>
          <a:p>
            <a:pPr lvl="0"/>
            <a:r>
              <a:rPr lang="en-US"/>
              <a:t>Caption title Segoe bold 10/12. </a:t>
            </a:r>
          </a:p>
        </p:txBody>
      </p:sp>
      <p:sp>
        <p:nvSpPr>
          <p:cNvPr id="3" name="Footer Placeholder 1">
            <a:extLst>
              <a:ext uri="{FF2B5EF4-FFF2-40B4-BE49-F238E27FC236}">
                <a16:creationId xmlns:a16="http://schemas.microsoft.com/office/drawing/2014/main" id="{FA5328AC-6A58-453B-9802-C4F04C292953}"/>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
        <p:nvSpPr>
          <p:cNvPr id="5" name="Title 4">
            <a:extLst>
              <a:ext uri="{FF2B5EF4-FFF2-40B4-BE49-F238E27FC236}">
                <a16:creationId xmlns:a16="http://schemas.microsoft.com/office/drawing/2014/main" id="{4C72913C-59D3-4340-A6C5-32B69C2989A0}"/>
              </a:ext>
            </a:extLst>
          </p:cNvPr>
          <p:cNvSpPr>
            <a:spLocks noGrp="1"/>
          </p:cNvSpPr>
          <p:nvPr>
            <p:ph type="title"/>
          </p:nvPr>
        </p:nvSpPr>
        <p:spPr/>
        <p:txBody>
          <a:bodyPr/>
          <a:lstStyle/>
          <a:p>
            <a:r>
              <a:rPr lang="en-US"/>
              <a:t>Click to edit Master title style</a:t>
            </a:r>
            <a:endParaRPr lang="fr-FR"/>
          </a:p>
        </p:txBody>
      </p:sp>
    </p:spTree>
    <p:extLst>
      <p:ext uri="{BB962C8B-B14F-4D97-AF65-F5344CB8AC3E}">
        <p14:creationId xmlns:p14="http://schemas.microsoft.com/office/powerpoint/2010/main" val="1313885856"/>
      </p:ext>
    </p:extLst>
  </p:cSld>
  <p:clrMapOvr>
    <a:masterClrMapping/>
  </p:clrMapOvr>
  <p:transition>
    <p:fade/>
  </p:transition>
  <p:hf sldNum="0" hdr="0" ftr="0" dt="0"/>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Table layou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9320125-45A4-4C74-9D99-B161A1AC8C9F}"/>
              </a:ext>
            </a:extLst>
          </p:cNvPr>
          <p:cNvSpPr>
            <a:spLocks noGrp="1"/>
          </p:cNvSpPr>
          <p:nvPr>
            <p:ph type="title"/>
          </p:nvPr>
        </p:nvSpPr>
        <p:spPr/>
        <p:txBody>
          <a:bodyPr/>
          <a:lstStyle/>
          <a:p>
            <a:r>
              <a:rPr lang="en-US"/>
              <a:t>Click to edit Master title style</a:t>
            </a:r>
          </a:p>
        </p:txBody>
      </p:sp>
      <p:sp>
        <p:nvSpPr>
          <p:cNvPr id="4" name="Table Placeholder 3"/>
          <p:cNvSpPr>
            <a:spLocks noGrp="1"/>
          </p:cNvSpPr>
          <p:nvPr>
            <p:ph type="tbl" sz="quarter" idx="10"/>
          </p:nvPr>
        </p:nvSpPr>
        <p:spPr>
          <a:xfrm>
            <a:off x="418644" y="1457324"/>
            <a:ext cx="11343820" cy="4960181"/>
          </a:xfrm>
          <a:prstGeom prst="rect">
            <a:avLst/>
          </a:prstGeom>
        </p:spPr>
        <p:txBody>
          <a:bodyPr anchor="ctr" anchorCtr="0"/>
          <a:lstStyle>
            <a:lvl1pPr algn="ctr">
              <a:defRPr sz="2400"/>
            </a:lvl1pPr>
          </a:lstStyle>
          <a:p>
            <a:r>
              <a:rPr lang="en-US"/>
              <a:t>Click icon to add table</a:t>
            </a:r>
          </a:p>
        </p:txBody>
      </p:sp>
      <p:sp>
        <p:nvSpPr>
          <p:cNvPr id="2" name="Footer Placeholder 1">
            <a:extLst>
              <a:ext uri="{FF2B5EF4-FFF2-40B4-BE49-F238E27FC236}">
                <a16:creationId xmlns:a16="http://schemas.microsoft.com/office/drawing/2014/main" id="{71E5784C-2CDD-4699-AC34-0D913D75C715}"/>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1945576104"/>
      </p:ext>
    </p:extLst>
  </p:cSld>
  <p:clrMapOvr>
    <a:masterClrMapping/>
  </p:clrMapOvr>
  <p:transition>
    <p:fade/>
  </p:transition>
  <p:hf sldNum="0" hdr="0" ftr="0" dt="0"/>
</p:sldLayout>
</file>

<file path=ppt/slideLayouts/slideLayout43.xml><?xml version="1.0" encoding="utf-8"?>
<p:sldLayout xmlns:a="http://schemas.openxmlformats.org/drawingml/2006/main" xmlns:r="http://schemas.openxmlformats.org/officeDocument/2006/relationships" xmlns:p="http://schemas.openxmlformats.org/presentationml/2006/main">
  <p:cSld name="1_Text option 4">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E9BCCFC-4FF6-4830-A847-5D80FC718EF3}"/>
              </a:ext>
            </a:extLst>
          </p:cNvPr>
          <p:cNvSpPr>
            <a:spLocks noGrp="1"/>
          </p:cNvSpPr>
          <p:nvPr>
            <p:ph type="title"/>
          </p:nvPr>
        </p:nvSpPr>
        <p:spPr/>
        <p:txBody>
          <a:bodyPr/>
          <a:lstStyle/>
          <a:p>
            <a:r>
              <a:rPr lang="en-US"/>
              <a:t>Click to edit Master title style</a:t>
            </a:r>
          </a:p>
        </p:txBody>
      </p:sp>
      <p:sp>
        <p:nvSpPr>
          <p:cNvPr id="5" name="Text Placeholder 4"/>
          <p:cNvSpPr>
            <a:spLocks noGrp="1"/>
          </p:cNvSpPr>
          <p:nvPr>
            <p:ph type="body" sz="quarter" idx="11" hasCustomPrompt="1"/>
          </p:nvPr>
        </p:nvSpPr>
        <p:spPr>
          <a:xfrm>
            <a:off x="431095" y="2740880"/>
            <a:ext cx="2603367" cy="2988507"/>
          </a:xfrm>
        </p:spPr>
        <p:txBody>
          <a:bodyPr lIns="0" tIns="0" rIns="0" bIns="0">
            <a:noAutofit/>
          </a:bodyPr>
          <a:lstStyle>
            <a:lvl1pPr marL="0" indent="0">
              <a:lnSpc>
                <a:spcPct val="100000"/>
              </a:lnSpc>
              <a:spcBef>
                <a:spcPts val="200"/>
              </a:spcBef>
              <a:spcAft>
                <a:spcPts val="600"/>
              </a:spcAft>
              <a:buNone/>
              <a:defRPr lang="en-US" sz="1400" b="1"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200"/>
              </a:spcBef>
              <a:spcAft>
                <a:spcPts val="600"/>
              </a:spcAft>
              <a:buClrTx/>
              <a:buSzPct val="90000"/>
              <a:buFont typeface="Arial" panose="020B0604020202020204" pitchFamily="34" charset="0"/>
              <a:buNone/>
              <a:tabLst/>
              <a:defRPr lang="en-US" sz="1400" kern="1200" spc="0" baseline="0" dirty="0">
                <a:solidFill>
                  <a:schemeClr val="tx1"/>
                </a:solidFill>
                <a:latin typeface="+mn-lt"/>
                <a:ea typeface="+mn-ea"/>
                <a:cs typeface="+mn-cs"/>
              </a:defRPr>
            </a:lvl2pPr>
            <a:lvl3pPr marL="448193" indent="0">
              <a:buNone/>
              <a:defRPr/>
            </a:lvl3pPr>
            <a:lvl4pPr marL="672290" indent="0">
              <a:buNone/>
              <a:defRPr/>
            </a:lvl4pPr>
            <a:lvl5pPr marL="896386" indent="0">
              <a:buNone/>
              <a:defRPr/>
            </a:lvl5pPr>
          </a:lstStyle>
          <a:p>
            <a:pPr marL="0" marR="0" lvl="0" indent="0" algn="l" defTabSz="914367" rtl="0" eaLnBrk="1" fontAlgn="auto" latinLnBrk="0" hangingPunct="1">
              <a:lnSpc>
                <a:spcPct val="100000"/>
              </a:lnSpc>
              <a:spcBef>
                <a:spcPts val="392"/>
              </a:spcBef>
              <a:spcAft>
                <a:spcPts val="588"/>
              </a:spcAft>
              <a:buClrTx/>
              <a:buSzPct val="90000"/>
              <a:buFont typeface="Wingdings" panose="05000000000000000000" pitchFamily="2" charset="2"/>
              <a:buNone/>
              <a:tabLst/>
            </a:pPr>
            <a:r>
              <a:rPr lang="en-US"/>
              <a:t>Paragraph title Segoe UI bold 14</a:t>
            </a:r>
          </a:p>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14" name="Text Placeholder 4"/>
          <p:cNvSpPr>
            <a:spLocks noGrp="1"/>
          </p:cNvSpPr>
          <p:nvPr>
            <p:ph type="body" sz="quarter" idx="15" hasCustomPrompt="1"/>
          </p:nvPr>
        </p:nvSpPr>
        <p:spPr>
          <a:xfrm>
            <a:off x="3344578" y="2739464"/>
            <a:ext cx="2603367" cy="2988507"/>
          </a:xfrm>
        </p:spPr>
        <p:txBody>
          <a:bodyPr lIns="0" tIns="0" rIns="0" bIns="0">
            <a:noAutofit/>
          </a:bodyPr>
          <a:lstStyle>
            <a:lvl1pPr marL="0" indent="0">
              <a:lnSpc>
                <a:spcPct val="100000"/>
              </a:lnSpc>
              <a:spcBef>
                <a:spcPts val="200"/>
              </a:spcBef>
              <a:spcAft>
                <a:spcPts val="600"/>
              </a:spcAft>
              <a:buNone/>
              <a:defRPr lang="en-US" sz="1400" b="1"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200"/>
              </a:spcBef>
              <a:spcAft>
                <a:spcPts val="600"/>
              </a:spcAft>
              <a:buClrTx/>
              <a:buSzPct val="90000"/>
              <a:buFont typeface="Arial" panose="020B0604020202020204" pitchFamily="34" charset="0"/>
              <a:buNone/>
              <a:tabLst/>
              <a:defRPr sz="1400">
                <a:solidFill>
                  <a:schemeClr val="tx1"/>
                </a:solidFill>
              </a:defRPr>
            </a:lvl2pPr>
            <a:lvl3pPr marL="448193" indent="0">
              <a:buNone/>
              <a:defRPr/>
            </a:lvl3pPr>
            <a:lvl4pPr marL="672290" indent="0">
              <a:buNone/>
              <a:defRPr/>
            </a:lvl4pPr>
            <a:lvl5pPr marL="896386" indent="0">
              <a:buNone/>
              <a:defRPr/>
            </a:lvl5pPr>
          </a:lstStyle>
          <a:p>
            <a:pPr lvl="0"/>
            <a:r>
              <a:rPr lang="en-US"/>
              <a:t>Paragraph title Segoe UI bold 14</a:t>
            </a:r>
          </a:p>
          <a:p>
            <a:pPr lvl="1"/>
            <a:r>
              <a:rPr lang="en-US"/>
              <a:t>Body copy Segoe UI Regular 14/18. The quick brown fox jumps over the lazy dog. The quick brown fox jumps over the lazy dog. The quick brown fox jumps over the lazy dog.</a:t>
            </a:r>
          </a:p>
        </p:txBody>
      </p:sp>
      <p:sp>
        <p:nvSpPr>
          <p:cNvPr id="16" name="Text Placeholder 4"/>
          <p:cNvSpPr>
            <a:spLocks noGrp="1"/>
          </p:cNvSpPr>
          <p:nvPr>
            <p:ph type="body" sz="quarter" idx="17" hasCustomPrompt="1"/>
          </p:nvPr>
        </p:nvSpPr>
        <p:spPr>
          <a:xfrm>
            <a:off x="6258062" y="2739464"/>
            <a:ext cx="2603367" cy="2988507"/>
          </a:xfrm>
        </p:spPr>
        <p:txBody>
          <a:bodyPr lIns="0" tIns="0" rIns="0" bIns="0">
            <a:noAutofit/>
          </a:bodyPr>
          <a:lstStyle>
            <a:lvl1pPr marL="0" marR="0" indent="0" algn="l" defTabSz="914367" rtl="0" eaLnBrk="1" fontAlgn="auto" latinLnBrk="0" hangingPunct="1">
              <a:lnSpc>
                <a:spcPct val="100000"/>
              </a:lnSpc>
              <a:spcBef>
                <a:spcPts val="200"/>
              </a:spcBef>
              <a:spcAft>
                <a:spcPts val="600"/>
              </a:spcAft>
              <a:buClrTx/>
              <a:buSzPct val="90000"/>
              <a:buFont typeface="Wingdings" panose="05000000000000000000" pitchFamily="2" charset="2"/>
              <a:buNone/>
              <a:tabLst/>
              <a:defRPr lang="en-US" sz="1400" b="1"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200"/>
              </a:spcBef>
              <a:spcAft>
                <a:spcPts val="600"/>
              </a:spcAft>
              <a:buClrTx/>
              <a:buSzPct val="90000"/>
              <a:buFont typeface="Arial" panose="020B0604020202020204" pitchFamily="34" charset="0"/>
              <a:buNone/>
              <a:tabLst/>
              <a:defRPr lang="en-US" sz="1400" kern="1200" spc="0" baseline="0" dirty="0">
                <a:solidFill>
                  <a:schemeClr val="tx1"/>
                </a:solidFill>
                <a:latin typeface="+mn-lt"/>
                <a:ea typeface="+mn-ea"/>
                <a:cs typeface="+mn-cs"/>
              </a:defRPr>
            </a:lvl2pPr>
            <a:lvl3pPr marL="448193" indent="0">
              <a:buNone/>
              <a:defRPr/>
            </a:lvl3pPr>
            <a:lvl4pPr marL="672290" indent="0">
              <a:buNone/>
              <a:defRPr/>
            </a:lvl4pPr>
            <a:lvl5pPr marL="896386" indent="0">
              <a:buNone/>
              <a:defRPr/>
            </a:lvl5pPr>
          </a:lstStyle>
          <a:p>
            <a:pPr marL="0" marR="0" lvl="0" indent="0" algn="l" defTabSz="914367" rtl="0" eaLnBrk="1" fontAlgn="auto" latinLnBrk="0" hangingPunct="1">
              <a:lnSpc>
                <a:spcPct val="100000"/>
              </a:lnSpc>
              <a:spcBef>
                <a:spcPts val="392"/>
              </a:spcBef>
              <a:spcAft>
                <a:spcPts val="588"/>
              </a:spcAft>
              <a:buClrTx/>
              <a:buSzPct val="90000"/>
              <a:buFont typeface="Wingdings" panose="05000000000000000000" pitchFamily="2" charset="2"/>
              <a:buNone/>
              <a:tabLst/>
            </a:pPr>
            <a:r>
              <a:rPr lang="en-US"/>
              <a:t>Paragraph title Segoe UI bold 14</a:t>
            </a:r>
          </a:p>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18" name="Text Placeholder 4"/>
          <p:cNvSpPr>
            <a:spLocks noGrp="1"/>
          </p:cNvSpPr>
          <p:nvPr>
            <p:ph type="body" sz="quarter" idx="19" hasCustomPrompt="1"/>
          </p:nvPr>
        </p:nvSpPr>
        <p:spPr>
          <a:xfrm>
            <a:off x="9171546" y="2739464"/>
            <a:ext cx="2603367" cy="2988507"/>
          </a:xfrm>
        </p:spPr>
        <p:txBody>
          <a:bodyPr lIns="0" tIns="0" rIns="0" bIns="0">
            <a:noAutofit/>
          </a:bodyPr>
          <a:lstStyle>
            <a:lvl1pPr marL="0" marR="0" indent="0" algn="l" defTabSz="914367" rtl="0" eaLnBrk="1" fontAlgn="auto" latinLnBrk="0" hangingPunct="1">
              <a:lnSpc>
                <a:spcPct val="100000"/>
              </a:lnSpc>
              <a:spcBef>
                <a:spcPts val="200"/>
              </a:spcBef>
              <a:spcAft>
                <a:spcPts val="600"/>
              </a:spcAft>
              <a:buClrTx/>
              <a:buSzPct val="90000"/>
              <a:buFont typeface="Wingdings" panose="05000000000000000000" pitchFamily="2" charset="2"/>
              <a:buNone/>
              <a:tabLst/>
              <a:defRPr lang="en-US" sz="1400" b="1"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200"/>
              </a:spcBef>
              <a:spcAft>
                <a:spcPts val="600"/>
              </a:spcAft>
              <a:buClrTx/>
              <a:buSzPct val="90000"/>
              <a:buFont typeface="Arial" panose="020B0604020202020204" pitchFamily="34" charset="0"/>
              <a:buNone/>
              <a:tabLst/>
              <a:defRPr lang="en-US" sz="1400" kern="1200" spc="0" baseline="0" dirty="0">
                <a:solidFill>
                  <a:schemeClr val="tx1"/>
                </a:solidFill>
                <a:latin typeface="+mn-lt"/>
                <a:ea typeface="+mn-ea"/>
                <a:cs typeface="+mn-cs"/>
              </a:defRPr>
            </a:lvl2pPr>
            <a:lvl3pPr marL="448193" indent="0">
              <a:buNone/>
              <a:defRPr/>
            </a:lvl3pPr>
            <a:lvl4pPr marL="672290" indent="0">
              <a:buNone/>
              <a:defRPr/>
            </a:lvl4pPr>
            <a:lvl5pPr marL="896386" indent="0">
              <a:buNone/>
              <a:defRPr/>
            </a:lvl5pPr>
          </a:lstStyle>
          <a:p>
            <a:pPr marL="0" marR="0" lvl="0" indent="0" algn="l" defTabSz="914367" rtl="0" eaLnBrk="1" fontAlgn="auto" latinLnBrk="0" hangingPunct="1">
              <a:lnSpc>
                <a:spcPct val="100000"/>
              </a:lnSpc>
              <a:spcBef>
                <a:spcPts val="392"/>
              </a:spcBef>
              <a:spcAft>
                <a:spcPts val="588"/>
              </a:spcAft>
              <a:buClrTx/>
              <a:buSzPct val="90000"/>
              <a:buFont typeface="Wingdings" panose="05000000000000000000" pitchFamily="2" charset="2"/>
              <a:buNone/>
              <a:tabLst/>
            </a:pPr>
            <a:r>
              <a:rPr lang="en-US"/>
              <a:t>Paragraph title Segoe UI bold 14</a:t>
            </a:r>
          </a:p>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7" name="Straight Connector 6">
            <a:extLst>
              <a:ext uri="{FF2B5EF4-FFF2-40B4-BE49-F238E27FC236}">
                <a16:creationId xmlns:a16="http://schemas.microsoft.com/office/drawing/2014/main" id="{44738245-4240-4679-8431-2218AB616298}"/>
              </a:ext>
              <a:ext uri="{C183D7F6-B498-43B3-948B-1728B52AA6E4}">
                <adec:decorative xmlns:adec="http://schemas.microsoft.com/office/drawing/2017/decorative" val="1"/>
              </a:ext>
            </a:extLst>
          </p:cNvPr>
          <p:cNvCxnSpPr>
            <a:cxnSpLocks/>
          </p:cNvCxnSpPr>
          <p:nvPr/>
        </p:nvCxnSpPr>
        <p:spPr>
          <a:xfrm>
            <a:off x="3189521" y="2798024"/>
            <a:ext cx="0" cy="179285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E9099E02-C7DB-4453-A260-90431D88E427}"/>
              </a:ext>
              <a:ext uri="{C183D7F6-B498-43B3-948B-1728B52AA6E4}">
                <adec:decorative xmlns:adec="http://schemas.microsoft.com/office/drawing/2017/decorative" val="1"/>
              </a:ext>
            </a:extLst>
          </p:cNvPr>
          <p:cNvCxnSpPr>
            <a:cxnSpLocks/>
          </p:cNvCxnSpPr>
          <p:nvPr/>
        </p:nvCxnSpPr>
        <p:spPr>
          <a:xfrm>
            <a:off x="6103006" y="2798024"/>
            <a:ext cx="0" cy="179285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C193CAE-888D-4B82-A6DF-559BB7F55658}"/>
              </a:ext>
              <a:ext uri="{C183D7F6-B498-43B3-948B-1728B52AA6E4}">
                <adec:decorative xmlns:adec="http://schemas.microsoft.com/office/drawing/2017/decorative" val="1"/>
              </a:ext>
            </a:extLst>
          </p:cNvPr>
          <p:cNvCxnSpPr>
            <a:cxnSpLocks/>
          </p:cNvCxnSpPr>
          <p:nvPr/>
        </p:nvCxnSpPr>
        <p:spPr>
          <a:xfrm>
            <a:off x="9016490" y="2798024"/>
            <a:ext cx="0" cy="179285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2" name="Footer Placeholder 1">
            <a:extLst>
              <a:ext uri="{FF2B5EF4-FFF2-40B4-BE49-F238E27FC236}">
                <a16:creationId xmlns:a16="http://schemas.microsoft.com/office/drawing/2014/main" id="{35DDF1D4-BDBC-4EF5-9960-9F822820EEDA}"/>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1562569207"/>
      </p:ext>
    </p:extLst>
  </p:cSld>
  <p:clrMapOvr>
    <a:masterClrMapping/>
  </p:clrMapOvr>
  <p:transition>
    <p:fade/>
  </p:transition>
  <p:hf sldNum="0" hdr="0" ftr="0" dt="0"/>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Lab exercise layout - 1">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two rows</a:t>
            </a:r>
          </a:p>
        </p:txBody>
      </p:sp>
      <p:sp>
        <p:nvSpPr>
          <p:cNvPr id="5" name="Text Placeholder 4"/>
          <p:cNvSpPr>
            <a:spLocks noGrp="1"/>
          </p:cNvSpPr>
          <p:nvPr>
            <p:ph type="body" sz="quarter" idx="11" hasCustomPrompt="1"/>
          </p:nvPr>
        </p:nvSpPr>
        <p:spPr>
          <a:xfrm>
            <a:off x="1568744" y="1456896"/>
            <a:ext cx="10204614" cy="896552"/>
          </a:xfrm>
        </p:spPr>
        <p:txBody>
          <a:bodyPr wrap="square" lIns="0" tIns="0" rIns="0" bIns="0" anchor="t">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2400" b="0">
                <a:solidFill>
                  <a:schemeClr val="tx1"/>
                </a:solidFill>
                <a:latin typeface="+mj-lt"/>
              </a:defRPr>
            </a:lvl2pPr>
            <a:lvl3pPr marL="448193" indent="0">
              <a:buNone/>
              <a:defRPr/>
            </a:lvl3pPr>
            <a:lvl4pPr marL="672290" indent="0">
              <a:buNone/>
              <a:defRPr/>
            </a:lvl4pPr>
            <a:lvl5pPr marL="896386" indent="0">
              <a:buNone/>
              <a:defRPr/>
            </a:lvl5pPr>
          </a:lstStyle>
          <a:p>
            <a:pPr lvl="1"/>
            <a:r>
              <a:rPr lang="en-US"/>
              <a:t>Body copy Segoe UI </a:t>
            </a:r>
            <a:r>
              <a:rPr lang="en-US" err="1"/>
              <a:t>Semibold</a:t>
            </a:r>
            <a:r>
              <a:rPr lang="en-US"/>
              <a:t> 20/24. </a:t>
            </a:r>
          </a:p>
          <a:p>
            <a:pPr lvl="1"/>
            <a:r>
              <a:rPr lang="en-US"/>
              <a:t>The quick brown fox jumps over the lazy dog. The quick brown fox jumps over the lazy dog. The quick brown fox jumps over the lazy dog.</a:t>
            </a:r>
          </a:p>
        </p:txBody>
      </p:sp>
      <p:sp>
        <p:nvSpPr>
          <p:cNvPr id="14" name="Text Placeholder 4"/>
          <p:cNvSpPr>
            <a:spLocks noGrp="1"/>
          </p:cNvSpPr>
          <p:nvPr>
            <p:ph type="body" sz="quarter" idx="15" hasCustomPrompt="1"/>
          </p:nvPr>
        </p:nvSpPr>
        <p:spPr>
          <a:xfrm>
            <a:off x="432090" y="2980724"/>
            <a:ext cx="11341268" cy="537176"/>
          </a:xfrm>
        </p:spPr>
        <p:txBody>
          <a:bodyPr wrap="square" lIns="0" tIns="0" rIns="0" bIns="0" anchor="t">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2400" b="0">
                <a:solidFill>
                  <a:schemeClr val="tx1"/>
                </a:solidFill>
                <a:latin typeface="+mj-lt"/>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a:t>
            </a:r>
            <a:r>
              <a:rPr lang="en-US" err="1"/>
              <a:t>Semibold</a:t>
            </a:r>
            <a:r>
              <a:rPr lang="en-US"/>
              <a:t> 20/24.</a:t>
            </a:r>
          </a:p>
        </p:txBody>
      </p:sp>
      <p:sp>
        <p:nvSpPr>
          <p:cNvPr id="4" name="Text Placeholder 3">
            <a:extLst>
              <a:ext uri="{FF2B5EF4-FFF2-40B4-BE49-F238E27FC236}">
                <a16:creationId xmlns:a16="http://schemas.microsoft.com/office/drawing/2014/main" id="{F4E0FEDF-0787-478A-A851-B03CCD9001F3}"/>
              </a:ext>
            </a:extLst>
          </p:cNvPr>
          <p:cNvSpPr>
            <a:spLocks noGrp="1"/>
          </p:cNvSpPr>
          <p:nvPr>
            <p:ph type="body" sz="quarter" idx="16"/>
          </p:nvPr>
        </p:nvSpPr>
        <p:spPr>
          <a:xfrm>
            <a:off x="432090" y="3517900"/>
            <a:ext cx="5435768" cy="2006600"/>
          </a:xfrm>
          <a:ln w="19050">
            <a:solidFill>
              <a:schemeClr val="tx2"/>
            </a:solidFill>
          </a:ln>
        </p:spPr>
        <p:txBody>
          <a:bodyPr lIns="182880" tIns="137160" rIns="182880">
            <a:noAutofit/>
          </a:bodyPr>
          <a:lstStyle>
            <a:lvl1pPr>
              <a:defRPr sz="2000">
                <a:solidFill>
                  <a:schemeClr val="tx1"/>
                </a:solidFill>
              </a:defRPr>
            </a:lvl1pPr>
            <a:lvl2pPr>
              <a:defRPr sz="1800">
                <a:solidFill>
                  <a:schemeClr val="tx1"/>
                </a:solidFill>
              </a:defRPr>
            </a:lvl2pPr>
          </a:lstStyle>
          <a:p>
            <a:pPr lvl="0"/>
            <a:r>
              <a:rPr lang="en-US"/>
              <a:t>Click to edit Master text styles</a:t>
            </a:r>
          </a:p>
          <a:p>
            <a:pPr lvl="1"/>
            <a:r>
              <a:rPr lang="en-US"/>
              <a:t>Second level</a:t>
            </a:r>
          </a:p>
        </p:txBody>
      </p:sp>
      <p:sp>
        <p:nvSpPr>
          <p:cNvPr id="7" name="Text Placeholder 3">
            <a:extLst>
              <a:ext uri="{FF2B5EF4-FFF2-40B4-BE49-F238E27FC236}">
                <a16:creationId xmlns:a16="http://schemas.microsoft.com/office/drawing/2014/main" id="{225DC022-FEF0-43F5-AF4D-034F780F910E}"/>
              </a:ext>
            </a:extLst>
          </p:cNvPr>
          <p:cNvSpPr>
            <a:spLocks noGrp="1"/>
          </p:cNvSpPr>
          <p:nvPr>
            <p:ph type="body" sz="quarter" idx="17"/>
          </p:nvPr>
        </p:nvSpPr>
        <p:spPr>
          <a:xfrm>
            <a:off x="6337590" y="3517900"/>
            <a:ext cx="5435768" cy="2006600"/>
          </a:xfrm>
          <a:ln w="19050">
            <a:solidFill>
              <a:schemeClr val="tx2"/>
            </a:solidFill>
          </a:ln>
        </p:spPr>
        <p:txBody>
          <a:bodyPr lIns="182880" tIns="137160" rIns="182880">
            <a:noAutofit/>
          </a:bodyPr>
          <a:lstStyle>
            <a:lvl1pPr>
              <a:defRPr sz="2000">
                <a:solidFill>
                  <a:schemeClr val="tx1"/>
                </a:solidFill>
              </a:defRPr>
            </a:lvl1pPr>
            <a:lvl2pPr>
              <a:defRPr sz="1800">
                <a:solidFill>
                  <a:schemeClr val="tx1"/>
                </a:solidFill>
              </a:defRPr>
            </a:lvl2pPr>
          </a:lstStyle>
          <a:p>
            <a:pPr lvl="0"/>
            <a:r>
              <a:rPr lang="en-US"/>
              <a:t>Click to edit Master text styles</a:t>
            </a:r>
          </a:p>
          <a:p>
            <a:pPr lvl="1"/>
            <a:r>
              <a:rPr lang="en-US"/>
              <a:t>Second level</a:t>
            </a:r>
          </a:p>
        </p:txBody>
      </p:sp>
      <p:sp>
        <p:nvSpPr>
          <p:cNvPr id="2" name="Footer Placeholder 1">
            <a:extLst>
              <a:ext uri="{FF2B5EF4-FFF2-40B4-BE49-F238E27FC236}">
                <a16:creationId xmlns:a16="http://schemas.microsoft.com/office/drawing/2014/main" id="{6E88CC05-5984-4661-94A2-4BD7378D4A33}"/>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1004711312"/>
      </p:ext>
    </p:extLst>
  </p:cSld>
  <p:clrMapOvr>
    <a:masterClrMapping/>
  </p:clrMapOvr>
  <p:transition>
    <p:fade/>
  </p:transition>
  <p:hf sldNum="0" hdr="0" ftr="0" dt="0"/>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Lab exercise layout - 2">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three rows</a:t>
            </a:r>
          </a:p>
        </p:txBody>
      </p:sp>
      <p:sp>
        <p:nvSpPr>
          <p:cNvPr id="14" name="Text Placeholder 4"/>
          <p:cNvSpPr>
            <a:spLocks noGrp="1"/>
          </p:cNvSpPr>
          <p:nvPr>
            <p:ph type="body" sz="quarter" idx="15" hasCustomPrompt="1"/>
          </p:nvPr>
        </p:nvSpPr>
        <p:spPr>
          <a:xfrm>
            <a:off x="432090" y="1456896"/>
            <a:ext cx="11341268" cy="537176"/>
          </a:xfrm>
        </p:spPr>
        <p:txBody>
          <a:bodyPr wrap="square" lIns="0" tIns="0" rIns="0" bIns="0" anchor="t">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2400" b="0">
                <a:solidFill>
                  <a:schemeClr val="tx1"/>
                </a:solidFill>
                <a:latin typeface="+mj-lt"/>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a:t>
            </a:r>
            <a:r>
              <a:rPr lang="en-US" err="1"/>
              <a:t>Semibold</a:t>
            </a:r>
            <a:r>
              <a:rPr lang="en-US"/>
              <a:t> 20/24.</a:t>
            </a:r>
          </a:p>
        </p:txBody>
      </p:sp>
      <p:sp>
        <p:nvSpPr>
          <p:cNvPr id="4" name="Text Placeholder 3">
            <a:extLst>
              <a:ext uri="{FF2B5EF4-FFF2-40B4-BE49-F238E27FC236}">
                <a16:creationId xmlns:a16="http://schemas.microsoft.com/office/drawing/2014/main" id="{F4E0FEDF-0787-478A-A851-B03CCD9001F3}"/>
              </a:ext>
            </a:extLst>
          </p:cNvPr>
          <p:cNvSpPr>
            <a:spLocks noGrp="1"/>
          </p:cNvSpPr>
          <p:nvPr>
            <p:ph type="body" sz="quarter" idx="16"/>
          </p:nvPr>
        </p:nvSpPr>
        <p:spPr>
          <a:xfrm>
            <a:off x="432089" y="1994072"/>
            <a:ext cx="3650357" cy="2006600"/>
          </a:xfrm>
          <a:ln w="19050">
            <a:solidFill>
              <a:schemeClr val="tx2"/>
            </a:solidFill>
          </a:ln>
        </p:spPr>
        <p:txBody>
          <a:bodyPr lIns="182880" tIns="137160" rIns="182880">
            <a:noAutofit/>
          </a:bodyPr>
          <a:lstStyle>
            <a:lvl1pPr>
              <a:defRPr sz="2000">
                <a:solidFill>
                  <a:schemeClr val="tx1"/>
                </a:solidFill>
              </a:defRPr>
            </a:lvl1pPr>
            <a:lvl2pPr>
              <a:defRPr sz="1800">
                <a:solidFill>
                  <a:schemeClr val="tx1"/>
                </a:solidFill>
              </a:defRPr>
            </a:lvl2pPr>
          </a:lstStyle>
          <a:p>
            <a:pPr lvl="0"/>
            <a:r>
              <a:rPr lang="en-US"/>
              <a:t>Click to edit Master text styles</a:t>
            </a:r>
          </a:p>
          <a:p>
            <a:pPr lvl="1"/>
            <a:r>
              <a:rPr lang="en-US"/>
              <a:t>Second level</a:t>
            </a:r>
          </a:p>
        </p:txBody>
      </p:sp>
      <p:sp>
        <p:nvSpPr>
          <p:cNvPr id="7" name="Text Placeholder 3">
            <a:extLst>
              <a:ext uri="{FF2B5EF4-FFF2-40B4-BE49-F238E27FC236}">
                <a16:creationId xmlns:a16="http://schemas.microsoft.com/office/drawing/2014/main" id="{225DC022-FEF0-43F5-AF4D-034F780F910E}"/>
              </a:ext>
            </a:extLst>
          </p:cNvPr>
          <p:cNvSpPr>
            <a:spLocks noGrp="1"/>
          </p:cNvSpPr>
          <p:nvPr>
            <p:ph type="body" sz="quarter" idx="17"/>
          </p:nvPr>
        </p:nvSpPr>
        <p:spPr>
          <a:xfrm>
            <a:off x="4277544" y="1994072"/>
            <a:ext cx="3650357" cy="2006600"/>
          </a:xfrm>
          <a:ln w="19050">
            <a:solidFill>
              <a:schemeClr val="tx2"/>
            </a:solidFill>
          </a:ln>
        </p:spPr>
        <p:txBody>
          <a:bodyPr lIns="182880" tIns="137160" rIns="182880">
            <a:noAutofit/>
          </a:bodyPr>
          <a:lstStyle>
            <a:lvl1pPr>
              <a:defRPr sz="2000">
                <a:solidFill>
                  <a:schemeClr val="tx1"/>
                </a:solidFill>
              </a:defRPr>
            </a:lvl1pPr>
            <a:lvl2pPr>
              <a:defRPr sz="1800">
                <a:solidFill>
                  <a:schemeClr val="tx1"/>
                </a:solidFill>
              </a:defRPr>
            </a:lvl2pPr>
          </a:lstStyle>
          <a:p>
            <a:pPr lvl="0"/>
            <a:r>
              <a:rPr lang="en-US"/>
              <a:t>Click to edit Master text styles</a:t>
            </a:r>
          </a:p>
          <a:p>
            <a:pPr lvl="1"/>
            <a:r>
              <a:rPr lang="en-US"/>
              <a:t>Second level</a:t>
            </a:r>
          </a:p>
        </p:txBody>
      </p:sp>
      <p:sp>
        <p:nvSpPr>
          <p:cNvPr id="8" name="Text Placeholder 3">
            <a:extLst>
              <a:ext uri="{FF2B5EF4-FFF2-40B4-BE49-F238E27FC236}">
                <a16:creationId xmlns:a16="http://schemas.microsoft.com/office/drawing/2014/main" id="{BAA6534B-85AD-4091-8AA3-8445CC36C8FE}"/>
              </a:ext>
            </a:extLst>
          </p:cNvPr>
          <p:cNvSpPr>
            <a:spLocks noGrp="1"/>
          </p:cNvSpPr>
          <p:nvPr>
            <p:ph type="body" sz="quarter" idx="18"/>
          </p:nvPr>
        </p:nvSpPr>
        <p:spPr>
          <a:xfrm>
            <a:off x="8123000" y="1994072"/>
            <a:ext cx="3650357" cy="2006600"/>
          </a:xfrm>
          <a:ln w="19050">
            <a:solidFill>
              <a:schemeClr val="tx2"/>
            </a:solidFill>
          </a:ln>
        </p:spPr>
        <p:txBody>
          <a:bodyPr lIns="182880" tIns="137160" rIns="182880">
            <a:noAutofit/>
          </a:bodyPr>
          <a:lstStyle>
            <a:lvl1pPr>
              <a:defRPr sz="2000">
                <a:solidFill>
                  <a:schemeClr val="tx1"/>
                </a:solidFill>
              </a:defRPr>
            </a:lvl1pPr>
            <a:lvl2pPr>
              <a:defRPr sz="1800">
                <a:solidFill>
                  <a:schemeClr val="tx1"/>
                </a:solidFill>
              </a:defRPr>
            </a:lvl2pPr>
          </a:lstStyle>
          <a:p>
            <a:pPr lvl="0"/>
            <a:r>
              <a:rPr lang="en-US"/>
              <a:t>Click to edit Master text styles</a:t>
            </a:r>
          </a:p>
          <a:p>
            <a:pPr lvl="1"/>
            <a:r>
              <a:rPr lang="en-US"/>
              <a:t>Second level</a:t>
            </a:r>
          </a:p>
        </p:txBody>
      </p:sp>
      <p:sp>
        <p:nvSpPr>
          <p:cNvPr id="2" name="Footer Placeholder 1">
            <a:extLst>
              <a:ext uri="{FF2B5EF4-FFF2-40B4-BE49-F238E27FC236}">
                <a16:creationId xmlns:a16="http://schemas.microsoft.com/office/drawing/2014/main" id="{7A1D06E4-7443-4456-ADAE-C55531420538}"/>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988937734"/>
      </p:ext>
    </p:extLst>
  </p:cSld>
  <p:clrMapOvr>
    <a:masterClrMapping/>
  </p:clrMapOvr>
  <p:transition>
    <p:fade/>
  </p:transition>
  <p:hf sldNum="0" hdr="0" ftr="0" dt="0"/>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Lab exercise layout - 3">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three rows</a:t>
            </a:r>
          </a:p>
        </p:txBody>
      </p:sp>
      <p:sp>
        <p:nvSpPr>
          <p:cNvPr id="14" name="Text Placeholder 4"/>
          <p:cNvSpPr>
            <a:spLocks noGrp="1"/>
          </p:cNvSpPr>
          <p:nvPr>
            <p:ph type="body" sz="quarter" idx="15" hasCustomPrompt="1"/>
          </p:nvPr>
        </p:nvSpPr>
        <p:spPr>
          <a:xfrm>
            <a:off x="432090" y="1456896"/>
            <a:ext cx="11341268" cy="537176"/>
          </a:xfrm>
        </p:spPr>
        <p:txBody>
          <a:bodyPr wrap="square" lIns="0" tIns="0" rIns="0" bIns="0" anchor="t">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2400" b="0">
                <a:solidFill>
                  <a:schemeClr val="tx1"/>
                </a:solidFill>
                <a:latin typeface="+mj-lt"/>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a:t>
            </a:r>
            <a:r>
              <a:rPr lang="en-US" err="1"/>
              <a:t>Semibold</a:t>
            </a:r>
            <a:r>
              <a:rPr lang="en-US"/>
              <a:t> 20/24.</a:t>
            </a:r>
          </a:p>
        </p:txBody>
      </p:sp>
      <p:sp>
        <p:nvSpPr>
          <p:cNvPr id="4" name="Text Placeholder 3">
            <a:extLst>
              <a:ext uri="{FF2B5EF4-FFF2-40B4-BE49-F238E27FC236}">
                <a16:creationId xmlns:a16="http://schemas.microsoft.com/office/drawing/2014/main" id="{F4E0FEDF-0787-478A-A851-B03CCD9001F3}"/>
              </a:ext>
            </a:extLst>
          </p:cNvPr>
          <p:cNvSpPr>
            <a:spLocks noGrp="1"/>
          </p:cNvSpPr>
          <p:nvPr>
            <p:ph type="body" sz="quarter" idx="16"/>
          </p:nvPr>
        </p:nvSpPr>
        <p:spPr>
          <a:xfrm>
            <a:off x="432089" y="1994072"/>
            <a:ext cx="3650357" cy="1752428"/>
          </a:xfrm>
          <a:ln w="19050">
            <a:solidFill>
              <a:schemeClr val="tx2"/>
            </a:solidFill>
          </a:ln>
        </p:spPr>
        <p:txBody>
          <a:bodyPr lIns="182880" tIns="137160" rIns="182880">
            <a:noAutofit/>
          </a:bodyPr>
          <a:lstStyle>
            <a:lvl1pPr>
              <a:defRPr sz="2000">
                <a:solidFill>
                  <a:schemeClr val="tx1"/>
                </a:solidFill>
              </a:defRPr>
            </a:lvl1pPr>
            <a:lvl2pPr>
              <a:defRPr sz="1800">
                <a:solidFill>
                  <a:schemeClr val="tx1"/>
                </a:solidFill>
              </a:defRPr>
            </a:lvl2pPr>
          </a:lstStyle>
          <a:p>
            <a:pPr lvl="0"/>
            <a:r>
              <a:rPr lang="en-US"/>
              <a:t>Click to edit Master text styles</a:t>
            </a:r>
          </a:p>
          <a:p>
            <a:pPr lvl="1"/>
            <a:r>
              <a:rPr lang="en-US"/>
              <a:t>Second level</a:t>
            </a:r>
          </a:p>
        </p:txBody>
      </p:sp>
      <p:sp>
        <p:nvSpPr>
          <p:cNvPr id="7" name="Text Placeholder 3">
            <a:extLst>
              <a:ext uri="{FF2B5EF4-FFF2-40B4-BE49-F238E27FC236}">
                <a16:creationId xmlns:a16="http://schemas.microsoft.com/office/drawing/2014/main" id="{225DC022-FEF0-43F5-AF4D-034F780F910E}"/>
              </a:ext>
            </a:extLst>
          </p:cNvPr>
          <p:cNvSpPr>
            <a:spLocks noGrp="1"/>
          </p:cNvSpPr>
          <p:nvPr>
            <p:ph type="body" sz="quarter" idx="17"/>
          </p:nvPr>
        </p:nvSpPr>
        <p:spPr>
          <a:xfrm>
            <a:off x="4277544" y="1994072"/>
            <a:ext cx="3650357" cy="1752428"/>
          </a:xfrm>
          <a:ln w="19050">
            <a:solidFill>
              <a:schemeClr val="tx2"/>
            </a:solidFill>
          </a:ln>
        </p:spPr>
        <p:txBody>
          <a:bodyPr lIns="182880" tIns="137160" rIns="182880">
            <a:noAutofit/>
          </a:bodyPr>
          <a:lstStyle>
            <a:lvl1pPr>
              <a:defRPr sz="2000">
                <a:solidFill>
                  <a:schemeClr val="tx1"/>
                </a:solidFill>
              </a:defRPr>
            </a:lvl1pPr>
            <a:lvl2pPr>
              <a:defRPr sz="1800">
                <a:solidFill>
                  <a:schemeClr val="tx1"/>
                </a:solidFill>
              </a:defRPr>
            </a:lvl2pPr>
          </a:lstStyle>
          <a:p>
            <a:pPr lvl="0"/>
            <a:r>
              <a:rPr lang="en-US"/>
              <a:t>Click to edit Master text styles</a:t>
            </a:r>
          </a:p>
          <a:p>
            <a:pPr lvl="1"/>
            <a:r>
              <a:rPr lang="en-US"/>
              <a:t>Second level</a:t>
            </a:r>
          </a:p>
        </p:txBody>
      </p:sp>
      <p:sp>
        <p:nvSpPr>
          <p:cNvPr id="8" name="Text Placeholder 3">
            <a:extLst>
              <a:ext uri="{FF2B5EF4-FFF2-40B4-BE49-F238E27FC236}">
                <a16:creationId xmlns:a16="http://schemas.microsoft.com/office/drawing/2014/main" id="{BAA6534B-85AD-4091-8AA3-8445CC36C8FE}"/>
              </a:ext>
            </a:extLst>
          </p:cNvPr>
          <p:cNvSpPr>
            <a:spLocks noGrp="1"/>
          </p:cNvSpPr>
          <p:nvPr>
            <p:ph type="body" sz="quarter" idx="18"/>
          </p:nvPr>
        </p:nvSpPr>
        <p:spPr>
          <a:xfrm>
            <a:off x="8123000" y="1994072"/>
            <a:ext cx="3650357" cy="1752428"/>
          </a:xfrm>
          <a:ln w="19050">
            <a:solidFill>
              <a:schemeClr val="tx2"/>
            </a:solidFill>
          </a:ln>
        </p:spPr>
        <p:txBody>
          <a:bodyPr lIns="182880" tIns="137160" rIns="182880">
            <a:noAutofit/>
          </a:bodyPr>
          <a:lstStyle>
            <a:lvl1pPr>
              <a:defRPr sz="2000">
                <a:solidFill>
                  <a:schemeClr val="tx1"/>
                </a:solidFill>
              </a:defRPr>
            </a:lvl1pPr>
            <a:lvl2pPr>
              <a:defRPr sz="1800">
                <a:solidFill>
                  <a:schemeClr val="tx1"/>
                </a:solidFill>
              </a:defRPr>
            </a:lvl2pPr>
          </a:lstStyle>
          <a:p>
            <a:pPr lvl="0"/>
            <a:r>
              <a:rPr lang="en-US"/>
              <a:t>Click to edit Master text styles</a:t>
            </a:r>
          </a:p>
          <a:p>
            <a:pPr lvl="1"/>
            <a:r>
              <a:rPr lang="en-US"/>
              <a:t>Second level</a:t>
            </a:r>
          </a:p>
        </p:txBody>
      </p:sp>
      <p:sp>
        <p:nvSpPr>
          <p:cNvPr id="9" name="Text Placeholder 3">
            <a:extLst>
              <a:ext uri="{FF2B5EF4-FFF2-40B4-BE49-F238E27FC236}">
                <a16:creationId xmlns:a16="http://schemas.microsoft.com/office/drawing/2014/main" id="{E6D80433-266B-4248-A258-DDF54D650DFC}"/>
              </a:ext>
            </a:extLst>
          </p:cNvPr>
          <p:cNvSpPr>
            <a:spLocks noGrp="1"/>
          </p:cNvSpPr>
          <p:nvPr>
            <p:ph type="body" sz="quarter" idx="19"/>
          </p:nvPr>
        </p:nvSpPr>
        <p:spPr>
          <a:xfrm>
            <a:off x="432089" y="3924472"/>
            <a:ext cx="3650357" cy="1752428"/>
          </a:xfrm>
          <a:ln w="19050">
            <a:solidFill>
              <a:schemeClr val="tx2"/>
            </a:solidFill>
          </a:ln>
        </p:spPr>
        <p:txBody>
          <a:bodyPr lIns="182880" tIns="137160" rIns="182880">
            <a:noAutofit/>
          </a:bodyPr>
          <a:lstStyle>
            <a:lvl1pPr>
              <a:defRPr sz="2000">
                <a:solidFill>
                  <a:schemeClr val="tx1"/>
                </a:solidFill>
              </a:defRPr>
            </a:lvl1pPr>
            <a:lvl2pPr>
              <a:defRPr sz="1800">
                <a:solidFill>
                  <a:schemeClr val="tx1"/>
                </a:solidFill>
              </a:defRPr>
            </a:lvl2pPr>
          </a:lstStyle>
          <a:p>
            <a:pPr lvl="0"/>
            <a:r>
              <a:rPr lang="en-US"/>
              <a:t>Click to edit Master text styles</a:t>
            </a:r>
          </a:p>
          <a:p>
            <a:pPr lvl="1"/>
            <a:r>
              <a:rPr lang="en-US"/>
              <a:t>Second level</a:t>
            </a:r>
          </a:p>
        </p:txBody>
      </p:sp>
      <p:sp>
        <p:nvSpPr>
          <p:cNvPr id="10" name="Text Placeholder 3">
            <a:extLst>
              <a:ext uri="{FF2B5EF4-FFF2-40B4-BE49-F238E27FC236}">
                <a16:creationId xmlns:a16="http://schemas.microsoft.com/office/drawing/2014/main" id="{1CFB4F84-2AE0-40B1-A3E4-5505E85C8B2E}"/>
              </a:ext>
            </a:extLst>
          </p:cNvPr>
          <p:cNvSpPr>
            <a:spLocks noGrp="1"/>
          </p:cNvSpPr>
          <p:nvPr>
            <p:ph type="body" sz="quarter" idx="20"/>
          </p:nvPr>
        </p:nvSpPr>
        <p:spPr>
          <a:xfrm>
            <a:off x="4277544" y="3924472"/>
            <a:ext cx="3650357" cy="1752428"/>
          </a:xfrm>
          <a:ln w="19050">
            <a:solidFill>
              <a:schemeClr val="tx2"/>
            </a:solidFill>
          </a:ln>
        </p:spPr>
        <p:txBody>
          <a:bodyPr lIns="182880" tIns="137160" rIns="182880">
            <a:noAutofit/>
          </a:bodyPr>
          <a:lstStyle>
            <a:lvl1pPr>
              <a:defRPr sz="2000">
                <a:solidFill>
                  <a:schemeClr val="tx1"/>
                </a:solidFill>
              </a:defRPr>
            </a:lvl1pPr>
            <a:lvl2pPr>
              <a:defRPr sz="1800">
                <a:solidFill>
                  <a:schemeClr val="tx1"/>
                </a:solidFill>
              </a:defRPr>
            </a:lvl2pPr>
          </a:lstStyle>
          <a:p>
            <a:pPr lvl="0"/>
            <a:r>
              <a:rPr lang="en-US"/>
              <a:t>Click to edit Master text styles</a:t>
            </a:r>
          </a:p>
          <a:p>
            <a:pPr lvl="1"/>
            <a:r>
              <a:rPr lang="en-US"/>
              <a:t>Second level</a:t>
            </a:r>
          </a:p>
        </p:txBody>
      </p:sp>
      <p:sp>
        <p:nvSpPr>
          <p:cNvPr id="11" name="Text Placeholder 3">
            <a:extLst>
              <a:ext uri="{FF2B5EF4-FFF2-40B4-BE49-F238E27FC236}">
                <a16:creationId xmlns:a16="http://schemas.microsoft.com/office/drawing/2014/main" id="{E6BF108F-CD54-497C-81CA-E67ED2BA7279}"/>
              </a:ext>
            </a:extLst>
          </p:cNvPr>
          <p:cNvSpPr>
            <a:spLocks noGrp="1"/>
          </p:cNvSpPr>
          <p:nvPr>
            <p:ph type="body" sz="quarter" idx="21"/>
          </p:nvPr>
        </p:nvSpPr>
        <p:spPr>
          <a:xfrm>
            <a:off x="8123000" y="3924472"/>
            <a:ext cx="3650357" cy="1752428"/>
          </a:xfrm>
          <a:ln w="19050">
            <a:solidFill>
              <a:schemeClr val="tx2"/>
            </a:solidFill>
          </a:ln>
        </p:spPr>
        <p:txBody>
          <a:bodyPr lIns="182880" tIns="137160" rIns="182880">
            <a:noAutofit/>
          </a:bodyPr>
          <a:lstStyle>
            <a:lvl1pPr>
              <a:defRPr sz="2000">
                <a:solidFill>
                  <a:schemeClr val="tx1"/>
                </a:solidFill>
              </a:defRPr>
            </a:lvl1pPr>
            <a:lvl2pPr>
              <a:defRPr sz="1800">
                <a:solidFill>
                  <a:schemeClr val="tx1"/>
                </a:solidFill>
              </a:defRPr>
            </a:lvl2pPr>
          </a:lstStyle>
          <a:p>
            <a:pPr lvl="0"/>
            <a:r>
              <a:rPr lang="en-US"/>
              <a:t>Click to edit Master text styles</a:t>
            </a:r>
          </a:p>
          <a:p>
            <a:pPr lvl="1"/>
            <a:r>
              <a:rPr lang="en-US"/>
              <a:t>Second level</a:t>
            </a:r>
          </a:p>
        </p:txBody>
      </p:sp>
      <p:sp>
        <p:nvSpPr>
          <p:cNvPr id="2" name="Footer Placeholder 1">
            <a:extLst>
              <a:ext uri="{FF2B5EF4-FFF2-40B4-BE49-F238E27FC236}">
                <a16:creationId xmlns:a16="http://schemas.microsoft.com/office/drawing/2014/main" id="{B097EA0F-56BD-4B59-86D1-C17851D8F2FF}"/>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2596906512"/>
      </p:ext>
    </p:extLst>
  </p:cSld>
  <p:clrMapOvr>
    <a:masterClrMapping/>
  </p:clrMapOvr>
  <p:transition>
    <p:fade/>
  </p:transition>
  <p:hf sldNum="0" hdr="0" ftr="0" dt="0"/>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Text option_2 row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four rows</a:t>
            </a:r>
          </a:p>
        </p:txBody>
      </p:sp>
      <p:sp>
        <p:nvSpPr>
          <p:cNvPr id="5" name="Text Placeholder 4"/>
          <p:cNvSpPr>
            <a:spLocks noGrp="1"/>
          </p:cNvSpPr>
          <p:nvPr>
            <p:ph type="body" sz="quarter" idx="11" hasCustomPrompt="1"/>
          </p:nvPr>
        </p:nvSpPr>
        <p:spPr>
          <a:xfrm>
            <a:off x="1568744" y="1456896"/>
            <a:ext cx="10204614" cy="896552"/>
          </a:xfr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r>
              <a:rPr lang="en-US"/>
              <a:t>Body copy Segoe UI Regular 14/18. The quick brown fox jumps over the lazy dog. The quick brown fox jumps over the lazy dog. The quick brown fox jumps over the lazy dog.</a:t>
            </a:r>
          </a:p>
        </p:txBody>
      </p:sp>
      <p:cxnSp>
        <p:nvCxnSpPr>
          <p:cNvPr id="7" name="Straight Connector 6">
            <a:extLst>
              <a:ext uri="{FF2B5EF4-FFF2-40B4-BE49-F238E27FC236}">
                <a16:creationId xmlns:a16="http://schemas.microsoft.com/office/drawing/2014/main" id="{8AF631F7-0FD6-4620-8D4C-845139540698}"/>
              </a:ext>
              <a:ext uri="{C183D7F6-B498-43B3-948B-1728B52AA6E4}">
                <adec:decorative xmlns:adec="http://schemas.microsoft.com/office/drawing/2017/decorative" val="1"/>
              </a:ext>
            </a:extLst>
          </p:cNvPr>
          <p:cNvCxnSpPr>
            <a:cxnSpLocks/>
          </p:cNvCxnSpPr>
          <p:nvPr/>
        </p:nvCxnSpPr>
        <p:spPr>
          <a:xfrm>
            <a:off x="1568744" y="2667086"/>
            <a:ext cx="1019116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568744" y="2980724"/>
            <a:ext cx="10204614" cy="896552"/>
          </a:xfr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2" name="Footer Placeholder 1">
            <a:extLst>
              <a:ext uri="{FF2B5EF4-FFF2-40B4-BE49-F238E27FC236}">
                <a16:creationId xmlns:a16="http://schemas.microsoft.com/office/drawing/2014/main" id="{3F2E7435-DA42-4296-B846-4E91740D178D}"/>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2661640112"/>
      </p:ext>
    </p:extLst>
  </p:cSld>
  <p:clrMapOvr>
    <a:masterClrMapping/>
  </p:clrMapOvr>
  <p:transition>
    <p:fade/>
  </p:transition>
  <p:hf sldNum="0" hdr="0" ftr="0" dt="0"/>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Text option_3 row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four rows</a:t>
            </a:r>
          </a:p>
        </p:txBody>
      </p:sp>
      <p:sp>
        <p:nvSpPr>
          <p:cNvPr id="5" name="Text Placeholder 4"/>
          <p:cNvSpPr>
            <a:spLocks noGrp="1"/>
          </p:cNvSpPr>
          <p:nvPr>
            <p:ph type="body" sz="quarter" idx="11" hasCustomPrompt="1"/>
          </p:nvPr>
        </p:nvSpPr>
        <p:spPr>
          <a:xfrm>
            <a:off x="1568744" y="1456896"/>
            <a:ext cx="10204614" cy="896552"/>
          </a:xfr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r>
              <a:rPr lang="en-US"/>
              <a:t>Body copy Segoe UI Regular 14/18. The quick brown fox jumps over the lazy dog. The quick brown fox jumps over the lazy dog. The quick brown fox jumps over the lazy dog.</a:t>
            </a:r>
          </a:p>
        </p:txBody>
      </p:sp>
      <p:cxnSp>
        <p:nvCxnSpPr>
          <p:cNvPr id="7" name="Straight Connector 6">
            <a:extLst>
              <a:ext uri="{FF2B5EF4-FFF2-40B4-BE49-F238E27FC236}">
                <a16:creationId xmlns:a16="http://schemas.microsoft.com/office/drawing/2014/main" id="{8AF631F7-0FD6-4620-8D4C-845139540698}"/>
              </a:ext>
              <a:ext uri="{C183D7F6-B498-43B3-948B-1728B52AA6E4}">
                <adec:decorative xmlns:adec="http://schemas.microsoft.com/office/drawing/2017/decorative" val="1"/>
              </a:ext>
            </a:extLst>
          </p:cNvPr>
          <p:cNvCxnSpPr>
            <a:cxnSpLocks/>
          </p:cNvCxnSpPr>
          <p:nvPr/>
        </p:nvCxnSpPr>
        <p:spPr>
          <a:xfrm>
            <a:off x="1568744" y="2450308"/>
            <a:ext cx="1019116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568744" y="2546889"/>
            <a:ext cx="10204614" cy="896552"/>
          </a:xfr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8" name="Straight Connector 7">
            <a:extLst>
              <a:ext uri="{FF2B5EF4-FFF2-40B4-BE49-F238E27FC236}">
                <a16:creationId xmlns:a16="http://schemas.microsoft.com/office/drawing/2014/main" id="{13359E8F-F4BC-46D9-A456-1AEF499C6D31}"/>
              </a:ext>
              <a:ext uri="{C183D7F6-B498-43B3-948B-1728B52AA6E4}">
                <adec:decorative xmlns:adec="http://schemas.microsoft.com/office/drawing/2017/decorative" val="1"/>
              </a:ext>
            </a:extLst>
          </p:cNvPr>
          <p:cNvCxnSpPr>
            <a:cxnSpLocks/>
          </p:cNvCxnSpPr>
          <p:nvPr/>
        </p:nvCxnSpPr>
        <p:spPr>
          <a:xfrm>
            <a:off x="1568744" y="3540146"/>
            <a:ext cx="1019116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568744" y="3636882"/>
            <a:ext cx="10204614" cy="896552"/>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2" name="Footer Placeholder 1">
            <a:extLst>
              <a:ext uri="{FF2B5EF4-FFF2-40B4-BE49-F238E27FC236}">
                <a16:creationId xmlns:a16="http://schemas.microsoft.com/office/drawing/2014/main" id="{7A2B48ED-C92C-41E9-BE87-4EFFC1455674}"/>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121423542"/>
      </p:ext>
    </p:extLst>
  </p:cSld>
  <p:clrMapOvr>
    <a:masterClrMapping/>
  </p:clrMapOvr>
  <p:transition>
    <p:fade/>
  </p:transition>
  <p:hf sldNum="0" hdr="0" ftr="0" dt="0"/>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Text option_4 row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four rows</a:t>
            </a:r>
          </a:p>
        </p:txBody>
      </p:sp>
      <p:sp>
        <p:nvSpPr>
          <p:cNvPr id="5" name="Text Placeholder 4"/>
          <p:cNvSpPr>
            <a:spLocks noGrp="1"/>
          </p:cNvSpPr>
          <p:nvPr>
            <p:ph type="body" sz="quarter" idx="11" hasCustomPrompt="1"/>
          </p:nvPr>
        </p:nvSpPr>
        <p:spPr>
          <a:xfrm>
            <a:off x="1568744" y="1456896"/>
            <a:ext cx="10204614" cy="896552"/>
          </a:xfr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r>
              <a:rPr lang="en-US"/>
              <a:t>Body copy Segoe UI Regular 14/18. The quick brown fox jumps over the lazy dog. The quick brown fox jumps over the lazy dog. The quick brown fox jumps over the lazy dog.</a:t>
            </a:r>
          </a:p>
        </p:txBody>
      </p:sp>
      <p:cxnSp>
        <p:nvCxnSpPr>
          <p:cNvPr id="7" name="Straight Connector 6">
            <a:extLst>
              <a:ext uri="{FF2B5EF4-FFF2-40B4-BE49-F238E27FC236}">
                <a16:creationId xmlns:a16="http://schemas.microsoft.com/office/drawing/2014/main" id="{8AF631F7-0FD6-4620-8D4C-845139540698}"/>
              </a:ext>
              <a:ext uri="{C183D7F6-B498-43B3-948B-1728B52AA6E4}">
                <adec:decorative xmlns:adec="http://schemas.microsoft.com/office/drawing/2017/decorative" val="1"/>
              </a:ext>
            </a:extLst>
          </p:cNvPr>
          <p:cNvCxnSpPr>
            <a:cxnSpLocks/>
          </p:cNvCxnSpPr>
          <p:nvPr/>
        </p:nvCxnSpPr>
        <p:spPr>
          <a:xfrm>
            <a:off x="1568744" y="2450308"/>
            <a:ext cx="1019116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568744" y="2546889"/>
            <a:ext cx="10204614" cy="896552"/>
          </a:xfr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8" name="Straight Connector 7">
            <a:extLst>
              <a:ext uri="{FF2B5EF4-FFF2-40B4-BE49-F238E27FC236}">
                <a16:creationId xmlns:a16="http://schemas.microsoft.com/office/drawing/2014/main" id="{13359E8F-F4BC-46D9-A456-1AEF499C6D31}"/>
              </a:ext>
              <a:ext uri="{C183D7F6-B498-43B3-948B-1728B52AA6E4}">
                <adec:decorative xmlns:adec="http://schemas.microsoft.com/office/drawing/2017/decorative" val="1"/>
              </a:ext>
            </a:extLst>
          </p:cNvPr>
          <p:cNvCxnSpPr>
            <a:cxnSpLocks/>
          </p:cNvCxnSpPr>
          <p:nvPr/>
        </p:nvCxnSpPr>
        <p:spPr>
          <a:xfrm>
            <a:off x="1568744" y="3540146"/>
            <a:ext cx="1019116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568744" y="3636882"/>
            <a:ext cx="10204614" cy="896552"/>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9" name="Straight Connector 8">
            <a:extLst>
              <a:ext uri="{FF2B5EF4-FFF2-40B4-BE49-F238E27FC236}">
                <a16:creationId xmlns:a16="http://schemas.microsoft.com/office/drawing/2014/main" id="{15248E5B-B35D-43BA-B0E9-DDA9F982CABC}"/>
              </a:ext>
              <a:ext uri="{C183D7F6-B498-43B3-948B-1728B52AA6E4}">
                <adec:decorative xmlns:adec="http://schemas.microsoft.com/office/drawing/2017/decorative" val="1"/>
              </a:ext>
            </a:extLst>
          </p:cNvPr>
          <p:cNvCxnSpPr>
            <a:cxnSpLocks/>
          </p:cNvCxnSpPr>
          <p:nvPr/>
        </p:nvCxnSpPr>
        <p:spPr>
          <a:xfrm>
            <a:off x="1568744" y="4629985"/>
            <a:ext cx="1019116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p:cNvSpPr>
            <a:spLocks noGrp="1"/>
          </p:cNvSpPr>
          <p:nvPr>
            <p:ph type="body" sz="quarter" idx="19" hasCustomPrompt="1"/>
          </p:nvPr>
        </p:nvSpPr>
        <p:spPr>
          <a:xfrm>
            <a:off x="1568744" y="4726875"/>
            <a:ext cx="10204614" cy="896552"/>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r>
              <a:rPr lang="en-US"/>
              <a:t>Body copy Segoe UI Regular 14/18. The quick brown fox jumps over the lazy dog. The quick brown fox jumps over the lazy dog. The quick brown fox jumps over the lazy dog.</a:t>
            </a:r>
          </a:p>
        </p:txBody>
      </p:sp>
      <p:sp>
        <p:nvSpPr>
          <p:cNvPr id="2" name="Footer Placeholder 1">
            <a:extLst>
              <a:ext uri="{FF2B5EF4-FFF2-40B4-BE49-F238E27FC236}">
                <a16:creationId xmlns:a16="http://schemas.microsoft.com/office/drawing/2014/main" id="{84CDC89F-49F0-4D24-9E6F-B7B972EB3B8F}"/>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2870114294"/>
      </p:ext>
    </p:extLst>
  </p:cSld>
  <p:clrMapOvr>
    <a:masterClrMapping/>
  </p:clrMapOvr>
  <p:transition>
    <p:fade/>
  </p:transition>
  <p:hf sldNum="0" hdr="0" ftr="0" dt="0"/>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Text option_5 row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five rows</a:t>
            </a:r>
          </a:p>
        </p:txBody>
      </p:sp>
      <p:sp>
        <p:nvSpPr>
          <p:cNvPr id="5" name="Text Placeholder 4"/>
          <p:cNvSpPr>
            <a:spLocks noGrp="1"/>
          </p:cNvSpPr>
          <p:nvPr>
            <p:ph type="body" sz="quarter" idx="11" hasCustomPrompt="1"/>
          </p:nvPr>
        </p:nvSpPr>
        <p:spPr>
          <a:xfrm>
            <a:off x="1568744" y="1456896"/>
            <a:ext cx="10204614" cy="896552"/>
          </a:xfr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8" name="Straight Connector 7">
            <a:extLst>
              <a:ext uri="{FF2B5EF4-FFF2-40B4-BE49-F238E27FC236}">
                <a16:creationId xmlns:a16="http://schemas.microsoft.com/office/drawing/2014/main" id="{18C7A5BA-6D5F-4F89-8133-5E7B5AFA5388}"/>
              </a:ext>
              <a:ext uri="{C183D7F6-B498-43B3-948B-1728B52AA6E4}">
                <adec:decorative xmlns:adec="http://schemas.microsoft.com/office/drawing/2017/decorative" val="1"/>
              </a:ext>
            </a:extLst>
          </p:cNvPr>
          <p:cNvCxnSpPr>
            <a:cxnSpLocks/>
          </p:cNvCxnSpPr>
          <p:nvPr/>
        </p:nvCxnSpPr>
        <p:spPr>
          <a:xfrm>
            <a:off x="1568744" y="2412957"/>
            <a:ext cx="1019116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568744" y="2472176"/>
            <a:ext cx="10204614" cy="896552"/>
          </a:xfr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9" name="Straight Connector 8">
            <a:extLst>
              <a:ext uri="{FF2B5EF4-FFF2-40B4-BE49-F238E27FC236}">
                <a16:creationId xmlns:a16="http://schemas.microsoft.com/office/drawing/2014/main" id="{CBD0695E-5B97-44BE-B0A8-F9214D354151}"/>
              </a:ext>
              <a:ext uri="{C183D7F6-B498-43B3-948B-1728B52AA6E4}">
                <adec:decorative xmlns:adec="http://schemas.microsoft.com/office/drawing/2017/decorative" val="1"/>
              </a:ext>
            </a:extLst>
          </p:cNvPr>
          <p:cNvCxnSpPr>
            <a:cxnSpLocks/>
          </p:cNvCxnSpPr>
          <p:nvPr/>
        </p:nvCxnSpPr>
        <p:spPr>
          <a:xfrm>
            <a:off x="1568744" y="3428093"/>
            <a:ext cx="1019116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568744" y="3487457"/>
            <a:ext cx="10204614" cy="896552"/>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10" name="Straight Connector 9">
            <a:extLst>
              <a:ext uri="{FF2B5EF4-FFF2-40B4-BE49-F238E27FC236}">
                <a16:creationId xmlns:a16="http://schemas.microsoft.com/office/drawing/2014/main" id="{D602F602-8AD2-44FB-96AC-197B0B03616F}"/>
              </a:ext>
              <a:ext uri="{C183D7F6-B498-43B3-948B-1728B52AA6E4}">
                <adec:decorative xmlns:adec="http://schemas.microsoft.com/office/drawing/2017/decorative" val="1"/>
              </a:ext>
            </a:extLst>
          </p:cNvPr>
          <p:cNvCxnSpPr>
            <a:cxnSpLocks/>
          </p:cNvCxnSpPr>
          <p:nvPr/>
        </p:nvCxnSpPr>
        <p:spPr>
          <a:xfrm>
            <a:off x="1568744" y="4443230"/>
            <a:ext cx="1019116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p:cNvSpPr>
            <a:spLocks noGrp="1"/>
          </p:cNvSpPr>
          <p:nvPr>
            <p:ph type="body" sz="quarter" idx="19" hasCustomPrompt="1"/>
          </p:nvPr>
        </p:nvSpPr>
        <p:spPr>
          <a:xfrm>
            <a:off x="1568744" y="4502737"/>
            <a:ext cx="10204614" cy="896552"/>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11" name="Straight Connector 10">
            <a:extLst>
              <a:ext uri="{FF2B5EF4-FFF2-40B4-BE49-F238E27FC236}">
                <a16:creationId xmlns:a16="http://schemas.microsoft.com/office/drawing/2014/main" id="{C5EE9FF8-98D9-46AE-9E3D-2F72E00C7752}"/>
              </a:ext>
              <a:ext uri="{C183D7F6-B498-43B3-948B-1728B52AA6E4}">
                <adec:decorative xmlns:adec="http://schemas.microsoft.com/office/drawing/2017/decorative" val="1"/>
              </a:ext>
            </a:extLst>
          </p:cNvPr>
          <p:cNvCxnSpPr>
            <a:cxnSpLocks/>
          </p:cNvCxnSpPr>
          <p:nvPr/>
        </p:nvCxnSpPr>
        <p:spPr>
          <a:xfrm>
            <a:off x="1568744" y="5458366"/>
            <a:ext cx="1019116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20" name="Text Placeholder 4"/>
          <p:cNvSpPr>
            <a:spLocks noGrp="1"/>
          </p:cNvSpPr>
          <p:nvPr>
            <p:ph type="body" sz="quarter" idx="21" hasCustomPrompt="1"/>
          </p:nvPr>
        </p:nvSpPr>
        <p:spPr>
          <a:xfrm>
            <a:off x="1568744" y="5518016"/>
            <a:ext cx="10204614" cy="896552"/>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2" name="Footer Placeholder 1">
            <a:extLst>
              <a:ext uri="{FF2B5EF4-FFF2-40B4-BE49-F238E27FC236}">
                <a16:creationId xmlns:a16="http://schemas.microsoft.com/office/drawing/2014/main" id="{4ED2AB97-27A5-4C49-966A-5D75D13B8CC2}"/>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2855539965"/>
      </p:ext>
    </p:extLst>
  </p:cSld>
  <p:clrMapOvr>
    <a:masterClrMapping/>
  </p:clrMapOvr>
  <p:transition>
    <p:fade/>
  </p:transition>
  <p:hf sldNum="0" hdr="0" ftr="0" dt="0"/>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Text option_6 row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six rows</a:t>
            </a:r>
          </a:p>
        </p:txBody>
      </p:sp>
      <p:sp>
        <p:nvSpPr>
          <p:cNvPr id="5" name="Text Placeholder 4"/>
          <p:cNvSpPr>
            <a:spLocks noGrp="1"/>
          </p:cNvSpPr>
          <p:nvPr>
            <p:ph type="body" sz="quarter" idx="11" hasCustomPrompt="1"/>
          </p:nvPr>
        </p:nvSpPr>
        <p:spPr>
          <a:xfrm>
            <a:off x="1389459" y="1456896"/>
            <a:ext cx="10383899" cy="728448"/>
          </a:xfr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9" name="Straight Connector 8">
            <a:extLst>
              <a:ext uri="{FF2B5EF4-FFF2-40B4-BE49-F238E27FC236}">
                <a16:creationId xmlns:a16="http://schemas.microsoft.com/office/drawing/2014/main" id="{91176662-41A1-45F5-9F2A-CB3D5785A657}"/>
              </a:ext>
              <a:ext uri="{C183D7F6-B498-43B3-948B-1728B52AA6E4}">
                <adec:decorative xmlns:adec="http://schemas.microsoft.com/office/drawing/2017/decorative" val="1"/>
              </a:ext>
            </a:extLst>
          </p:cNvPr>
          <p:cNvCxnSpPr>
            <a:cxnSpLocks/>
          </p:cNvCxnSpPr>
          <p:nvPr/>
        </p:nvCxnSpPr>
        <p:spPr>
          <a:xfrm>
            <a:off x="1403101" y="2244505"/>
            <a:ext cx="10356811"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389459" y="2303329"/>
            <a:ext cx="10383899" cy="728448"/>
          </a:xfr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10" name="Straight Connector 9">
            <a:extLst>
              <a:ext uri="{FF2B5EF4-FFF2-40B4-BE49-F238E27FC236}">
                <a16:creationId xmlns:a16="http://schemas.microsoft.com/office/drawing/2014/main" id="{F1B8295B-9399-43B5-961D-6D1444246663}"/>
              </a:ext>
              <a:ext uri="{C183D7F6-B498-43B3-948B-1728B52AA6E4}">
                <adec:decorative xmlns:adec="http://schemas.microsoft.com/office/drawing/2017/decorative" val="1"/>
              </a:ext>
            </a:extLst>
          </p:cNvPr>
          <p:cNvCxnSpPr>
            <a:cxnSpLocks/>
          </p:cNvCxnSpPr>
          <p:nvPr/>
        </p:nvCxnSpPr>
        <p:spPr>
          <a:xfrm>
            <a:off x="1403101" y="3090816"/>
            <a:ext cx="10356811"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389459" y="3149762"/>
            <a:ext cx="10383899" cy="728448"/>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15" name="Straight Connector 14">
            <a:extLst>
              <a:ext uri="{FF2B5EF4-FFF2-40B4-BE49-F238E27FC236}">
                <a16:creationId xmlns:a16="http://schemas.microsoft.com/office/drawing/2014/main" id="{8661FE75-B00C-4695-B37C-FB53546A5F0A}"/>
              </a:ext>
              <a:ext uri="{C183D7F6-B498-43B3-948B-1728B52AA6E4}">
                <adec:decorative xmlns:adec="http://schemas.microsoft.com/office/drawing/2017/decorative" val="1"/>
              </a:ext>
            </a:extLst>
          </p:cNvPr>
          <p:cNvCxnSpPr>
            <a:cxnSpLocks/>
          </p:cNvCxnSpPr>
          <p:nvPr/>
        </p:nvCxnSpPr>
        <p:spPr>
          <a:xfrm>
            <a:off x="1403101" y="3937128"/>
            <a:ext cx="10356811"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p:cNvSpPr>
            <a:spLocks noGrp="1"/>
          </p:cNvSpPr>
          <p:nvPr>
            <p:ph type="body" sz="quarter" idx="19" hasCustomPrompt="1"/>
          </p:nvPr>
        </p:nvSpPr>
        <p:spPr>
          <a:xfrm>
            <a:off x="1389459" y="3996194"/>
            <a:ext cx="10383899" cy="728448"/>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11" name="Straight Connector 10">
            <a:extLst>
              <a:ext uri="{FF2B5EF4-FFF2-40B4-BE49-F238E27FC236}">
                <a16:creationId xmlns:a16="http://schemas.microsoft.com/office/drawing/2014/main" id="{44FEBE66-8971-4138-8B29-7373BB7CD1B7}"/>
              </a:ext>
              <a:ext uri="{C183D7F6-B498-43B3-948B-1728B52AA6E4}">
                <adec:decorative xmlns:adec="http://schemas.microsoft.com/office/drawing/2017/decorative" val="1"/>
              </a:ext>
            </a:extLst>
          </p:cNvPr>
          <p:cNvCxnSpPr>
            <a:cxnSpLocks/>
          </p:cNvCxnSpPr>
          <p:nvPr/>
        </p:nvCxnSpPr>
        <p:spPr>
          <a:xfrm>
            <a:off x="1403101" y="4783440"/>
            <a:ext cx="10356811"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20" name="Text Placeholder 4"/>
          <p:cNvSpPr>
            <a:spLocks noGrp="1"/>
          </p:cNvSpPr>
          <p:nvPr>
            <p:ph type="body" sz="quarter" idx="21" hasCustomPrompt="1"/>
          </p:nvPr>
        </p:nvSpPr>
        <p:spPr>
          <a:xfrm>
            <a:off x="1389459" y="4842627"/>
            <a:ext cx="10383899" cy="728448"/>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12" name="Straight Connector 11">
            <a:extLst>
              <a:ext uri="{FF2B5EF4-FFF2-40B4-BE49-F238E27FC236}">
                <a16:creationId xmlns:a16="http://schemas.microsoft.com/office/drawing/2014/main" id="{EE9B15D9-25BA-4AE3-B36D-961D8C817DC1}"/>
              </a:ext>
              <a:ext uri="{C183D7F6-B498-43B3-948B-1728B52AA6E4}">
                <adec:decorative xmlns:adec="http://schemas.microsoft.com/office/drawing/2017/decorative" val="1"/>
              </a:ext>
            </a:extLst>
          </p:cNvPr>
          <p:cNvCxnSpPr>
            <a:cxnSpLocks/>
          </p:cNvCxnSpPr>
          <p:nvPr/>
        </p:nvCxnSpPr>
        <p:spPr>
          <a:xfrm>
            <a:off x="1403101" y="5629751"/>
            <a:ext cx="10356811"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3" name="Text Placeholder 4">
            <a:extLst>
              <a:ext uri="{FF2B5EF4-FFF2-40B4-BE49-F238E27FC236}">
                <a16:creationId xmlns:a16="http://schemas.microsoft.com/office/drawing/2014/main" id="{4349BD30-0784-4B45-BEA2-C53624DF62CA}"/>
              </a:ext>
            </a:extLst>
          </p:cNvPr>
          <p:cNvSpPr>
            <a:spLocks noGrp="1"/>
          </p:cNvSpPr>
          <p:nvPr>
            <p:ph type="body" sz="quarter" idx="30" hasCustomPrompt="1"/>
          </p:nvPr>
        </p:nvSpPr>
        <p:spPr>
          <a:xfrm>
            <a:off x="1389459" y="5689059"/>
            <a:ext cx="10383899" cy="728448"/>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2" name="Footer Placeholder 1">
            <a:extLst>
              <a:ext uri="{FF2B5EF4-FFF2-40B4-BE49-F238E27FC236}">
                <a16:creationId xmlns:a16="http://schemas.microsoft.com/office/drawing/2014/main" id="{EA2F36BF-4C66-4F60-9687-8A7789E05AB2}"/>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3319336479"/>
      </p:ext>
    </p:extLst>
  </p:cSld>
  <p:clrMapOvr>
    <a:masterClrMapping/>
  </p:clrMapOvr>
  <p:transition>
    <p:fade/>
  </p:transition>
  <p:hf sldNum="0" hdr="0" ftr="0" dt="0"/>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Text option- Text three rows &amp; two column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three rows &amp; two columns</a:t>
            </a:r>
          </a:p>
        </p:txBody>
      </p:sp>
      <p:sp>
        <p:nvSpPr>
          <p:cNvPr id="5" name="Text Placeholder 4"/>
          <p:cNvSpPr>
            <a:spLocks noGrp="1"/>
          </p:cNvSpPr>
          <p:nvPr>
            <p:ph type="body" sz="quarter" idx="11" hasCustomPrompt="1"/>
          </p:nvPr>
        </p:nvSpPr>
        <p:spPr>
          <a:xfrm>
            <a:off x="1568744" y="1456896"/>
            <a:ext cx="4393416" cy="1271868"/>
          </a:xfrm>
        </p:spPr>
        <p:txBody>
          <a:bodyPr wrap="square" lIns="0" tIns="0" rIns="0" bIns="0" anchor="t">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3" name="Straight Connector 12">
            <a:extLst>
              <a:ext uri="{FF2B5EF4-FFF2-40B4-BE49-F238E27FC236}">
                <a16:creationId xmlns:a16="http://schemas.microsoft.com/office/drawing/2014/main" id="{B2BC2D45-166A-42A4-BFA4-B0E61DE53CD1}"/>
              </a:ext>
              <a:ext uri="{C183D7F6-B498-43B3-948B-1728B52AA6E4}">
                <adec:decorative xmlns:adec="http://schemas.microsoft.com/office/drawing/2017/decorative" val="1"/>
              </a:ext>
            </a:extLst>
          </p:cNvPr>
          <p:cNvCxnSpPr>
            <a:cxnSpLocks/>
          </p:cNvCxnSpPr>
          <p:nvPr/>
        </p:nvCxnSpPr>
        <p:spPr>
          <a:xfrm>
            <a:off x="1568744" y="2875108"/>
            <a:ext cx="440742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568744" y="3021452"/>
            <a:ext cx="4393416" cy="1271868"/>
          </a:xfrm>
        </p:spPr>
        <p:txBody>
          <a:bodyPr wrap="square" lIns="0" tIns="0" rIns="0" bIns="0" anchor="t">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5" name="Straight Connector 14">
            <a:extLst>
              <a:ext uri="{FF2B5EF4-FFF2-40B4-BE49-F238E27FC236}">
                <a16:creationId xmlns:a16="http://schemas.microsoft.com/office/drawing/2014/main" id="{C17E5589-50A4-4ADA-A3D2-DFB8558FE78E}"/>
              </a:ext>
              <a:ext uri="{C183D7F6-B498-43B3-948B-1728B52AA6E4}">
                <adec:decorative xmlns:adec="http://schemas.microsoft.com/office/drawing/2017/decorative" val="1"/>
              </a:ext>
            </a:extLst>
          </p:cNvPr>
          <p:cNvCxnSpPr>
            <a:cxnSpLocks/>
          </p:cNvCxnSpPr>
          <p:nvPr/>
        </p:nvCxnSpPr>
        <p:spPr>
          <a:xfrm>
            <a:off x="1568744" y="4439664"/>
            <a:ext cx="440742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568744" y="4586007"/>
            <a:ext cx="4393416" cy="1271868"/>
          </a:xfrm>
        </p:spPr>
        <p:txBody>
          <a:bodyPr wrap="square" lIns="0" tIns="0" rIns="0" bIns="0" anchor="t">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sp>
        <p:nvSpPr>
          <p:cNvPr id="29" name="Text Placeholder 4">
            <a:extLst>
              <a:ext uri="{FF2B5EF4-FFF2-40B4-BE49-F238E27FC236}">
                <a16:creationId xmlns:a16="http://schemas.microsoft.com/office/drawing/2014/main" id="{54CEFA1A-4B05-414F-9E00-66A809EDEFE4}"/>
              </a:ext>
            </a:extLst>
          </p:cNvPr>
          <p:cNvSpPr>
            <a:spLocks noGrp="1"/>
          </p:cNvSpPr>
          <p:nvPr>
            <p:ph type="body" sz="quarter" idx="31" hasCustomPrompt="1"/>
          </p:nvPr>
        </p:nvSpPr>
        <p:spPr>
          <a:xfrm>
            <a:off x="7379942" y="1456896"/>
            <a:ext cx="4393416" cy="1271868"/>
          </a:xfrm>
        </p:spPr>
        <p:txBody>
          <a:bodyPr wrap="square" lIns="0" tIns="0" rIns="0" bIns="0" anchor="t">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7" name="Straight Connector 16">
            <a:extLst>
              <a:ext uri="{FF2B5EF4-FFF2-40B4-BE49-F238E27FC236}">
                <a16:creationId xmlns:a16="http://schemas.microsoft.com/office/drawing/2014/main" id="{599F4609-3CD7-4077-B992-04F71C504EF4}"/>
              </a:ext>
              <a:ext uri="{C183D7F6-B498-43B3-948B-1728B52AA6E4}">
                <adec:decorative xmlns:adec="http://schemas.microsoft.com/office/drawing/2017/decorative" val="1"/>
              </a:ext>
            </a:extLst>
          </p:cNvPr>
          <p:cNvCxnSpPr>
            <a:cxnSpLocks/>
          </p:cNvCxnSpPr>
          <p:nvPr/>
        </p:nvCxnSpPr>
        <p:spPr>
          <a:xfrm>
            <a:off x="7379943" y="2875108"/>
            <a:ext cx="440742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0" name="Text Placeholder 4">
            <a:extLst>
              <a:ext uri="{FF2B5EF4-FFF2-40B4-BE49-F238E27FC236}">
                <a16:creationId xmlns:a16="http://schemas.microsoft.com/office/drawing/2014/main" id="{02C874C0-C1A3-4ED0-BF17-8BE11B4FE347}"/>
              </a:ext>
            </a:extLst>
          </p:cNvPr>
          <p:cNvSpPr>
            <a:spLocks noGrp="1"/>
          </p:cNvSpPr>
          <p:nvPr>
            <p:ph type="body" sz="quarter" idx="32" hasCustomPrompt="1"/>
          </p:nvPr>
        </p:nvSpPr>
        <p:spPr>
          <a:xfrm>
            <a:off x="7379942" y="3021452"/>
            <a:ext cx="4393416" cy="1271868"/>
          </a:xfrm>
        </p:spPr>
        <p:txBody>
          <a:bodyPr wrap="square" lIns="0" tIns="0" rIns="0" bIns="0" anchor="t">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9" name="Straight Connector 18">
            <a:extLst>
              <a:ext uri="{FF2B5EF4-FFF2-40B4-BE49-F238E27FC236}">
                <a16:creationId xmlns:a16="http://schemas.microsoft.com/office/drawing/2014/main" id="{0C2F439E-21AC-47A7-8FF2-2B3B30023C2D}"/>
              </a:ext>
              <a:ext uri="{C183D7F6-B498-43B3-948B-1728B52AA6E4}">
                <adec:decorative xmlns:adec="http://schemas.microsoft.com/office/drawing/2017/decorative" val="1"/>
              </a:ext>
            </a:extLst>
          </p:cNvPr>
          <p:cNvCxnSpPr>
            <a:cxnSpLocks/>
          </p:cNvCxnSpPr>
          <p:nvPr/>
        </p:nvCxnSpPr>
        <p:spPr>
          <a:xfrm>
            <a:off x="7379943" y="4439664"/>
            <a:ext cx="440742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1" name="Text Placeholder 4">
            <a:extLst>
              <a:ext uri="{FF2B5EF4-FFF2-40B4-BE49-F238E27FC236}">
                <a16:creationId xmlns:a16="http://schemas.microsoft.com/office/drawing/2014/main" id="{701E062B-EA26-4EF1-AF73-1C12084A43D1}"/>
              </a:ext>
            </a:extLst>
          </p:cNvPr>
          <p:cNvSpPr>
            <a:spLocks noGrp="1"/>
          </p:cNvSpPr>
          <p:nvPr>
            <p:ph type="body" sz="quarter" idx="33" hasCustomPrompt="1"/>
          </p:nvPr>
        </p:nvSpPr>
        <p:spPr>
          <a:xfrm>
            <a:off x="7379942" y="4586007"/>
            <a:ext cx="4393416" cy="1271868"/>
          </a:xfrm>
        </p:spPr>
        <p:txBody>
          <a:bodyPr wrap="square" lIns="0" tIns="0" rIns="0" bIns="0" anchor="t">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sp>
        <p:nvSpPr>
          <p:cNvPr id="2" name="Footer Placeholder 1">
            <a:extLst>
              <a:ext uri="{FF2B5EF4-FFF2-40B4-BE49-F238E27FC236}">
                <a16:creationId xmlns:a16="http://schemas.microsoft.com/office/drawing/2014/main" id="{AFC478E9-3BC1-400C-AA34-1E1599FAEDDC}"/>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4209020008"/>
      </p:ext>
    </p:extLst>
  </p:cSld>
  <p:clrMapOvr>
    <a:masterClrMapping/>
  </p:clrMapOvr>
  <p:transition>
    <p:fade/>
  </p:transition>
  <p:hf sldNum="0" hdr="0" ftr="0" dt="0"/>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Text option- Text five rows &amp; two column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five rows &amp; two columns</a:t>
            </a:r>
          </a:p>
        </p:txBody>
      </p:sp>
      <p:sp>
        <p:nvSpPr>
          <p:cNvPr id="5" name="Text Placeholder 4"/>
          <p:cNvSpPr>
            <a:spLocks noGrp="1"/>
          </p:cNvSpPr>
          <p:nvPr>
            <p:ph type="body" sz="quarter" idx="11" hasCustomPrompt="1"/>
          </p:nvPr>
        </p:nvSpPr>
        <p:spPr>
          <a:xfrm>
            <a:off x="1568744" y="1456896"/>
            <a:ext cx="4393416" cy="896552"/>
          </a:xfr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3" name="Straight Connector 12">
            <a:extLst>
              <a:ext uri="{FF2B5EF4-FFF2-40B4-BE49-F238E27FC236}">
                <a16:creationId xmlns:a16="http://schemas.microsoft.com/office/drawing/2014/main" id="{99FD6DBF-9FC0-43E4-BB25-187F987ED548}"/>
              </a:ext>
              <a:ext uri="{C183D7F6-B498-43B3-948B-1728B52AA6E4}">
                <adec:decorative xmlns:adec="http://schemas.microsoft.com/office/drawing/2017/decorative" val="1"/>
              </a:ext>
            </a:extLst>
          </p:cNvPr>
          <p:cNvCxnSpPr>
            <a:cxnSpLocks/>
          </p:cNvCxnSpPr>
          <p:nvPr/>
        </p:nvCxnSpPr>
        <p:spPr>
          <a:xfrm>
            <a:off x="1568744" y="2412957"/>
            <a:ext cx="440742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568744" y="2472176"/>
            <a:ext cx="4393416" cy="896552"/>
          </a:xfr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5" name="Straight Connector 14">
            <a:extLst>
              <a:ext uri="{FF2B5EF4-FFF2-40B4-BE49-F238E27FC236}">
                <a16:creationId xmlns:a16="http://schemas.microsoft.com/office/drawing/2014/main" id="{BCEDF675-8A34-4183-9100-9743BB5854C2}"/>
              </a:ext>
              <a:ext uri="{C183D7F6-B498-43B3-948B-1728B52AA6E4}">
                <adec:decorative xmlns:adec="http://schemas.microsoft.com/office/drawing/2017/decorative" val="1"/>
              </a:ext>
            </a:extLst>
          </p:cNvPr>
          <p:cNvCxnSpPr>
            <a:cxnSpLocks/>
          </p:cNvCxnSpPr>
          <p:nvPr/>
        </p:nvCxnSpPr>
        <p:spPr>
          <a:xfrm>
            <a:off x="1568744" y="3428093"/>
            <a:ext cx="440742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568744" y="3487457"/>
            <a:ext cx="4393416" cy="896552"/>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7" name="Straight Connector 16">
            <a:extLst>
              <a:ext uri="{FF2B5EF4-FFF2-40B4-BE49-F238E27FC236}">
                <a16:creationId xmlns:a16="http://schemas.microsoft.com/office/drawing/2014/main" id="{389062B4-E38A-48D0-9FC3-A198B27C2B9D}"/>
              </a:ext>
              <a:ext uri="{C183D7F6-B498-43B3-948B-1728B52AA6E4}">
                <adec:decorative xmlns:adec="http://schemas.microsoft.com/office/drawing/2017/decorative" val="1"/>
              </a:ext>
            </a:extLst>
          </p:cNvPr>
          <p:cNvCxnSpPr>
            <a:cxnSpLocks/>
          </p:cNvCxnSpPr>
          <p:nvPr/>
        </p:nvCxnSpPr>
        <p:spPr>
          <a:xfrm>
            <a:off x="1568744" y="4443230"/>
            <a:ext cx="440742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p:cNvSpPr>
            <a:spLocks noGrp="1"/>
          </p:cNvSpPr>
          <p:nvPr>
            <p:ph type="body" sz="quarter" idx="19" hasCustomPrompt="1"/>
          </p:nvPr>
        </p:nvSpPr>
        <p:spPr>
          <a:xfrm>
            <a:off x="1568744" y="4502737"/>
            <a:ext cx="4393416" cy="896552"/>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9" name="Straight Connector 18">
            <a:extLst>
              <a:ext uri="{FF2B5EF4-FFF2-40B4-BE49-F238E27FC236}">
                <a16:creationId xmlns:a16="http://schemas.microsoft.com/office/drawing/2014/main" id="{0FBA8527-2F9F-46AE-A168-2E369F0A4E4C}"/>
              </a:ext>
              <a:ext uri="{C183D7F6-B498-43B3-948B-1728B52AA6E4}">
                <adec:decorative xmlns:adec="http://schemas.microsoft.com/office/drawing/2017/decorative" val="1"/>
              </a:ext>
            </a:extLst>
          </p:cNvPr>
          <p:cNvCxnSpPr>
            <a:cxnSpLocks/>
          </p:cNvCxnSpPr>
          <p:nvPr/>
        </p:nvCxnSpPr>
        <p:spPr>
          <a:xfrm>
            <a:off x="1568744" y="5458366"/>
            <a:ext cx="440742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20" name="Text Placeholder 4"/>
          <p:cNvSpPr>
            <a:spLocks noGrp="1"/>
          </p:cNvSpPr>
          <p:nvPr>
            <p:ph type="body" sz="quarter" idx="21" hasCustomPrompt="1"/>
          </p:nvPr>
        </p:nvSpPr>
        <p:spPr>
          <a:xfrm>
            <a:off x="1568744" y="5518016"/>
            <a:ext cx="4393416" cy="896552"/>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sp>
        <p:nvSpPr>
          <p:cNvPr id="29" name="Text Placeholder 4">
            <a:extLst>
              <a:ext uri="{FF2B5EF4-FFF2-40B4-BE49-F238E27FC236}">
                <a16:creationId xmlns:a16="http://schemas.microsoft.com/office/drawing/2014/main" id="{54CEFA1A-4B05-414F-9E00-66A809EDEFE4}"/>
              </a:ext>
            </a:extLst>
          </p:cNvPr>
          <p:cNvSpPr>
            <a:spLocks noGrp="1"/>
          </p:cNvSpPr>
          <p:nvPr>
            <p:ph type="body" sz="quarter" idx="31" hasCustomPrompt="1"/>
          </p:nvPr>
        </p:nvSpPr>
        <p:spPr>
          <a:xfrm>
            <a:off x="7379942" y="1456896"/>
            <a:ext cx="4393416" cy="896552"/>
          </a:xfr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21" name="Straight Connector 20">
            <a:extLst>
              <a:ext uri="{FF2B5EF4-FFF2-40B4-BE49-F238E27FC236}">
                <a16:creationId xmlns:a16="http://schemas.microsoft.com/office/drawing/2014/main" id="{8B458FFC-8336-43D5-A0E5-A4CEF85D5F6D}"/>
              </a:ext>
              <a:ext uri="{C183D7F6-B498-43B3-948B-1728B52AA6E4}">
                <adec:decorative xmlns:adec="http://schemas.microsoft.com/office/drawing/2017/decorative" val="1"/>
              </a:ext>
            </a:extLst>
          </p:cNvPr>
          <p:cNvCxnSpPr>
            <a:cxnSpLocks/>
          </p:cNvCxnSpPr>
          <p:nvPr/>
        </p:nvCxnSpPr>
        <p:spPr>
          <a:xfrm>
            <a:off x="7379943" y="2412957"/>
            <a:ext cx="440742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0" name="Text Placeholder 4">
            <a:extLst>
              <a:ext uri="{FF2B5EF4-FFF2-40B4-BE49-F238E27FC236}">
                <a16:creationId xmlns:a16="http://schemas.microsoft.com/office/drawing/2014/main" id="{02C874C0-C1A3-4ED0-BF17-8BE11B4FE347}"/>
              </a:ext>
            </a:extLst>
          </p:cNvPr>
          <p:cNvSpPr>
            <a:spLocks noGrp="1"/>
          </p:cNvSpPr>
          <p:nvPr>
            <p:ph type="body" sz="quarter" idx="32" hasCustomPrompt="1"/>
          </p:nvPr>
        </p:nvSpPr>
        <p:spPr>
          <a:xfrm>
            <a:off x="7379942" y="2472176"/>
            <a:ext cx="4393416" cy="896552"/>
          </a:xfr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22" name="Straight Connector 21">
            <a:extLst>
              <a:ext uri="{FF2B5EF4-FFF2-40B4-BE49-F238E27FC236}">
                <a16:creationId xmlns:a16="http://schemas.microsoft.com/office/drawing/2014/main" id="{A8128678-7D34-47E0-BE94-ECE7CD383DD9}"/>
              </a:ext>
              <a:ext uri="{C183D7F6-B498-43B3-948B-1728B52AA6E4}">
                <adec:decorative xmlns:adec="http://schemas.microsoft.com/office/drawing/2017/decorative" val="1"/>
              </a:ext>
            </a:extLst>
          </p:cNvPr>
          <p:cNvCxnSpPr>
            <a:cxnSpLocks/>
          </p:cNvCxnSpPr>
          <p:nvPr/>
        </p:nvCxnSpPr>
        <p:spPr>
          <a:xfrm>
            <a:off x="7379943" y="3428093"/>
            <a:ext cx="440742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1" name="Text Placeholder 4">
            <a:extLst>
              <a:ext uri="{FF2B5EF4-FFF2-40B4-BE49-F238E27FC236}">
                <a16:creationId xmlns:a16="http://schemas.microsoft.com/office/drawing/2014/main" id="{701E062B-EA26-4EF1-AF73-1C12084A43D1}"/>
              </a:ext>
            </a:extLst>
          </p:cNvPr>
          <p:cNvSpPr>
            <a:spLocks noGrp="1"/>
          </p:cNvSpPr>
          <p:nvPr>
            <p:ph type="body" sz="quarter" idx="33" hasCustomPrompt="1"/>
          </p:nvPr>
        </p:nvSpPr>
        <p:spPr>
          <a:xfrm>
            <a:off x="7379942" y="3487457"/>
            <a:ext cx="4393416" cy="896552"/>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23" name="Straight Connector 22">
            <a:extLst>
              <a:ext uri="{FF2B5EF4-FFF2-40B4-BE49-F238E27FC236}">
                <a16:creationId xmlns:a16="http://schemas.microsoft.com/office/drawing/2014/main" id="{70E98085-E858-4C10-983A-14182332938A}"/>
              </a:ext>
              <a:ext uri="{C183D7F6-B498-43B3-948B-1728B52AA6E4}">
                <adec:decorative xmlns:adec="http://schemas.microsoft.com/office/drawing/2017/decorative" val="1"/>
              </a:ext>
            </a:extLst>
          </p:cNvPr>
          <p:cNvCxnSpPr>
            <a:cxnSpLocks/>
          </p:cNvCxnSpPr>
          <p:nvPr/>
        </p:nvCxnSpPr>
        <p:spPr>
          <a:xfrm>
            <a:off x="7379943" y="4443230"/>
            <a:ext cx="440742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2" name="Text Placeholder 4">
            <a:extLst>
              <a:ext uri="{FF2B5EF4-FFF2-40B4-BE49-F238E27FC236}">
                <a16:creationId xmlns:a16="http://schemas.microsoft.com/office/drawing/2014/main" id="{234777AC-02E0-4220-86CD-507697625215}"/>
              </a:ext>
            </a:extLst>
          </p:cNvPr>
          <p:cNvSpPr>
            <a:spLocks noGrp="1"/>
          </p:cNvSpPr>
          <p:nvPr>
            <p:ph type="body" sz="quarter" idx="34" hasCustomPrompt="1"/>
          </p:nvPr>
        </p:nvSpPr>
        <p:spPr>
          <a:xfrm>
            <a:off x="7379942" y="4502737"/>
            <a:ext cx="4393416" cy="896552"/>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24" name="Straight Connector 23">
            <a:extLst>
              <a:ext uri="{FF2B5EF4-FFF2-40B4-BE49-F238E27FC236}">
                <a16:creationId xmlns:a16="http://schemas.microsoft.com/office/drawing/2014/main" id="{683B0E2A-4AAD-468F-8AFA-306B72CCD47E}"/>
              </a:ext>
              <a:ext uri="{C183D7F6-B498-43B3-948B-1728B52AA6E4}">
                <adec:decorative xmlns:adec="http://schemas.microsoft.com/office/drawing/2017/decorative" val="1"/>
              </a:ext>
            </a:extLst>
          </p:cNvPr>
          <p:cNvCxnSpPr>
            <a:cxnSpLocks/>
          </p:cNvCxnSpPr>
          <p:nvPr/>
        </p:nvCxnSpPr>
        <p:spPr>
          <a:xfrm>
            <a:off x="7379943" y="5458366"/>
            <a:ext cx="440742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3" name="Text Placeholder 4">
            <a:extLst>
              <a:ext uri="{FF2B5EF4-FFF2-40B4-BE49-F238E27FC236}">
                <a16:creationId xmlns:a16="http://schemas.microsoft.com/office/drawing/2014/main" id="{74535A38-66F8-4A7C-9C33-D0D74D7212FB}"/>
              </a:ext>
            </a:extLst>
          </p:cNvPr>
          <p:cNvSpPr>
            <a:spLocks noGrp="1"/>
          </p:cNvSpPr>
          <p:nvPr>
            <p:ph type="body" sz="quarter" idx="35" hasCustomPrompt="1"/>
          </p:nvPr>
        </p:nvSpPr>
        <p:spPr>
          <a:xfrm>
            <a:off x="7379942" y="5518016"/>
            <a:ext cx="4393416" cy="896552"/>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sp>
        <p:nvSpPr>
          <p:cNvPr id="2" name="Footer Placeholder 1">
            <a:extLst>
              <a:ext uri="{FF2B5EF4-FFF2-40B4-BE49-F238E27FC236}">
                <a16:creationId xmlns:a16="http://schemas.microsoft.com/office/drawing/2014/main" id="{C7FD0CAD-A9AA-414D-8022-E74A70833154}"/>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3820563916"/>
      </p:ext>
    </p:extLst>
  </p:cSld>
  <p:clrMapOvr>
    <a:masterClrMapping/>
  </p:clrMapOvr>
  <p:transition>
    <p:fade/>
  </p:transition>
  <p:hf sldNum="0" hdr="0" ftr="0" dt="0"/>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p:cSld name="Two columns layou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BDBB6B82-41EF-4F96-AC4D-4B6DF0A1F54E}"/>
              </a:ext>
            </a:extLst>
          </p:cNvPr>
          <p:cNvSpPr>
            <a:spLocks noGrp="1"/>
          </p:cNvSpPr>
          <p:nvPr>
            <p:ph type="body" sz="quarter" idx="24" hasCustomPrompt="1"/>
          </p:nvPr>
        </p:nvSpPr>
        <p:spPr>
          <a:xfrm>
            <a:off x="418642" y="1457323"/>
            <a:ext cx="5578933" cy="1047601"/>
          </a:xfrm>
          <a:prstGeom prst="rect">
            <a:avLst/>
          </a:prstGeom>
          <a:solidFill>
            <a:srgbClr val="243A5E"/>
          </a:solidFill>
        </p:spPr>
        <p:txBody>
          <a:bodyPr lIns="91440" tIns="91440" rIns="91440" anchor="ctr">
            <a:noAutofit/>
          </a:bodyPr>
          <a:lstStyle>
            <a:lvl1pPr>
              <a:lnSpc>
                <a:spcPct val="100000"/>
              </a:lnSpc>
              <a:defRPr lang="en-US" sz="2000" b="1" kern="1200" spc="0" dirty="0" smtClean="0">
                <a:solidFill>
                  <a:schemeClr val="bg1"/>
                </a:solidFill>
                <a:latin typeface="+mj-lt"/>
                <a:ea typeface="+mn-ea"/>
                <a:cs typeface="+mn-cs"/>
              </a:defRPr>
            </a:lvl1pPr>
          </a:lstStyle>
          <a:p>
            <a:pPr lvl="0"/>
            <a:r>
              <a:rPr lang="en-US"/>
              <a:t>Caption title Segoe UI </a:t>
            </a:r>
            <a:r>
              <a:rPr lang="en-US" err="1"/>
              <a:t>Semibold</a:t>
            </a:r>
            <a:endParaRPr lang="en-US"/>
          </a:p>
        </p:txBody>
      </p:sp>
      <p:sp>
        <p:nvSpPr>
          <p:cNvPr id="9" name="Text Placeholder 4"/>
          <p:cNvSpPr>
            <a:spLocks noGrp="1"/>
          </p:cNvSpPr>
          <p:nvPr>
            <p:ph type="body" sz="quarter" idx="12" hasCustomPrompt="1"/>
          </p:nvPr>
        </p:nvSpPr>
        <p:spPr>
          <a:xfrm>
            <a:off x="418643" y="2628195"/>
            <a:ext cx="5562182" cy="772743"/>
          </a:xfrm>
          <a:prstGeom prst="rect">
            <a:avLst/>
          </a:prstGeom>
        </p:spPr>
        <p:txBody>
          <a:bodyPr lIns="0" tIns="0" rIns="0" bIns="0" anchor="ctr">
            <a:noAutofit/>
          </a:bodyPr>
          <a:lstStyle>
            <a:lvl1pPr marL="0" indent="0">
              <a:lnSpc>
                <a:spcPct val="100000"/>
              </a:lnSpc>
              <a:spcBef>
                <a:spcPts val="882"/>
              </a:spcBef>
              <a:buFont typeface="Arial" panose="020B0604020202020204" pitchFamily="34" charset="0"/>
              <a:buNone/>
              <a:defRPr sz="1400" b="0" i="0" spc="0">
                <a:solidFill>
                  <a:srgbClr val="000000"/>
                </a:solidFill>
                <a:latin typeface="+mn-lt"/>
              </a:defRPr>
            </a:lvl1pPr>
            <a:lvl2pPr marL="0" marR="0" indent="0" algn="l" defTabSz="914367" rtl="0" eaLnBrk="1" fontAlgn="auto" latinLnBrk="0" hangingPunct="1">
              <a:lnSpc>
                <a:spcPts val="1176"/>
              </a:lnSpc>
              <a:spcBef>
                <a:spcPts val="441"/>
              </a:spcBef>
              <a:spcAft>
                <a:spcPts val="0"/>
              </a:spcAft>
              <a:buClrTx/>
              <a:buSzPct val="90000"/>
              <a:buFont typeface="Arial" panose="020B0604020202020204" pitchFamily="34" charset="0"/>
              <a:buNone/>
              <a:tabLst/>
              <a:defRPr sz="980">
                <a:solidFill>
                  <a:schemeClr val="tx1"/>
                </a:solidFill>
              </a:defRPr>
            </a:lvl2pPr>
            <a:lvl3pPr marL="448193" indent="0">
              <a:buNone/>
              <a:defRPr/>
            </a:lvl3pPr>
            <a:lvl4pPr marL="672290" indent="0">
              <a:buNone/>
              <a:defRPr/>
            </a:lvl4pPr>
            <a:lvl5pPr marL="896386" indent="0">
              <a:buNone/>
              <a:defRPr/>
            </a:lvl5pPr>
          </a:lstStyle>
          <a:p>
            <a:pPr lvl="0"/>
            <a:r>
              <a:rPr lang="en-US"/>
              <a:t>Caption body copy Segoe UI Regular 12/14. The quick brown fox jumps over the lazy dog.</a:t>
            </a:r>
          </a:p>
        </p:txBody>
      </p:sp>
      <p:sp>
        <p:nvSpPr>
          <p:cNvPr id="24" name="Text Placeholder 4">
            <a:extLst>
              <a:ext uri="{FF2B5EF4-FFF2-40B4-BE49-F238E27FC236}">
                <a16:creationId xmlns:a16="http://schemas.microsoft.com/office/drawing/2014/main" id="{37057046-E219-41F6-8045-1E763292CBB4}"/>
              </a:ext>
            </a:extLst>
          </p:cNvPr>
          <p:cNvSpPr>
            <a:spLocks noGrp="1"/>
          </p:cNvSpPr>
          <p:nvPr>
            <p:ph type="body" sz="quarter" idx="27" hasCustomPrompt="1"/>
          </p:nvPr>
        </p:nvSpPr>
        <p:spPr>
          <a:xfrm>
            <a:off x="6229350" y="2628195"/>
            <a:ext cx="5539341" cy="772743"/>
          </a:xfrm>
          <a:prstGeom prst="rect">
            <a:avLst/>
          </a:prstGeom>
        </p:spPr>
        <p:txBody>
          <a:bodyPr vert="horz" wrap="square" lIns="0" tIns="0" rIns="0" bIns="0" rtlCol="0" anchor="ctr">
            <a:noAutofit/>
          </a:bodyPr>
          <a:lstStyle>
            <a:lvl1pPr>
              <a:lnSpc>
                <a:spcPct val="100000"/>
              </a:lnSpc>
              <a:tabLst/>
              <a:defRPr lang="en-US" sz="1400" b="0" i="0" spc="0" dirty="0" smtClean="0">
                <a:solidFill>
                  <a:srgbClr val="000000"/>
                </a:solidFill>
                <a:latin typeface="+mn-lt"/>
              </a:defRPr>
            </a:lvl1pPr>
          </a:lstStyle>
          <a:p>
            <a:pPr lvl="0"/>
            <a:r>
              <a:rPr lang="en-US"/>
              <a:t>Caption body copy Segoe UI Regular 12/14. The quick brown fox jumps over the lazy dog.</a:t>
            </a:r>
          </a:p>
        </p:txBody>
      </p:sp>
      <p:sp>
        <p:nvSpPr>
          <p:cNvPr id="23" name="Text Placeholder 3">
            <a:extLst>
              <a:ext uri="{FF2B5EF4-FFF2-40B4-BE49-F238E27FC236}">
                <a16:creationId xmlns:a16="http://schemas.microsoft.com/office/drawing/2014/main" id="{5EDACCCB-301A-4273-9EA6-AD055BB5B0AF}"/>
              </a:ext>
            </a:extLst>
          </p:cNvPr>
          <p:cNvSpPr>
            <a:spLocks noGrp="1"/>
          </p:cNvSpPr>
          <p:nvPr>
            <p:ph type="body" sz="quarter" idx="26" hasCustomPrompt="1"/>
          </p:nvPr>
        </p:nvSpPr>
        <p:spPr>
          <a:xfrm>
            <a:off x="6195890" y="1457323"/>
            <a:ext cx="5572801" cy="1047601"/>
          </a:xfrm>
          <a:prstGeom prst="rect">
            <a:avLst/>
          </a:prstGeom>
          <a:solidFill>
            <a:srgbClr val="243A5E"/>
          </a:solidFill>
        </p:spPr>
        <p:txBody>
          <a:bodyPr lIns="91440" tIns="91440" rIns="91440" anchor="ctr">
            <a:noAutofit/>
          </a:bodyPr>
          <a:lstStyle>
            <a:lvl1pPr>
              <a:lnSpc>
                <a:spcPct val="100000"/>
              </a:lnSpc>
              <a:defRPr lang="en-US" sz="2000" b="1" kern="1200" spc="0" dirty="0" smtClean="0">
                <a:solidFill>
                  <a:schemeClr val="bg1"/>
                </a:solidFill>
                <a:latin typeface="+mj-lt"/>
                <a:ea typeface="+mn-ea"/>
                <a:cs typeface="+mn-cs"/>
              </a:defRPr>
            </a:lvl1pPr>
          </a:lstStyle>
          <a:p>
            <a:pPr lvl="0"/>
            <a:r>
              <a:rPr lang="en-US"/>
              <a:t>Caption title Segoe UI </a:t>
            </a:r>
            <a:r>
              <a:rPr lang="en-US" err="1"/>
              <a:t>Semibold</a:t>
            </a:r>
            <a:endParaRPr lang="en-US"/>
          </a:p>
        </p:txBody>
      </p:sp>
      <p:sp>
        <p:nvSpPr>
          <p:cNvPr id="12" name="Text Placeholder 4">
            <a:extLst>
              <a:ext uri="{FF2B5EF4-FFF2-40B4-BE49-F238E27FC236}">
                <a16:creationId xmlns:a16="http://schemas.microsoft.com/office/drawing/2014/main" id="{FD17C8B0-B5AE-49A5-9196-6DDFF3C810CA}"/>
              </a:ext>
            </a:extLst>
          </p:cNvPr>
          <p:cNvSpPr>
            <a:spLocks noGrp="1"/>
          </p:cNvSpPr>
          <p:nvPr>
            <p:ph type="body" sz="quarter" idx="28" hasCustomPrompt="1"/>
          </p:nvPr>
        </p:nvSpPr>
        <p:spPr>
          <a:xfrm>
            <a:off x="418643" y="3664462"/>
            <a:ext cx="5562182" cy="772743"/>
          </a:xfrm>
          <a:prstGeom prst="rect">
            <a:avLst/>
          </a:prstGeom>
        </p:spPr>
        <p:txBody>
          <a:bodyPr lIns="0" tIns="0" rIns="0" bIns="0" anchor="ctr">
            <a:noAutofit/>
          </a:bodyPr>
          <a:lstStyle>
            <a:lvl1pPr marL="0" indent="0">
              <a:lnSpc>
                <a:spcPct val="100000"/>
              </a:lnSpc>
              <a:spcBef>
                <a:spcPts val="882"/>
              </a:spcBef>
              <a:buFont typeface="Arial" panose="020B0604020202020204" pitchFamily="34" charset="0"/>
              <a:buNone/>
              <a:defRPr sz="1400" b="0" i="0" spc="0">
                <a:solidFill>
                  <a:srgbClr val="000000"/>
                </a:solidFill>
                <a:latin typeface="+mn-lt"/>
              </a:defRPr>
            </a:lvl1pPr>
            <a:lvl2pPr marL="0" marR="0" indent="0" algn="l" defTabSz="914367" rtl="0" eaLnBrk="1" fontAlgn="auto" latinLnBrk="0" hangingPunct="1">
              <a:lnSpc>
                <a:spcPts val="1176"/>
              </a:lnSpc>
              <a:spcBef>
                <a:spcPts val="441"/>
              </a:spcBef>
              <a:spcAft>
                <a:spcPts val="0"/>
              </a:spcAft>
              <a:buClrTx/>
              <a:buSzPct val="90000"/>
              <a:buFont typeface="Arial" panose="020B0604020202020204" pitchFamily="34" charset="0"/>
              <a:buNone/>
              <a:tabLst/>
              <a:defRPr sz="980">
                <a:solidFill>
                  <a:schemeClr val="tx1"/>
                </a:solidFill>
              </a:defRPr>
            </a:lvl2pPr>
            <a:lvl3pPr marL="448193" indent="0">
              <a:buNone/>
              <a:defRPr/>
            </a:lvl3pPr>
            <a:lvl4pPr marL="672290" indent="0">
              <a:buNone/>
              <a:defRPr/>
            </a:lvl4pPr>
            <a:lvl5pPr marL="896386" indent="0">
              <a:buNone/>
              <a:defRPr/>
            </a:lvl5pPr>
          </a:lstStyle>
          <a:p>
            <a:pPr lvl="0"/>
            <a:r>
              <a:rPr lang="en-US"/>
              <a:t>Caption body copy Segoe UI Regular 12/14. The quick brown fox jumps over the lazy dog.</a:t>
            </a:r>
          </a:p>
        </p:txBody>
      </p:sp>
      <p:sp>
        <p:nvSpPr>
          <p:cNvPr id="14" name="Text Placeholder 4">
            <a:extLst>
              <a:ext uri="{FF2B5EF4-FFF2-40B4-BE49-F238E27FC236}">
                <a16:creationId xmlns:a16="http://schemas.microsoft.com/office/drawing/2014/main" id="{29F550BE-2661-407F-B7A1-6D20E10A3A2E}"/>
              </a:ext>
            </a:extLst>
          </p:cNvPr>
          <p:cNvSpPr>
            <a:spLocks noGrp="1"/>
          </p:cNvSpPr>
          <p:nvPr>
            <p:ph type="body" sz="quarter" idx="30" hasCustomPrompt="1"/>
          </p:nvPr>
        </p:nvSpPr>
        <p:spPr>
          <a:xfrm>
            <a:off x="6229350" y="3664463"/>
            <a:ext cx="5539341" cy="772743"/>
          </a:xfrm>
          <a:prstGeom prst="rect">
            <a:avLst/>
          </a:prstGeom>
        </p:spPr>
        <p:txBody>
          <a:bodyPr vert="horz" wrap="square" lIns="0" tIns="0" rIns="0" bIns="0" rtlCol="0" anchor="ctr">
            <a:noAutofit/>
          </a:bodyPr>
          <a:lstStyle>
            <a:lvl1pPr>
              <a:lnSpc>
                <a:spcPct val="100000"/>
              </a:lnSpc>
              <a:tabLst/>
              <a:defRPr lang="en-US" sz="1400" b="0" i="0" spc="0" dirty="0" smtClean="0">
                <a:solidFill>
                  <a:srgbClr val="000000"/>
                </a:solidFill>
                <a:latin typeface="+mn-lt"/>
              </a:defRPr>
            </a:lvl1pPr>
          </a:lstStyle>
          <a:p>
            <a:pPr lvl="0"/>
            <a:r>
              <a:rPr lang="en-US"/>
              <a:t>Caption body copy Segoe UI Regular 12/14. The quick brown fox jumps over the lazy dog.</a:t>
            </a:r>
          </a:p>
        </p:txBody>
      </p:sp>
      <p:sp>
        <p:nvSpPr>
          <p:cNvPr id="16" name="Text Placeholder 4">
            <a:extLst>
              <a:ext uri="{FF2B5EF4-FFF2-40B4-BE49-F238E27FC236}">
                <a16:creationId xmlns:a16="http://schemas.microsoft.com/office/drawing/2014/main" id="{954D3929-4A01-4CC3-8662-E5CD102A3709}"/>
              </a:ext>
            </a:extLst>
          </p:cNvPr>
          <p:cNvSpPr>
            <a:spLocks noGrp="1"/>
          </p:cNvSpPr>
          <p:nvPr>
            <p:ph type="body" sz="quarter" idx="31" hasCustomPrompt="1"/>
          </p:nvPr>
        </p:nvSpPr>
        <p:spPr>
          <a:xfrm>
            <a:off x="418643" y="4700731"/>
            <a:ext cx="5562182" cy="772743"/>
          </a:xfrm>
          <a:prstGeom prst="rect">
            <a:avLst/>
          </a:prstGeom>
        </p:spPr>
        <p:txBody>
          <a:bodyPr lIns="0" tIns="0" rIns="0" bIns="0" anchor="ctr">
            <a:noAutofit/>
          </a:bodyPr>
          <a:lstStyle>
            <a:lvl1pPr marL="0" indent="0">
              <a:lnSpc>
                <a:spcPct val="100000"/>
              </a:lnSpc>
              <a:spcBef>
                <a:spcPts val="882"/>
              </a:spcBef>
              <a:buFont typeface="Arial" panose="020B0604020202020204" pitchFamily="34" charset="0"/>
              <a:buNone/>
              <a:defRPr sz="1400" b="0" i="0" spc="0">
                <a:solidFill>
                  <a:srgbClr val="000000"/>
                </a:solidFill>
                <a:latin typeface="+mn-lt"/>
              </a:defRPr>
            </a:lvl1pPr>
            <a:lvl2pPr marL="0" marR="0" indent="0" algn="l" defTabSz="914367" rtl="0" eaLnBrk="1" fontAlgn="auto" latinLnBrk="0" hangingPunct="1">
              <a:lnSpc>
                <a:spcPts val="1176"/>
              </a:lnSpc>
              <a:spcBef>
                <a:spcPts val="441"/>
              </a:spcBef>
              <a:spcAft>
                <a:spcPts val="0"/>
              </a:spcAft>
              <a:buClrTx/>
              <a:buSzPct val="90000"/>
              <a:buFont typeface="Arial" panose="020B0604020202020204" pitchFamily="34" charset="0"/>
              <a:buNone/>
              <a:tabLst/>
              <a:defRPr sz="980">
                <a:solidFill>
                  <a:schemeClr val="tx1"/>
                </a:solidFill>
              </a:defRPr>
            </a:lvl2pPr>
            <a:lvl3pPr marL="448193" indent="0">
              <a:buNone/>
              <a:defRPr/>
            </a:lvl3pPr>
            <a:lvl4pPr marL="672290" indent="0">
              <a:buNone/>
              <a:defRPr/>
            </a:lvl4pPr>
            <a:lvl5pPr marL="896386" indent="0">
              <a:buNone/>
              <a:defRPr/>
            </a:lvl5pPr>
          </a:lstStyle>
          <a:p>
            <a:pPr lvl="0"/>
            <a:r>
              <a:rPr lang="en-US"/>
              <a:t>Caption body copy Segoe UI Regular 12/14. The quick brown fox jumps over the lazy dog.</a:t>
            </a:r>
          </a:p>
        </p:txBody>
      </p:sp>
      <p:sp>
        <p:nvSpPr>
          <p:cNvPr id="19" name="Text Placeholder 4">
            <a:extLst>
              <a:ext uri="{FF2B5EF4-FFF2-40B4-BE49-F238E27FC236}">
                <a16:creationId xmlns:a16="http://schemas.microsoft.com/office/drawing/2014/main" id="{B24376E6-F329-4374-B56D-DEE4D5D40209}"/>
              </a:ext>
            </a:extLst>
          </p:cNvPr>
          <p:cNvSpPr>
            <a:spLocks noGrp="1"/>
          </p:cNvSpPr>
          <p:nvPr>
            <p:ph type="body" sz="quarter" idx="33" hasCustomPrompt="1"/>
          </p:nvPr>
        </p:nvSpPr>
        <p:spPr>
          <a:xfrm>
            <a:off x="6229350" y="4700731"/>
            <a:ext cx="5539341" cy="772743"/>
          </a:xfrm>
          <a:prstGeom prst="rect">
            <a:avLst/>
          </a:prstGeom>
        </p:spPr>
        <p:txBody>
          <a:bodyPr vert="horz" wrap="square" lIns="0" tIns="0" rIns="0" bIns="0" rtlCol="0" anchor="ctr">
            <a:noAutofit/>
          </a:bodyPr>
          <a:lstStyle>
            <a:lvl1pPr>
              <a:lnSpc>
                <a:spcPct val="100000"/>
              </a:lnSpc>
              <a:tabLst/>
              <a:defRPr lang="en-US" sz="1400" b="0" i="0" spc="0" dirty="0" smtClean="0">
                <a:solidFill>
                  <a:srgbClr val="000000"/>
                </a:solidFill>
                <a:latin typeface="+mn-lt"/>
              </a:defRPr>
            </a:lvl1pPr>
          </a:lstStyle>
          <a:p>
            <a:pPr lvl="0"/>
            <a:r>
              <a:rPr lang="en-US"/>
              <a:t>Caption body copy Segoe UI Regular 12/14. The quick brown fox jumps over the lazy dog.</a:t>
            </a:r>
          </a:p>
        </p:txBody>
      </p:sp>
      <p:cxnSp>
        <p:nvCxnSpPr>
          <p:cNvPr id="22" name="Straight Connector 21">
            <a:extLst>
              <a:ext uri="{FF2B5EF4-FFF2-40B4-BE49-F238E27FC236}">
                <a16:creationId xmlns:a16="http://schemas.microsoft.com/office/drawing/2014/main" id="{B1D12B33-C140-4AED-9479-89A1E21BD571}"/>
              </a:ext>
              <a:ext uri="{C183D7F6-B498-43B3-948B-1728B52AA6E4}">
                <adec:decorative xmlns:adec="http://schemas.microsoft.com/office/drawing/2017/decorative" val="1"/>
              </a:ext>
            </a:extLst>
          </p:cNvPr>
          <p:cNvCxnSpPr>
            <a:cxnSpLocks/>
          </p:cNvCxnSpPr>
          <p:nvPr/>
        </p:nvCxnSpPr>
        <p:spPr>
          <a:xfrm>
            <a:off x="418643" y="3532700"/>
            <a:ext cx="5578932"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508F18CC-5BC5-4383-99A0-673FC34E152C}"/>
              </a:ext>
              <a:ext uri="{C183D7F6-B498-43B3-948B-1728B52AA6E4}">
                <adec:decorative xmlns:adec="http://schemas.microsoft.com/office/drawing/2017/decorative" val="1"/>
              </a:ext>
            </a:extLst>
          </p:cNvPr>
          <p:cNvCxnSpPr>
            <a:cxnSpLocks/>
          </p:cNvCxnSpPr>
          <p:nvPr/>
        </p:nvCxnSpPr>
        <p:spPr>
          <a:xfrm>
            <a:off x="418643" y="4568967"/>
            <a:ext cx="5578932"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6" name="Title 5">
            <a:extLst>
              <a:ext uri="{FF2B5EF4-FFF2-40B4-BE49-F238E27FC236}">
                <a16:creationId xmlns:a16="http://schemas.microsoft.com/office/drawing/2014/main" id="{D8706E9C-EDA2-4EE8-A4D5-886B6F42AFF8}"/>
              </a:ext>
            </a:extLst>
          </p:cNvPr>
          <p:cNvSpPr>
            <a:spLocks noGrp="1"/>
          </p:cNvSpPr>
          <p:nvPr>
            <p:ph type="title"/>
          </p:nvPr>
        </p:nvSpPr>
        <p:spPr>
          <a:xfrm>
            <a:off x="418643" y="440494"/>
            <a:ext cx="11341268" cy="680196"/>
          </a:xfrm>
        </p:spPr>
        <p:txBody>
          <a:bodyPr/>
          <a:lstStyle/>
          <a:p>
            <a:r>
              <a:rPr lang="en-US"/>
              <a:t>Click to edit Master title style</a:t>
            </a:r>
          </a:p>
        </p:txBody>
      </p:sp>
      <p:cxnSp>
        <p:nvCxnSpPr>
          <p:cNvPr id="29" name="Straight Connector 28">
            <a:extLst>
              <a:ext uri="{FF2B5EF4-FFF2-40B4-BE49-F238E27FC236}">
                <a16:creationId xmlns:a16="http://schemas.microsoft.com/office/drawing/2014/main" id="{F2BE3BA0-8606-422D-8675-3046FD533FB2}"/>
              </a:ext>
              <a:ext uri="{C183D7F6-B498-43B3-948B-1728B52AA6E4}">
                <adec:decorative xmlns:adec="http://schemas.microsoft.com/office/drawing/2017/decorative" val="1"/>
              </a:ext>
            </a:extLst>
          </p:cNvPr>
          <p:cNvCxnSpPr>
            <a:cxnSpLocks/>
          </p:cNvCxnSpPr>
          <p:nvPr/>
        </p:nvCxnSpPr>
        <p:spPr>
          <a:xfrm>
            <a:off x="6229350" y="3532700"/>
            <a:ext cx="5538654"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5A40603F-992B-4531-B3B1-5196D05EC3B4}"/>
              </a:ext>
              <a:ext uri="{C183D7F6-B498-43B3-948B-1728B52AA6E4}">
                <adec:decorative xmlns:adec="http://schemas.microsoft.com/office/drawing/2017/decorative" val="1"/>
              </a:ext>
            </a:extLst>
          </p:cNvPr>
          <p:cNvCxnSpPr>
            <a:cxnSpLocks/>
          </p:cNvCxnSpPr>
          <p:nvPr/>
        </p:nvCxnSpPr>
        <p:spPr>
          <a:xfrm>
            <a:off x="6229350" y="4568967"/>
            <a:ext cx="5538654"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2" name="Footer Placeholder 1">
            <a:extLst>
              <a:ext uri="{FF2B5EF4-FFF2-40B4-BE49-F238E27FC236}">
                <a16:creationId xmlns:a16="http://schemas.microsoft.com/office/drawing/2014/main" id="{96EF592D-EEA7-47F4-9146-7AA8A3F44C47}"/>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1833744043"/>
      </p:ext>
    </p:extLst>
  </p:cSld>
  <p:clrMapOvr>
    <a:masterClrMapping/>
  </p:clrMapOvr>
  <p:transition>
    <p:fade/>
  </p:transition>
  <p:hf sldNum="0" hdr="0" ftr="0" dt="0"/>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three columns layou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BDBB6B82-41EF-4F96-AC4D-4B6DF0A1F54E}"/>
              </a:ext>
            </a:extLst>
          </p:cNvPr>
          <p:cNvSpPr>
            <a:spLocks noGrp="1"/>
          </p:cNvSpPr>
          <p:nvPr>
            <p:ph type="body" sz="quarter" idx="24" hasCustomPrompt="1"/>
          </p:nvPr>
        </p:nvSpPr>
        <p:spPr>
          <a:xfrm>
            <a:off x="418643" y="1457323"/>
            <a:ext cx="3629278" cy="1047601"/>
          </a:xfrm>
          <a:prstGeom prst="rect">
            <a:avLst/>
          </a:prstGeom>
          <a:solidFill>
            <a:srgbClr val="243A5E"/>
          </a:solidFill>
        </p:spPr>
        <p:txBody>
          <a:bodyPr lIns="91440" tIns="91440" rIns="91440" anchor="ctr">
            <a:noAutofit/>
          </a:bodyPr>
          <a:lstStyle>
            <a:lvl1pPr>
              <a:lnSpc>
                <a:spcPct val="100000"/>
              </a:lnSpc>
              <a:defRPr lang="en-US" sz="2000" b="1" kern="1200" spc="0" dirty="0" smtClean="0">
                <a:solidFill>
                  <a:schemeClr val="bg1"/>
                </a:solidFill>
                <a:latin typeface="+mj-lt"/>
                <a:ea typeface="+mn-ea"/>
                <a:cs typeface="+mn-cs"/>
              </a:defRPr>
            </a:lvl1pPr>
          </a:lstStyle>
          <a:p>
            <a:pPr lvl="0"/>
            <a:r>
              <a:rPr lang="en-US"/>
              <a:t>Caption title Segoe UI </a:t>
            </a:r>
            <a:r>
              <a:rPr lang="en-US" err="1"/>
              <a:t>Semibold</a:t>
            </a:r>
            <a:endParaRPr lang="en-US"/>
          </a:p>
        </p:txBody>
      </p:sp>
      <p:sp>
        <p:nvSpPr>
          <p:cNvPr id="9" name="Text Placeholder 4"/>
          <p:cNvSpPr>
            <a:spLocks noGrp="1"/>
          </p:cNvSpPr>
          <p:nvPr>
            <p:ph type="body" sz="quarter" idx="12" hasCustomPrompt="1"/>
          </p:nvPr>
        </p:nvSpPr>
        <p:spPr>
          <a:xfrm>
            <a:off x="418643" y="2628195"/>
            <a:ext cx="3618381" cy="772743"/>
          </a:xfrm>
          <a:prstGeom prst="rect">
            <a:avLst/>
          </a:prstGeom>
        </p:spPr>
        <p:txBody>
          <a:bodyPr lIns="0" tIns="0" rIns="0" bIns="0" anchor="ctr">
            <a:noAutofit/>
          </a:bodyPr>
          <a:lstStyle>
            <a:lvl1pPr marL="0" indent="0">
              <a:lnSpc>
                <a:spcPct val="100000"/>
              </a:lnSpc>
              <a:spcBef>
                <a:spcPts val="882"/>
              </a:spcBef>
              <a:buFont typeface="Arial" panose="020B0604020202020204" pitchFamily="34" charset="0"/>
              <a:buNone/>
              <a:defRPr sz="1400" b="0" i="0" spc="0">
                <a:solidFill>
                  <a:srgbClr val="000000"/>
                </a:solidFill>
                <a:latin typeface="+mn-lt"/>
              </a:defRPr>
            </a:lvl1pPr>
            <a:lvl2pPr marL="0" marR="0" indent="0" algn="l" defTabSz="914367" rtl="0" eaLnBrk="1" fontAlgn="auto" latinLnBrk="0" hangingPunct="1">
              <a:lnSpc>
                <a:spcPts val="1176"/>
              </a:lnSpc>
              <a:spcBef>
                <a:spcPts val="441"/>
              </a:spcBef>
              <a:spcAft>
                <a:spcPts val="0"/>
              </a:spcAft>
              <a:buClrTx/>
              <a:buSzPct val="90000"/>
              <a:buFont typeface="Arial" panose="020B0604020202020204" pitchFamily="34" charset="0"/>
              <a:buNone/>
              <a:tabLst/>
              <a:defRPr sz="980">
                <a:solidFill>
                  <a:schemeClr val="tx1"/>
                </a:solidFill>
              </a:defRPr>
            </a:lvl2pPr>
            <a:lvl3pPr marL="448193" indent="0">
              <a:buNone/>
              <a:defRPr/>
            </a:lvl3pPr>
            <a:lvl4pPr marL="672290" indent="0">
              <a:buNone/>
              <a:defRPr/>
            </a:lvl4pPr>
            <a:lvl5pPr marL="896386" indent="0">
              <a:buNone/>
              <a:defRPr/>
            </a:lvl5pPr>
          </a:lstStyle>
          <a:p>
            <a:pPr lvl="0"/>
            <a:r>
              <a:rPr lang="en-US"/>
              <a:t>Caption body copy Segoe UI Regular 12/14. The quick brown fox jumps over the lazy dog.</a:t>
            </a:r>
          </a:p>
        </p:txBody>
      </p:sp>
      <p:sp>
        <p:nvSpPr>
          <p:cNvPr id="15" name="Text Placeholder 3">
            <a:extLst>
              <a:ext uri="{FF2B5EF4-FFF2-40B4-BE49-F238E27FC236}">
                <a16:creationId xmlns:a16="http://schemas.microsoft.com/office/drawing/2014/main" id="{D4EEFC93-5F54-47F0-9569-BECC76A76C96}"/>
              </a:ext>
            </a:extLst>
          </p:cNvPr>
          <p:cNvSpPr>
            <a:spLocks noGrp="1"/>
          </p:cNvSpPr>
          <p:nvPr>
            <p:ph type="body" sz="quarter" idx="25" hasCustomPrompt="1"/>
          </p:nvPr>
        </p:nvSpPr>
        <p:spPr>
          <a:xfrm>
            <a:off x="4303152" y="1457323"/>
            <a:ext cx="3629278" cy="1047601"/>
          </a:xfrm>
          <a:prstGeom prst="rect">
            <a:avLst/>
          </a:prstGeom>
          <a:solidFill>
            <a:srgbClr val="243A5E"/>
          </a:solidFill>
        </p:spPr>
        <p:txBody>
          <a:bodyPr lIns="91440" tIns="91440" rIns="91440" anchor="ctr">
            <a:noAutofit/>
          </a:bodyPr>
          <a:lstStyle>
            <a:lvl1pPr>
              <a:lnSpc>
                <a:spcPct val="100000"/>
              </a:lnSpc>
              <a:defRPr lang="en-US" sz="2000" b="1" kern="1200" spc="0" dirty="0" smtClean="0">
                <a:solidFill>
                  <a:schemeClr val="bg1"/>
                </a:solidFill>
                <a:latin typeface="+mj-lt"/>
                <a:ea typeface="+mn-ea"/>
                <a:cs typeface="+mn-cs"/>
              </a:defRPr>
            </a:lvl1pPr>
          </a:lstStyle>
          <a:p>
            <a:pPr lvl="0"/>
            <a:r>
              <a:rPr lang="en-US"/>
              <a:t>Caption title Segoe UI </a:t>
            </a:r>
            <a:r>
              <a:rPr lang="en-US" err="1"/>
              <a:t>Semibold</a:t>
            </a:r>
            <a:endParaRPr lang="en-US"/>
          </a:p>
        </p:txBody>
      </p:sp>
      <p:sp>
        <p:nvSpPr>
          <p:cNvPr id="17" name="Text Placeholder 4"/>
          <p:cNvSpPr>
            <a:spLocks noGrp="1"/>
          </p:cNvSpPr>
          <p:nvPr>
            <p:ph type="body" sz="quarter" idx="18" hasCustomPrompt="1"/>
          </p:nvPr>
        </p:nvSpPr>
        <p:spPr>
          <a:xfrm>
            <a:off x="4303152" y="2628195"/>
            <a:ext cx="3607487" cy="772743"/>
          </a:xfrm>
          <a:prstGeom prst="rect">
            <a:avLst/>
          </a:prstGeom>
        </p:spPr>
        <p:txBody>
          <a:bodyPr vert="horz" wrap="square" lIns="0" tIns="0" rIns="0" bIns="0" rtlCol="0" anchor="ctr">
            <a:noAutofit/>
          </a:bodyPr>
          <a:lstStyle>
            <a:lvl1pPr>
              <a:lnSpc>
                <a:spcPct val="100000"/>
              </a:lnSpc>
              <a:tabLst/>
              <a:defRPr lang="en-US" sz="1400" b="0" i="0" spc="0" dirty="0" smtClean="0">
                <a:solidFill>
                  <a:srgbClr val="000000"/>
                </a:solidFill>
                <a:latin typeface="+mn-lt"/>
              </a:defRPr>
            </a:lvl1pPr>
          </a:lstStyle>
          <a:p>
            <a:pPr lvl="0"/>
            <a:r>
              <a:rPr lang="en-US"/>
              <a:t>Caption body copy Segoe UI Regular 12/14. The quick brown fox jumps over the lazy dog.</a:t>
            </a:r>
          </a:p>
        </p:txBody>
      </p:sp>
      <p:sp>
        <p:nvSpPr>
          <p:cNvPr id="24" name="Text Placeholder 4">
            <a:extLst>
              <a:ext uri="{FF2B5EF4-FFF2-40B4-BE49-F238E27FC236}">
                <a16:creationId xmlns:a16="http://schemas.microsoft.com/office/drawing/2014/main" id="{37057046-E219-41F6-8045-1E763292CBB4}"/>
              </a:ext>
            </a:extLst>
          </p:cNvPr>
          <p:cNvSpPr>
            <a:spLocks noGrp="1"/>
          </p:cNvSpPr>
          <p:nvPr>
            <p:ph type="body" sz="quarter" idx="27" hasCustomPrompt="1"/>
          </p:nvPr>
        </p:nvSpPr>
        <p:spPr>
          <a:xfrm>
            <a:off x="8161204" y="2628195"/>
            <a:ext cx="3607487" cy="772743"/>
          </a:xfrm>
          <a:prstGeom prst="rect">
            <a:avLst/>
          </a:prstGeom>
        </p:spPr>
        <p:txBody>
          <a:bodyPr vert="horz" wrap="square" lIns="0" tIns="0" rIns="0" bIns="0" rtlCol="0" anchor="ctr">
            <a:noAutofit/>
          </a:bodyPr>
          <a:lstStyle>
            <a:lvl1pPr>
              <a:lnSpc>
                <a:spcPct val="100000"/>
              </a:lnSpc>
              <a:tabLst/>
              <a:defRPr lang="en-US" sz="1400" b="0" i="0" spc="0" dirty="0" smtClean="0">
                <a:solidFill>
                  <a:srgbClr val="000000"/>
                </a:solidFill>
                <a:latin typeface="+mn-lt"/>
              </a:defRPr>
            </a:lvl1pPr>
          </a:lstStyle>
          <a:p>
            <a:pPr lvl="0"/>
            <a:r>
              <a:rPr lang="en-US"/>
              <a:t>Caption body copy Segoe UI Regular 12/14. The quick brown fox jumps over the lazy dog.</a:t>
            </a:r>
          </a:p>
        </p:txBody>
      </p:sp>
      <p:sp>
        <p:nvSpPr>
          <p:cNvPr id="23" name="Text Placeholder 3">
            <a:extLst>
              <a:ext uri="{FF2B5EF4-FFF2-40B4-BE49-F238E27FC236}">
                <a16:creationId xmlns:a16="http://schemas.microsoft.com/office/drawing/2014/main" id="{5EDACCCB-301A-4273-9EA6-AD055BB5B0AF}"/>
              </a:ext>
            </a:extLst>
          </p:cNvPr>
          <p:cNvSpPr>
            <a:spLocks noGrp="1"/>
          </p:cNvSpPr>
          <p:nvPr>
            <p:ph type="body" sz="quarter" idx="26" hasCustomPrompt="1"/>
          </p:nvPr>
        </p:nvSpPr>
        <p:spPr>
          <a:xfrm>
            <a:off x="8139413" y="1457323"/>
            <a:ext cx="3629278" cy="1047601"/>
          </a:xfrm>
          <a:prstGeom prst="rect">
            <a:avLst/>
          </a:prstGeom>
          <a:solidFill>
            <a:srgbClr val="243A5E"/>
          </a:solidFill>
        </p:spPr>
        <p:txBody>
          <a:bodyPr lIns="91440" tIns="91440" rIns="91440" anchor="ctr">
            <a:noAutofit/>
          </a:bodyPr>
          <a:lstStyle>
            <a:lvl1pPr>
              <a:lnSpc>
                <a:spcPct val="100000"/>
              </a:lnSpc>
              <a:defRPr lang="en-US" sz="2000" b="1" kern="1200" spc="0" dirty="0" smtClean="0">
                <a:solidFill>
                  <a:schemeClr val="bg1"/>
                </a:solidFill>
                <a:latin typeface="+mj-lt"/>
                <a:ea typeface="+mn-ea"/>
                <a:cs typeface="+mn-cs"/>
              </a:defRPr>
            </a:lvl1pPr>
          </a:lstStyle>
          <a:p>
            <a:pPr lvl="0"/>
            <a:r>
              <a:rPr lang="en-US"/>
              <a:t>Caption title Segoe UI </a:t>
            </a:r>
            <a:r>
              <a:rPr lang="en-US" err="1"/>
              <a:t>Semibold</a:t>
            </a:r>
            <a:endParaRPr lang="en-US"/>
          </a:p>
        </p:txBody>
      </p:sp>
      <p:sp>
        <p:nvSpPr>
          <p:cNvPr id="12" name="Text Placeholder 4">
            <a:extLst>
              <a:ext uri="{FF2B5EF4-FFF2-40B4-BE49-F238E27FC236}">
                <a16:creationId xmlns:a16="http://schemas.microsoft.com/office/drawing/2014/main" id="{FD17C8B0-B5AE-49A5-9196-6DDFF3C810CA}"/>
              </a:ext>
            </a:extLst>
          </p:cNvPr>
          <p:cNvSpPr>
            <a:spLocks noGrp="1"/>
          </p:cNvSpPr>
          <p:nvPr>
            <p:ph type="body" sz="quarter" idx="28" hasCustomPrompt="1"/>
          </p:nvPr>
        </p:nvSpPr>
        <p:spPr>
          <a:xfrm>
            <a:off x="418643" y="3664462"/>
            <a:ext cx="3618381" cy="772743"/>
          </a:xfrm>
          <a:prstGeom prst="rect">
            <a:avLst/>
          </a:prstGeom>
        </p:spPr>
        <p:txBody>
          <a:bodyPr lIns="0" tIns="0" rIns="0" bIns="0" anchor="ctr">
            <a:noAutofit/>
          </a:bodyPr>
          <a:lstStyle>
            <a:lvl1pPr marL="0" indent="0">
              <a:lnSpc>
                <a:spcPct val="100000"/>
              </a:lnSpc>
              <a:spcBef>
                <a:spcPts val="882"/>
              </a:spcBef>
              <a:buFont typeface="Arial" panose="020B0604020202020204" pitchFamily="34" charset="0"/>
              <a:buNone/>
              <a:defRPr sz="1400" b="0" i="0" spc="0">
                <a:solidFill>
                  <a:srgbClr val="000000"/>
                </a:solidFill>
                <a:latin typeface="+mn-lt"/>
              </a:defRPr>
            </a:lvl1pPr>
            <a:lvl2pPr marL="0" marR="0" indent="0" algn="l" defTabSz="914367" rtl="0" eaLnBrk="1" fontAlgn="auto" latinLnBrk="0" hangingPunct="1">
              <a:lnSpc>
                <a:spcPts val="1176"/>
              </a:lnSpc>
              <a:spcBef>
                <a:spcPts val="441"/>
              </a:spcBef>
              <a:spcAft>
                <a:spcPts val="0"/>
              </a:spcAft>
              <a:buClrTx/>
              <a:buSzPct val="90000"/>
              <a:buFont typeface="Arial" panose="020B0604020202020204" pitchFamily="34" charset="0"/>
              <a:buNone/>
              <a:tabLst/>
              <a:defRPr sz="980">
                <a:solidFill>
                  <a:schemeClr val="tx1"/>
                </a:solidFill>
              </a:defRPr>
            </a:lvl2pPr>
            <a:lvl3pPr marL="448193" indent="0">
              <a:buNone/>
              <a:defRPr/>
            </a:lvl3pPr>
            <a:lvl4pPr marL="672290" indent="0">
              <a:buNone/>
              <a:defRPr/>
            </a:lvl4pPr>
            <a:lvl5pPr marL="896386" indent="0">
              <a:buNone/>
              <a:defRPr/>
            </a:lvl5pPr>
          </a:lstStyle>
          <a:p>
            <a:pPr lvl="0"/>
            <a:r>
              <a:rPr lang="en-US"/>
              <a:t>Caption body copy Segoe UI Regular 12/14. The quick brown fox jumps over the lazy dog.</a:t>
            </a:r>
          </a:p>
        </p:txBody>
      </p:sp>
      <p:sp>
        <p:nvSpPr>
          <p:cNvPr id="13" name="Text Placeholder 4">
            <a:extLst>
              <a:ext uri="{FF2B5EF4-FFF2-40B4-BE49-F238E27FC236}">
                <a16:creationId xmlns:a16="http://schemas.microsoft.com/office/drawing/2014/main" id="{79BC4586-7FC3-4659-9310-CCDD1B8FB8A1}"/>
              </a:ext>
            </a:extLst>
          </p:cNvPr>
          <p:cNvSpPr>
            <a:spLocks noGrp="1"/>
          </p:cNvSpPr>
          <p:nvPr>
            <p:ph type="body" sz="quarter" idx="29" hasCustomPrompt="1"/>
          </p:nvPr>
        </p:nvSpPr>
        <p:spPr>
          <a:xfrm>
            <a:off x="4303152" y="3664463"/>
            <a:ext cx="3607487" cy="772743"/>
          </a:xfrm>
          <a:prstGeom prst="rect">
            <a:avLst/>
          </a:prstGeom>
        </p:spPr>
        <p:txBody>
          <a:bodyPr vert="horz" wrap="square" lIns="0" tIns="0" rIns="0" bIns="0" rtlCol="0" anchor="ctr">
            <a:noAutofit/>
          </a:bodyPr>
          <a:lstStyle>
            <a:lvl1pPr>
              <a:lnSpc>
                <a:spcPct val="100000"/>
              </a:lnSpc>
              <a:tabLst/>
              <a:defRPr lang="en-US" sz="1400" b="0" i="0" spc="0" dirty="0" smtClean="0">
                <a:solidFill>
                  <a:srgbClr val="000000"/>
                </a:solidFill>
                <a:latin typeface="+mn-lt"/>
              </a:defRPr>
            </a:lvl1pPr>
          </a:lstStyle>
          <a:p>
            <a:pPr lvl="0"/>
            <a:r>
              <a:rPr lang="en-US"/>
              <a:t>Caption body copy Segoe UI Regular 12/14. The quick brown fox jumps over the lazy dog.</a:t>
            </a:r>
          </a:p>
        </p:txBody>
      </p:sp>
      <p:sp>
        <p:nvSpPr>
          <p:cNvPr id="14" name="Text Placeholder 4">
            <a:extLst>
              <a:ext uri="{FF2B5EF4-FFF2-40B4-BE49-F238E27FC236}">
                <a16:creationId xmlns:a16="http://schemas.microsoft.com/office/drawing/2014/main" id="{29F550BE-2661-407F-B7A1-6D20E10A3A2E}"/>
              </a:ext>
            </a:extLst>
          </p:cNvPr>
          <p:cNvSpPr>
            <a:spLocks noGrp="1"/>
          </p:cNvSpPr>
          <p:nvPr>
            <p:ph type="body" sz="quarter" idx="30" hasCustomPrompt="1"/>
          </p:nvPr>
        </p:nvSpPr>
        <p:spPr>
          <a:xfrm>
            <a:off x="8161204" y="3664463"/>
            <a:ext cx="3607487" cy="772743"/>
          </a:xfrm>
          <a:prstGeom prst="rect">
            <a:avLst/>
          </a:prstGeom>
        </p:spPr>
        <p:txBody>
          <a:bodyPr vert="horz" wrap="square" lIns="0" tIns="0" rIns="0" bIns="0" rtlCol="0" anchor="ctr">
            <a:noAutofit/>
          </a:bodyPr>
          <a:lstStyle>
            <a:lvl1pPr>
              <a:lnSpc>
                <a:spcPct val="100000"/>
              </a:lnSpc>
              <a:tabLst/>
              <a:defRPr lang="en-US" sz="1400" b="0" i="0" spc="0" dirty="0" smtClean="0">
                <a:solidFill>
                  <a:srgbClr val="000000"/>
                </a:solidFill>
                <a:latin typeface="+mn-lt"/>
              </a:defRPr>
            </a:lvl1pPr>
          </a:lstStyle>
          <a:p>
            <a:pPr lvl="0"/>
            <a:r>
              <a:rPr lang="en-US"/>
              <a:t>Caption body copy Segoe UI Regular 12/14. The quick brown fox jumps over the lazy dog.</a:t>
            </a:r>
          </a:p>
        </p:txBody>
      </p:sp>
      <p:sp>
        <p:nvSpPr>
          <p:cNvPr id="16" name="Text Placeholder 4">
            <a:extLst>
              <a:ext uri="{FF2B5EF4-FFF2-40B4-BE49-F238E27FC236}">
                <a16:creationId xmlns:a16="http://schemas.microsoft.com/office/drawing/2014/main" id="{954D3929-4A01-4CC3-8662-E5CD102A3709}"/>
              </a:ext>
            </a:extLst>
          </p:cNvPr>
          <p:cNvSpPr>
            <a:spLocks noGrp="1"/>
          </p:cNvSpPr>
          <p:nvPr>
            <p:ph type="body" sz="quarter" idx="31" hasCustomPrompt="1"/>
          </p:nvPr>
        </p:nvSpPr>
        <p:spPr>
          <a:xfrm>
            <a:off x="418643" y="4700731"/>
            <a:ext cx="3618381" cy="772743"/>
          </a:xfrm>
          <a:prstGeom prst="rect">
            <a:avLst/>
          </a:prstGeom>
        </p:spPr>
        <p:txBody>
          <a:bodyPr lIns="0" tIns="0" rIns="0" bIns="0" anchor="ctr">
            <a:noAutofit/>
          </a:bodyPr>
          <a:lstStyle>
            <a:lvl1pPr marL="0" indent="0">
              <a:lnSpc>
                <a:spcPct val="100000"/>
              </a:lnSpc>
              <a:spcBef>
                <a:spcPts val="882"/>
              </a:spcBef>
              <a:buFont typeface="Arial" panose="020B0604020202020204" pitchFamily="34" charset="0"/>
              <a:buNone/>
              <a:defRPr sz="1400" b="0" i="0" spc="0">
                <a:solidFill>
                  <a:srgbClr val="000000"/>
                </a:solidFill>
                <a:latin typeface="+mn-lt"/>
              </a:defRPr>
            </a:lvl1pPr>
            <a:lvl2pPr marL="0" marR="0" indent="0" algn="l" defTabSz="914367" rtl="0" eaLnBrk="1" fontAlgn="auto" latinLnBrk="0" hangingPunct="1">
              <a:lnSpc>
                <a:spcPts val="1176"/>
              </a:lnSpc>
              <a:spcBef>
                <a:spcPts val="441"/>
              </a:spcBef>
              <a:spcAft>
                <a:spcPts val="0"/>
              </a:spcAft>
              <a:buClrTx/>
              <a:buSzPct val="90000"/>
              <a:buFont typeface="Arial" panose="020B0604020202020204" pitchFamily="34" charset="0"/>
              <a:buNone/>
              <a:tabLst/>
              <a:defRPr sz="980">
                <a:solidFill>
                  <a:schemeClr val="tx1"/>
                </a:solidFill>
              </a:defRPr>
            </a:lvl2pPr>
            <a:lvl3pPr marL="448193" indent="0">
              <a:buNone/>
              <a:defRPr/>
            </a:lvl3pPr>
            <a:lvl4pPr marL="672290" indent="0">
              <a:buNone/>
              <a:defRPr/>
            </a:lvl4pPr>
            <a:lvl5pPr marL="896386" indent="0">
              <a:buNone/>
              <a:defRPr/>
            </a:lvl5pPr>
          </a:lstStyle>
          <a:p>
            <a:pPr lvl="0"/>
            <a:r>
              <a:rPr lang="en-US"/>
              <a:t>Caption body copy Segoe UI Regular 12/14. The quick brown fox jumps over the lazy dog.</a:t>
            </a:r>
          </a:p>
        </p:txBody>
      </p:sp>
      <p:sp>
        <p:nvSpPr>
          <p:cNvPr id="18" name="Text Placeholder 4">
            <a:extLst>
              <a:ext uri="{FF2B5EF4-FFF2-40B4-BE49-F238E27FC236}">
                <a16:creationId xmlns:a16="http://schemas.microsoft.com/office/drawing/2014/main" id="{284BF132-1328-44E8-A629-D64096388C74}"/>
              </a:ext>
            </a:extLst>
          </p:cNvPr>
          <p:cNvSpPr>
            <a:spLocks noGrp="1"/>
          </p:cNvSpPr>
          <p:nvPr>
            <p:ph type="body" sz="quarter" idx="32" hasCustomPrompt="1"/>
          </p:nvPr>
        </p:nvSpPr>
        <p:spPr>
          <a:xfrm>
            <a:off x="4303152" y="4700731"/>
            <a:ext cx="3607487" cy="772743"/>
          </a:xfrm>
          <a:prstGeom prst="rect">
            <a:avLst/>
          </a:prstGeom>
        </p:spPr>
        <p:txBody>
          <a:bodyPr vert="horz" wrap="square" lIns="0" tIns="0" rIns="0" bIns="0" rtlCol="0" anchor="ctr">
            <a:noAutofit/>
          </a:bodyPr>
          <a:lstStyle>
            <a:lvl1pPr>
              <a:lnSpc>
                <a:spcPct val="100000"/>
              </a:lnSpc>
              <a:tabLst/>
              <a:defRPr lang="en-US" sz="1400" b="0" i="0" spc="0" dirty="0" smtClean="0">
                <a:solidFill>
                  <a:srgbClr val="000000"/>
                </a:solidFill>
                <a:latin typeface="+mn-lt"/>
              </a:defRPr>
            </a:lvl1pPr>
          </a:lstStyle>
          <a:p>
            <a:pPr lvl="0"/>
            <a:r>
              <a:rPr lang="en-US"/>
              <a:t>Caption body copy Segoe UI Regular 12/14. The quick brown fox jumps over the lazy dog.</a:t>
            </a:r>
          </a:p>
        </p:txBody>
      </p:sp>
      <p:sp>
        <p:nvSpPr>
          <p:cNvPr id="19" name="Text Placeholder 4">
            <a:extLst>
              <a:ext uri="{FF2B5EF4-FFF2-40B4-BE49-F238E27FC236}">
                <a16:creationId xmlns:a16="http://schemas.microsoft.com/office/drawing/2014/main" id="{B24376E6-F329-4374-B56D-DEE4D5D40209}"/>
              </a:ext>
            </a:extLst>
          </p:cNvPr>
          <p:cNvSpPr>
            <a:spLocks noGrp="1"/>
          </p:cNvSpPr>
          <p:nvPr>
            <p:ph type="body" sz="quarter" idx="33" hasCustomPrompt="1"/>
          </p:nvPr>
        </p:nvSpPr>
        <p:spPr>
          <a:xfrm>
            <a:off x="8161204" y="4700731"/>
            <a:ext cx="3607487" cy="772743"/>
          </a:xfrm>
          <a:prstGeom prst="rect">
            <a:avLst/>
          </a:prstGeom>
        </p:spPr>
        <p:txBody>
          <a:bodyPr vert="horz" wrap="square" lIns="0" tIns="0" rIns="0" bIns="0" rtlCol="0" anchor="ctr">
            <a:noAutofit/>
          </a:bodyPr>
          <a:lstStyle>
            <a:lvl1pPr>
              <a:lnSpc>
                <a:spcPct val="100000"/>
              </a:lnSpc>
              <a:tabLst/>
              <a:defRPr lang="en-US" sz="1400" b="0" i="0" spc="0" dirty="0" smtClean="0">
                <a:solidFill>
                  <a:srgbClr val="000000"/>
                </a:solidFill>
                <a:latin typeface="+mn-lt"/>
              </a:defRPr>
            </a:lvl1pPr>
          </a:lstStyle>
          <a:p>
            <a:pPr lvl="0"/>
            <a:r>
              <a:rPr lang="en-US"/>
              <a:t>Caption body copy Segoe UI Regular 12/14. The quick brown fox jumps over the lazy dog.</a:t>
            </a:r>
          </a:p>
        </p:txBody>
      </p:sp>
      <p:cxnSp>
        <p:nvCxnSpPr>
          <p:cNvPr id="22" name="Straight Connector 21">
            <a:extLst>
              <a:ext uri="{FF2B5EF4-FFF2-40B4-BE49-F238E27FC236}">
                <a16:creationId xmlns:a16="http://schemas.microsoft.com/office/drawing/2014/main" id="{B1D12B33-C140-4AED-9479-89A1E21BD571}"/>
              </a:ext>
              <a:ext uri="{C183D7F6-B498-43B3-948B-1728B52AA6E4}">
                <adec:decorative xmlns:adec="http://schemas.microsoft.com/office/drawing/2017/decorative" val="1"/>
              </a:ext>
            </a:extLst>
          </p:cNvPr>
          <p:cNvCxnSpPr>
            <a:cxnSpLocks/>
          </p:cNvCxnSpPr>
          <p:nvPr/>
        </p:nvCxnSpPr>
        <p:spPr>
          <a:xfrm>
            <a:off x="418643" y="3532700"/>
            <a:ext cx="3633559"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508F18CC-5BC5-4383-99A0-673FC34E152C}"/>
              </a:ext>
              <a:ext uri="{C183D7F6-B498-43B3-948B-1728B52AA6E4}">
                <adec:decorative xmlns:adec="http://schemas.microsoft.com/office/drawing/2017/decorative" val="1"/>
              </a:ext>
            </a:extLst>
          </p:cNvPr>
          <p:cNvCxnSpPr>
            <a:cxnSpLocks/>
          </p:cNvCxnSpPr>
          <p:nvPr/>
        </p:nvCxnSpPr>
        <p:spPr>
          <a:xfrm>
            <a:off x="418643" y="4568967"/>
            <a:ext cx="3633559"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6BF3C7B5-A8EA-4ECD-A968-2546248701F3}"/>
              </a:ext>
              <a:ext uri="{C183D7F6-B498-43B3-948B-1728B52AA6E4}">
                <adec:decorative xmlns:adec="http://schemas.microsoft.com/office/drawing/2017/decorative" val="1"/>
              </a:ext>
            </a:extLst>
          </p:cNvPr>
          <p:cNvCxnSpPr>
            <a:cxnSpLocks/>
          </p:cNvCxnSpPr>
          <p:nvPr/>
        </p:nvCxnSpPr>
        <p:spPr>
          <a:xfrm>
            <a:off x="4303713" y="3532700"/>
            <a:ext cx="360680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14FEAA1-EB50-4B84-96EB-E171DE39A0A8}"/>
              </a:ext>
              <a:ext uri="{C183D7F6-B498-43B3-948B-1728B52AA6E4}">
                <adec:decorative xmlns:adec="http://schemas.microsoft.com/office/drawing/2017/decorative" val="1"/>
              </a:ext>
            </a:extLst>
          </p:cNvPr>
          <p:cNvCxnSpPr>
            <a:cxnSpLocks/>
          </p:cNvCxnSpPr>
          <p:nvPr/>
        </p:nvCxnSpPr>
        <p:spPr>
          <a:xfrm>
            <a:off x="4303713" y="4568967"/>
            <a:ext cx="360680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6" name="Title 5">
            <a:extLst>
              <a:ext uri="{FF2B5EF4-FFF2-40B4-BE49-F238E27FC236}">
                <a16:creationId xmlns:a16="http://schemas.microsoft.com/office/drawing/2014/main" id="{D8706E9C-EDA2-4EE8-A4D5-886B6F42AFF8}"/>
              </a:ext>
            </a:extLst>
          </p:cNvPr>
          <p:cNvSpPr>
            <a:spLocks noGrp="1"/>
          </p:cNvSpPr>
          <p:nvPr>
            <p:ph type="title"/>
          </p:nvPr>
        </p:nvSpPr>
        <p:spPr>
          <a:xfrm>
            <a:off x="418643" y="440494"/>
            <a:ext cx="11341268" cy="680196"/>
          </a:xfrm>
        </p:spPr>
        <p:txBody>
          <a:bodyPr/>
          <a:lstStyle/>
          <a:p>
            <a:r>
              <a:rPr lang="en-US"/>
              <a:t>Click to edit Master title style</a:t>
            </a:r>
          </a:p>
        </p:txBody>
      </p:sp>
      <p:cxnSp>
        <p:nvCxnSpPr>
          <p:cNvPr id="29" name="Straight Connector 28">
            <a:extLst>
              <a:ext uri="{FF2B5EF4-FFF2-40B4-BE49-F238E27FC236}">
                <a16:creationId xmlns:a16="http://schemas.microsoft.com/office/drawing/2014/main" id="{F2BE3BA0-8606-422D-8675-3046FD533FB2}"/>
              </a:ext>
              <a:ext uri="{C183D7F6-B498-43B3-948B-1728B52AA6E4}">
                <adec:decorative xmlns:adec="http://schemas.microsoft.com/office/drawing/2017/decorative" val="1"/>
              </a:ext>
            </a:extLst>
          </p:cNvPr>
          <p:cNvCxnSpPr>
            <a:cxnSpLocks/>
          </p:cNvCxnSpPr>
          <p:nvPr/>
        </p:nvCxnSpPr>
        <p:spPr>
          <a:xfrm>
            <a:off x="8161204" y="3532700"/>
            <a:ext cx="360680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5A40603F-992B-4531-B3B1-5196D05EC3B4}"/>
              </a:ext>
              <a:ext uri="{C183D7F6-B498-43B3-948B-1728B52AA6E4}">
                <adec:decorative xmlns:adec="http://schemas.microsoft.com/office/drawing/2017/decorative" val="1"/>
              </a:ext>
            </a:extLst>
          </p:cNvPr>
          <p:cNvCxnSpPr>
            <a:cxnSpLocks/>
          </p:cNvCxnSpPr>
          <p:nvPr/>
        </p:nvCxnSpPr>
        <p:spPr>
          <a:xfrm>
            <a:off x="8161204" y="4568967"/>
            <a:ext cx="360680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2" name="Footer Placeholder 1">
            <a:extLst>
              <a:ext uri="{FF2B5EF4-FFF2-40B4-BE49-F238E27FC236}">
                <a16:creationId xmlns:a16="http://schemas.microsoft.com/office/drawing/2014/main" id="{B30B5A80-F666-460D-9090-8493217C8FD1}"/>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4144177641"/>
      </p:ext>
    </p:extLst>
  </p:cSld>
  <p:clrMapOvr>
    <a:masterClrMapping/>
  </p:clrMapOvr>
  <p:transition>
    <p:fade/>
  </p:transition>
  <p:hf sldNum="0" hdr="0" ftr="0" dt="0"/>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Title with graphic">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B29445A-A014-4223-90E2-3D3353E0CE83}"/>
              </a:ext>
            </a:extLst>
          </p:cNvPr>
          <p:cNvSpPr>
            <a:spLocks noGrp="1"/>
          </p:cNvSpPr>
          <p:nvPr>
            <p:ph type="title" hasCustomPrompt="1"/>
          </p:nvPr>
        </p:nvSpPr>
        <p:spPr/>
        <p:txBody>
          <a:bodyPr/>
          <a:lstStyle>
            <a:lvl1pPr>
              <a:defRPr/>
            </a:lvl1pPr>
          </a:lstStyle>
          <a:p>
            <a:r>
              <a:rPr lang="en-US"/>
              <a:t>Heading Segoe UI </a:t>
            </a:r>
            <a:r>
              <a:rPr lang="en-US" err="1"/>
              <a:t>Semibold</a:t>
            </a:r>
            <a:r>
              <a:rPr lang="en-US"/>
              <a:t> 32</a:t>
            </a:r>
          </a:p>
        </p:txBody>
      </p:sp>
      <p:sp>
        <p:nvSpPr>
          <p:cNvPr id="4" name="Text Placeholder 3">
            <a:extLst>
              <a:ext uri="{FF2B5EF4-FFF2-40B4-BE49-F238E27FC236}">
                <a16:creationId xmlns:a16="http://schemas.microsoft.com/office/drawing/2014/main" id="{9D3A230D-0F65-4C2B-9A5E-08E997603E6C}"/>
              </a:ext>
            </a:extLst>
          </p:cNvPr>
          <p:cNvSpPr>
            <a:spLocks noGrp="1"/>
          </p:cNvSpPr>
          <p:nvPr>
            <p:ph type="body" sz="quarter" idx="10"/>
          </p:nvPr>
        </p:nvSpPr>
        <p:spPr>
          <a:xfrm>
            <a:off x="418642" y="1457325"/>
            <a:ext cx="3439206" cy="3439206"/>
          </a:xfrm>
          <a:prstGeom prst="ellipse">
            <a:avLst/>
          </a:prstGeom>
          <a:solidFill>
            <a:schemeClr val="bg1">
              <a:lumMod val="95000"/>
            </a:schemeClr>
          </a:solidFill>
        </p:spPr>
        <p:txBody>
          <a:bodyPr tIns="0" rIns="0" bIns="0" anchor="ctr">
            <a:noAutofit/>
          </a:bodyPr>
          <a:lstStyle>
            <a:lvl1pPr algn="ctr">
              <a:defRPr sz="2800"/>
            </a:lvl1pPr>
          </a:lstStyle>
          <a:p>
            <a:pPr lvl="0"/>
            <a:r>
              <a:rPr lang="en-US"/>
              <a:t>Click to edit Master text styles</a:t>
            </a:r>
          </a:p>
        </p:txBody>
      </p:sp>
      <p:sp>
        <p:nvSpPr>
          <p:cNvPr id="5" name="Text Placeholder 3">
            <a:extLst>
              <a:ext uri="{FF2B5EF4-FFF2-40B4-BE49-F238E27FC236}">
                <a16:creationId xmlns:a16="http://schemas.microsoft.com/office/drawing/2014/main" id="{50ABEE60-9F0D-48B2-AE29-DAEE6B65F773}"/>
              </a:ext>
            </a:extLst>
          </p:cNvPr>
          <p:cNvSpPr>
            <a:spLocks noGrp="1"/>
          </p:cNvSpPr>
          <p:nvPr>
            <p:ph type="body" sz="quarter" idx="11"/>
          </p:nvPr>
        </p:nvSpPr>
        <p:spPr>
          <a:xfrm>
            <a:off x="4369674" y="1457325"/>
            <a:ext cx="3439206" cy="3439206"/>
          </a:xfrm>
          <a:prstGeom prst="ellipse">
            <a:avLst/>
          </a:prstGeom>
          <a:solidFill>
            <a:schemeClr val="bg1">
              <a:lumMod val="95000"/>
            </a:schemeClr>
          </a:solidFill>
        </p:spPr>
        <p:txBody>
          <a:bodyPr tIns="0" rIns="0" bIns="0" anchor="ctr">
            <a:noAutofit/>
          </a:bodyPr>
          <a:lstStyle>
            <a:lvl1pPr algn="ctr">
              <a:defRPr sz="2800"/>
            </a:lvl1pPr>
          </a:lstStyle>
          <a:p>
            <a:pPr lvl="0"/>
            <a:r>
              <a:rPr lang="en-US"/>
              <a:t>Click to edit Master text styles</a:t>
            </a:r>
          </a:p>
        </p:txBody>
      </p:sp>
      <p:sp>
        <p:nvSpPr>
          <p:cNvPr id="6" name="Text Placeholder 3">
            <a:extLst>
              <a:ext uri="{FF2B5EF4-FFF2-40B4-BE49-F238E27FC236}">
                <a16:creationId xmlns:a16="http://schemas.microsoft.com/office/drawing/2014/main" id="{2892F116-907B-402B-8800-9219B7710190}"/>
              </a:ext>
            </a:extLst>
          </p:cNvPr>
          <p:cNvSpPr>
            <a:spLocks noGrp="1"/>
          </p:cNvSpPr>
          <p:nvPr>
            <p:ph type="body" sz="quarter" idx="12"/>
          </p:nvPr>
        </p:nvSpPr>
        <p:spPr>
          <a:xfrm>
            <a:off x="8320705" y="1457325"/>
            <a:ext cx="3439206" cy="3439206"/>
          </a:xfrm>
          <a:prstGeom prst="ellipse">
            <a:avLst/>
          </a:prstGeom>
          <a:solidFill>
            <a:schemeClr val="bg1">
              <a:lumMod val="95000"/>
            </a:schemeClr>
          </a:solidFill>
        </p:spPr>
        <p:txBody>
          <a:bodyPr tIns="0" rIns="0" bIns="0" anchor="ctr">
            <a:noAutofit/>
          </a:bodyPr>
          <a:lstStyle>
            <a:lvl1pPr algn="ctr">
              <a:defRPr sz="2800"/>
            </a:lvl1pPr>
          </a:lstStyle>
          <a:p>
            <a:pPr lvl="0"/>
            <a:r>
              <a:rPr lang="en-US"/>
              <a:t>Click to edit Master text styles</a:t>
            </a:r>
          </a:p>
        </p:txBody>
      </p:sp>
      <p:sp>
        <p:nvSpPr>
          <p:cNvPr id="2" name="Footer Placeholder 1">
            <a:extLst>
              <a:ext uri="{FF2B5EF4-FFF2-40B4-BE49-F238E27FC236}">
                <a16:creationId xmlns:a16="http://schemas.microsoft.com/office/drawing/2014/main" id="{538B82E4-7444-4181-B6FE-B79D11D3EA6F}"/>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1447046860"/>
      </p:ext>
    </p:extLst>
  </p:cSld>
  <p:clrMapOvr>
    <a:masterClrMapping/>
  </p:clrMapOvr>
  <p:transition>
    <p:fade/>
  </p:transition>
  <p:hf sldNum="0" hdr="0" ftr="0" dt="0"/>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p:cSld name="Title with graphic 2">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B29445A-A014-4223-90E2-3D3353E0CE83}"/>
              </a:ext>
            </a:extLst>
          </p:cNvPr>
          <p:cNvSpPr>
            <a:spLocks noGrp="1"/>
          </p:cNvSpPr>
          <p:nvPr>
            <p:ph type="title" hasCustomPrompt="1"/>
          </p:nvPr>
        </p:nvSpPr>
        <p:spPr/>
        <p:txBody>
          <a:bodyPr/>
          <a:lstStyle>
            <a:lvl1pPr>
              <a:defRPr/>
            </a:lvl1pPr>
          </a:lstStyle>
          <a:p>
            <a:r>
              <a:rPr lang="en-US"/>
              <a:t>Heading Segoe UI </a:t>
            </a:r>
            <a:r>
              <a:rPr lang="en-US" err="1"/>
              <a:t>Semibold</a:t>
            </a:r>
            <a:r>
              <a:rPr lang="en-US"/>
              <a:t> 32</a:t>
            </a:r>
          </a:p>
        </p:txBody>
      </p:sp>
      <p:sp>
        <p:nvSpPr>
          <p:cNvPr id="4" name="Text Placeholder 3">
            <a:extLst>
              <a:ext uri="{FF2B5EF4-FFF2-40B4-BE49-F238E27FC236}">
                <a16:creationId xmlns:a16="http://schemas.microsoft.com/office/drawing/2014/main" id="{9D3A230D-0F65-4C2B-9A5E-08E997603E6C}"/>
              </a:ext>
            </a:extLst>
          </p:cNvPr>
          <p:cNvSpPr>
            <a:spLocks noGrp="1"/>
          </p:cNvSpPr>
          <p:nvPr>
            <p:ph type="body" sz="quarter" idx="10"/>
          </p:nvPr>
        </p:nvSpPr>
        <p:spPr>
          <a:xfrm>
            <a:off x="418643" y="2359592"/>
            <a:ext cx="2138816" cy="2138816"/>
          </a:xfrm>
          <a:prstGeom prst="ellipse">
            <a:avLst/>
          </a:prstGeom>
          <a:solidFill>
            <a:srgbClr val="243A5E"/>
          </a:solidFill>
        </p:spPr>
        <p:txBody>
          <a:bodyPr tIns="0" rIns="0" bIns="0" anchor="ctr">
            <a:noAutofit/>
          </a:bodyPr>
          <a:lstStyle>
            <a:lvl1pPr algn="ctr">
              <a:defRPr sz="2400">
                <a:solidFill>
                  <a:schemeClr val="bg1"/>
                </a:solidFill>
              </a:defRPr>
            </a:lvl1pPr>
          </a:lstStyle>
          <a:p>
            <a:pPr lvl="0"/>
            <a:r>
              <a:rPr lang="en-US"/>
              <a:t>Click to edit Master text styles</a:t>
            </a:r>
          </a:p>
        </p:txBody>
      </p:sp>
      <p:sp>
        <p:nvSpPr>
          <p:cNvPr id="5" name="Text Placeholder 3">
            <a:extLst>
              <a:ext uri="{FF2B5EF4-FFF2-40B4-BE49-F238E27FC236}">
                <a16:creationId xmlns:a16="http://schemas.microsoft.com/office/drawing/2014/main" id="{50ABEE60-9F0D-48B2-AE29-DAEE6B65F773}"/>
              </a:ext>
            </a:extLst>
          </p:cNvPr>
          <p:cNvSpPr>
            <a:spLocks noGrp="1"/>
          </p:cNvSpPr>
          <p:nvPr>
            <p:ph type="body" sz="quarter" idx="11"/>
          </p:nvPr>
        </p:nvSpPr>
        <p:spPr>
          <a:xfrm>
            <a:off x="2722617" y="2359592"/>
            <a:ext cx="2138816" cy="2138816"/>
          </a:xfrm>
          <a:prstGeom prst="ellipse">
            <a:avLst/>
          </a:prstGeom>
          <a:solidFill>
            <a:srgbClr val="243A5E"/>
          </a:solidFill>
        </p:spPr>
        <p:txBody>
          <a:bodyPr tIns="0" rIns="0" bIns="0" anchor="ctr">
            <a:noAutofit/>
          </a:bodyPr>
          <a:lstStyle>
            <a:lvl1pPr algn="ctr">
              <a:defRPr sz="2400">
                <a:solidFill>
                  <a:schemeClr val="bg1"/>
                </a:solidFill>
              </a:defRPr>
            </a:lvl1pPr>
          </a:lstStyle>
          <a:p>
            <a:pPr lvl="0"/>
            <a:r>
              <a:rPr lang="en-US"/>
              <a:t>Click to edit Master text styles</a:t>
            </a:r>
          </a:p>
        </p:txBody>
      </p:sp>
      <p:sp>
        <p:nvSpPr>
          <p:cNvPr id="6" name="Text Placeholder 3">
            <a:extLst>
              <a:ext uri="{FF2B5EF4-FFF2-40B4-BE49-F238E27FC236}">
                <a16:creationId xmlns:a16="http://schemas.microsoft.com/office/drawing/2014/main" id="{2892F116-907B-402B-8800-9219B7710190}"/>
              </a:ext>
            </a:extLst>
          </p:cNvPr>
          <p:cNvSpPr>
            <a:spLocks noGrp="1"/>
          </p:cNvSpPr>
          <p:nvPr>
            <p:ph type="body" sz="quarter" idx="12"/>
          </p:nvPr>
        </p:nvSpPr>
        <p:spPr>
          <a:xfrm>
            <a:off x="5026591" y="2359592"/>
            <a:ext cx="2138816" cy="2138816"/>
          </a:xfrm>
          <a:prstGeom prst="ellipse">
            <a:avLst/>
          </a:prstGeom>
          <a:solidFill>
            <a:srgbClr val="243A5E"/>
          </a:solidFill>
        </p:spPr>
        <p:txBody>
          <a:bodyPr tIns="0" rIns="0" bIns="0" anchor="ctr">
            <a:noAutofit/>
          </a:bodyPr>
          <a:lstStyle>
            <a:lvl1pPr algn="ctr">
              <a:defRPr sz="2400">
                <a:solidFill>
                  <a:schemeClr val="bg1"/>
                </a:solidFill>
              </a:defRPr>
            </a:lvl1pPr>
          </a:lstStyle>
          <a:p>
            <a:pPr lvl="0"/>
            <a:r>
              <a:rPr lang="en-US"/>
              <a:t>Click to edit Master text styles</a:t>
            </a:r>
          </a:p>
        </p:txBody>
      </p:sp>
      <p:sp>
        <p:nvSpPr>
          <p:cNvPr id="7" name="Text Placeholder 3">
            <a:extLst>
              <a:ext uri="{FF2B5EF4-FFF2-40B4-BE49-F238E27FC236}">
                <a16:creationId xmlns:a16="http://schemas.microsoft.com/office/drawing/2014/main" id="{FFCA379A-FFA6-4179-AD94-3B9D20DBAA50}"/>
              </a:ext>
            </a:extLst>
          </p:cNvPr>
          <p:cNvSpPr>
            <a:spLocks noGrp="1"/>
          </p:cNvSpPr>
          <p:nvPr>
            <p:ph type="body" sz="quarter" idx="13"/>
          </p:nvPr>
        </p:nvSpPr>
        <p:spPr>
          <a:xfrm>
            <a:off x="7330565" y="2359592"/>
            <a:ext cx="2138816" cy="2138816"/>
          </a:xfrm>
          <a:prstGeom prst="ellipse">
            <a:avLst/>
          </a:prstGeom>
          <a:solidFill>
            <a:srgbClr val="243A5E"/>
          </a:solidFill>
        </p:spPr>
        <p:txBody>
          <a:bodyPr tIns="0" rIns="0" bIns="0" anchor="ctr">
            <a:noAutofit/>
          </a:bodyPr>
          <a:lstStyle>
            <a:lvl1pPr algn="ctr">
              <a:defRPr sz="2400">
                <a:solidFill>
                  <a:schemeClr val="bg1"/>
                </a:solidFill>
              </a:defRPr>
            </a:lvl1pPr>
          </a:lstStyle>
          <a:p>
            <a:pPr lvl="0"/>
            <a:r>
              <a:rPr lang="en-US"/>
              <a:t>Click to edit Master text styles</a:t>
            </a:r>
          </a:p>
        </p:txBody>
      </p:sp>
      <p:sp>
        <p:nvSpPr>
          <p:cNvPr id="8" name="Text Placeholder 3">
            <a:extLst>
              <a:ext uri="{FF2B5EF4-FFF2-40B4-BE49-F238E27FC236}">
                <a16:creationId xmlns:a16="http://schemas.microsoft.com/office/drawing/2014/main" id="{86EE9769-6679-49C8-860D-5CACDB09DBD2}"/>
              </a:ext>
            </a:extLst>
          </p:cNvPr>
          <p:cNvSpPr>
            <a:spLocks noGrp="1"/>
          </p:cNvSpPr>
          <p:nvPr>
            <p:ph type="body" sz="quarter" idx="14"/>
          </p:nvPr>
        </p:nvSpPr>
        <p:spPr>
          <a:xfrm>
            <a:off x="9634541" y="2359592"/>
            <a:ext cx="2138816" cy="2138816"/>
          </a:xfrm>
          <a:prstGeom prst="ellipse">
            <a:avLst/>
          </a:prstGeom>
          <a:solidFill>
            <a:srgbClr val="243A5E"/>
          </a:solidFill>
        </p:spPr>
        <p:txBody>
          <a:bodyPr tIns="0" rIns="0" bIns="0" anchor="ctr">
            <a:noAutofit/>
          </a:bodyPr>
          <a:lstStyle>
            <a:lvl1pPr algn="ctr">
              <a:defRPr sz="2400">
                <a:solidFill>
                  <a:schemeClr val="bg1"/>
                </a:solidFill>
              </a:defRPr>
            </a:lvl1pPr>
          </a:lstStyle>
          <a:p>
            <a:pPr lvl="0"/>
            <a:r>
              <a:rPr lang="en-US"/>
              <a:t>Click to edit Master text styles</a:t>
            </a:r>
          </a:p>
        </p:txBody>
      </p:sp>
      <p:sp>
        <p:nvSpPr>
          <p:cNvPr id="2" name="Footer Placeholder 1">
            <a:extLst>
              <a:ext uri="{FF2B5EF4-FFF2-40B4-BE49-F238E27FC236}">
                <a16:creationId xmlns:a16="http://schemas.microsoft.com/office/drawing/2014/main" id="{136AABF9-4169-453B-83D4-823782CAB5B6}"/>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836882262"/>
      </p:ext>
    </p:extLst>
  </p:cSld>
  <p:clrMapOvr>
    <a:masterClrMapping/>
  </p:clrMapOvr>
  <p:transition>
    <p:fade/>
  </p:transition>
  <p:hf sldNum="0" hdr="0" ftr="0" dt="0"/>
</p:sldLayout>
</file>

<file path=ppt/slideLayouts/slideLayout58.xml><?xml version="1.0" encoding="utf-8"?>
<p:sldLayout xmlns:a="http://schemas.openxmlformats.org/drawingml/2006/main" xmlns:r="http://schemas.openxmlformats.org/officeDocument/2006/relationships" xmlns:p="http://schemas.openxmlformats.org/presentationml/2006/main" showMasterSp="0" preserve="1">
  <p:cSld name="Closing slide">
    <p:bg>
      <p:bgPr>
        <a:solidFill>
          <a:srgbClr val="243A5E"/>
        </a:solidFill>
        <a:effectLst/>
      </p:bgPr>
    </p:bg>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48830E1E-F06E-469F-9154-F8DEA4B068FE}"/>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solidFill>
                  <a:schemeClr val="bg1"/>
                </a:solidFill>
              </a:rPr>
              <a:t>© Copyright Microsoft Corporation. All rights reserved.</a:t>
            </a:r>
          </a:p>
        </p:txBody>
      </p:sp>
      <p:pic>
        <p:nvPicPr>
          <p:cNvPr id="9" name="Picture 8" descr="A close up of a logo&#10;&#10;Description automatically generated">
            <a:extLst>
              <a:ext uri="{FF2B5EF4-FFF2-40B4-BE49-F238E27FC236}">
                <a16:creationId xmlns:a16="http://schemas.microsoft.com/office/drawing/2014/main" id="{627962C6-3D96-4CE6-8E4F-540B7A0E6F3A}"/>
              </a:ext>
            </a:extLst>
          </p:cNvPr>
          <p:cNvPicPr>
            <a:picLocks noChangeAspect="1"/>
          </p:cNvPicPr>
          <p:nvPr/>
        </p:nvPicPr>
        <p:blipFill>
          <a:blip r:embed="rId2"/>
          <a:stretch>
            <a:fillRect/>
          </a:stretch>
        </p:blipFill>
        <p:spPr>
          <a:xfrm>
            <a:off x="146409" y="159693"/>
            <a:ext cx="3471501" cy="871754"/>
          </a:xfrm>
          <a:prstGeom prst="rect">
            <a:avLst/>
          </a:prstGeom>
        </p:spPr>
      </p:pic>
    </p:spTree>
    <p:extLst>
      <p:ext uri="{BB962C8B-B14F-4D97-AF65-F5344CB8AC3E}">
        <p14:creationId xmlns:p14="http://schemas.microsoft.com/office/powerpoint/2010/main" val="1271879180"/>
      </p:ext>
    </p:extLst>
  </p:cSld>
  <p:clrMapOvr>
    <a:masterClrMapping/>
  </p:clrMapOvr>
  <p:transition>
    <p:fade/>
  </p:transition>
  <p:hf sldNum="0" hdr="0" ftr="0" dt="0"/>
</p:sldLayout>
</file>

<file path=ppt/slideLayouts/slideLayout59.xml><?xml version="1.0" encoding="utf-8"?>
<p:sldLayout xmlns:a="http://schemas.openxmlformats.org/drawingml/2006/main" xmlns:r="http://schemas.openxmlformats.org/officeDocument/2006/relationships" xmlns:p="http://schemas.openxmlformats.org/presentationml/2006/main">
  <p:cSld name="Title slide 3">
    <p:bg>
      <p:bgPr>
        <a:solidFill>
          <a:srgbClr val="000000"/>
        </a:solidFill>
        <a:effectLst/>
      </p:bgPr>
    </p:bg>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302B9254-503D-8F44-9D4B-18675DFDE809}"/>
              </a:ext>
            </a:extLst>
          </p:cNvPr>
          <p:cNvSpPr>
            <a:spLocks noGrp="1"/>
          </p:cNvSpPr>
          <p:nvPr>
            <p:ph type="title" hasCustomPrompt="1"/>
          </p:nvPr>
        </p:nvSpPr>
        <p:spPr>
          <a:xfrm>
            <a:off x="428681" y="1457325"/>
            <a:ext cx="11344219" cy="701675"/>
          </a:xfrm>
          <a:prstGeom prst="rect">
            <a:avLst/>
          </a:prstGeom>
          <a:noFill/>
        </p:spPr>
        <p:txBody>
          <a:bodyPr lIns="0" tIns="0" rIns="0" bIns="182880" anchor="t" anchorCtr="0"/>
          <a:lstStyle>
            <a:lvl1pPr>
              <a:defRPr sz="3200" strike="noStrike" spc="-49" baseline="0">
                <a:solidFill>
                  <a:schemeClr val="bg2"/>
                </a:solidFill>
              </a:defRPr>
            </a:lvl1pPr>
          </a:lstStyle>
          <a:p>
            <a:r>
              <a:rPr lang="en-US"/>
              <a:t>Heading goes here</a:t>
            </a:r>
          </a:p>
        </p:txBody>
      </p:sp>
      <p:sp>
        <p:nvSpPr>
          <p:cNvPr id="12" name="Text Placeholder 10">
            <a:extLst>
              <a:ext uri="{FF2B5EF4-FFF2-40B4-BE49-F238E27FC236}">
                <a16:creationId xmlns:a16="http://schemas.microsoft.com/office/drawing/2014/main" id="{2D6C119F-8C39-DF40-90FE-09B7E3ECDBE0}"/>
              </a:ext>
            </a:extLst>
          </p:cNvPr>
          <p:cNvSpPr>
            <a:spLocks noGrp="1"/>
          </p:cNvSpPr>
          <p:nvPr>
            <p:ph type="body" sz="quarter" idx="15" hasCustomPrompt="1"/>
          </p:nvPr>
        </p:nvSpPr>
        <p:spPr>
          <a:xfrm>
            <a:off x="442466" y="2159000"/>
            <a:ext cx="11330434" cy="553998"/>
          </a:xfrm>
          <a:prstGeom prst="rect">
            <a:avLst/>
          </a:prstGeom>
        </p:spPr>
        <p:txBody>
          <a:bodyPr/>
          <a:lstStyle>
            <a:lvl1pPr marL="0" marR="0" indent="0" algn="l" defTabSz="914367" rtl="0" eaLnBrk="1" fontAlgn="auto" latinLnBrk="0" hangingPunct="1">
              <a:lnSpc>
                <a:spcPct val="100000"/>
              </a:lnSpc>
              <a:spcBef>
                <a:spcPts val="0"/>
              </a:spcBef>
              <a:spcAft>
                <a:spcPts val="0"/>
              </a:spcAft>
              <a:buClrTx/>
              <a:buSzPct val="90000"/>
              <a:buFont typeface="Wingdings" panose="05000000000000000000" pitchFamily="2" charset="2"/>
              <a:buNone/>
              <a:tabLst/>
              <a:defRPr lang="en-US" sz="2400" kern="1200" spc="-49" baseline="0" dirty="0">
                <a:solidFill>
                  <a:schemeClr val="bg2"/>
                </a:solidFill>
                <a:latin typeface="+mj-lt"/>
                <a:ea typeface="+mn-ea"/>
                <a:cs typeface="+mn-cs"/>
              </a:defRPr>
            </a:lvl1pPr>
            <a:lvl2pPr>
              <a:defRPr sz="1765">
                <a:solidFill>
                  <a:srgbClr val="000000"/>
                </a:solidFill>
              </a:defRPr>
            </a:lvl2pPr>
            <a:lvl3pPr>
              <a:defRPr sz="1372"/>
            </a:lvl3pPr>
            <a:lvl4pPr>
              <a:defRPr sz="1372"/>
            </a:lvl4pPr>
            <a:lvl5pPr>
              <a:defRPr sz="1029"/>
            </a:lvl5pPr>
          </a:lstStyle>
          <a:p>
            <a:pPr lvl="0"/>
            <a:r>
              <a:rPr lang="en-US"/>
              <a:t>Text goes here</a:t>
            </a:r>
          </a:p>
        </p:txBody>
      </p:sp>
      <p:pic>
        <p:nvPicPr>
          <p:cNvPr id="4" name="Picture 3" descr="A picture containing drawing&#10;&#10;Description automatically generated">
            <a:extLst>
              <a:ext uri="{FF2B5EF4-FFF2-40B4-BE49-F238E27FC236}">
                <a16:creationId xmlns:a16="http://schemas.microsoft.com/office/drawing/2014/main" id="{5CC1D709-E431-42C5-A75F-9A42EF995404}"/>
              </a:ext>
            </a:extLst>
          </p:cNvPr>
          <p:cNvPicPr>
            <a:picLocks noChangeAspect="1"/>
          </p:cNvPicPr>
          <p:nvPr/>
        </p:nvPicPr>
        <p:blipFill>
          <a:blip r:embed="rId2"/>
          <a:stretch>
            <a:fillRect/>
          </a:stretch>
        </p:blipFill>
        <p:spPr>
          <a:xfrm>
            <a:off x="64294" y="85724"/>
            <a:ext cx="2384426" cy="1068717"/>
          </a:xfrm>
          <a:prstGeom prst="rect">
            <a:avLst/>
          </a:prstGeom>
        </p:spPr>
      </p:pic>
      <p:sp>
        <p:nvSpPr>
          <p:cNvPr id="2" name="Footer Placeholder 1">
            <a:extLst>
              <a:ext uri="{FF2B5EF4-FFF2-40B4-BE49-F238E27FC236}">
                <a16:creationId xmlns:a16="http://schemas.microsoft.com/office/drawing/2014/main" id="{CB34F2AE-FCDF-4A97-A628-7BA7ADAEFF03}"/>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solidFill>
                  <a:schemeClr val="bg1"/>
                </a:solidFill>
              </a:rPr>
              <a:t>© Copyright Microsoft Corporation. All rights reserved.</a:t>
            </a:r>
          </a:p>
        </p:txBody>
      </p:sp>
    </p:spTree>
    <p:extLst>
      <p:ext uri="{BB962C8B-B14F-4D97-AF65-F5344CB8AC3E}">
        <p14:creationId xmlns:p14="http://schemas.microsoft.com/office/powerpoint/2010/main" val="2541974147"/>
      </p:ext>
    </p:extLst>
  </p:cSld>
  <p:clrMapOvr>
    <a:masterClrMapping/>
  </p:clrMapOvr>
  <p:transition>
    <p:fade/>
  </p:transition>
  <p:hf sldNum="0" hdr="0" ftr="0" dt="0"/>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userDrawn="1">
  <p:cSld name="Title square photo">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52270E26-89BA-4369-9EF4-1B9EBAA3D00B}"/>
              </a:ext>
            </a:extLst>
          </p:cNvPr>
          <p:cNvSpPr/>
          <p:nvPr userDrawn="1"/>
        </p:nvSpPr>
        <p:spPr bwMode="auto">
          <a:xfrm>
            <a:off x="5334000" y="0"/>
            <a:ext cx="6858000" cy="6858000"/>
          </a:xfrm>
          <a:prstGeom prst="rect">
            <a:avLst/>
          </a:prstGeom>
          <a:solidFill>
            <a:srgbClr val="D2D2D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gradFill>
                <a:gsLst>
                  <a:gs pos="0">
                    <a:srgbClr val="FFFFFF"/>
                  </a:gs>
                  <a:gs pos="100000">
                    <a:srgbClr val="FFFFFF"/>
                  </a:gs>
                </a:gsLst>
                <a:lin ang="5400000" scaled="0"/>
              </a:gradFill>
              <a:ea typeface="Segoe UI" pitchFamily="34" charset="0"/>
              <a:cs typeface="Segoe UI" pitchFamily="34" charset="0"/>
            </a:endParaRPr>
          </a:p>
        </p:txBody>
      </p:sp>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588263" y="2425541"/>
            <a:ext cx="4167887" cy="1107996"/>
          </a:xfrm>
        </p:spPr>
        <p:txBody>
          <a:bodyPr anchor="b" anchorCtr="0">
            <a:spAutoFit/>
          </a:bodyPr>
          <a:lstStyle>
            <a:lvl1pPr>
              <a:defRPr/>
            </a:lvl1pPr>
          </a:lstStyle>
          <a:p>
            <a:r>
              <a:rPr lang="en-US"/>
              <a:t>Event name or presentation title </a:t>
            </a:r>
          </a:p>
        </p:txBody>
      </p:sp>
      <p:sp>
        <p:nvSpPr>
          <p:cNvPr id="5" name="Text Placeholder 4"/>
          <p:cNvSpPr>
            <a:spLocks noGrp="1"/>
          </p:cNvSpPr>
          <p:nvPr>
            <p:ph type="body" sz="quarter" idx="12" hasCustomPrompt="1"/>
          </p:nvPr>
        </p:nvSpPr>
        <p:spPr>
          <a:xfrm>
            <a:off x="582042" y="3962400"/>
            <a:ext cx="4164583" cy="307777"/>
          </a:xfrm>
          <a:noFill/>
        </p:spPr>
        <p:txBody>
          <a:bodyPr wrap="square" lIns="0" tIns="0" rIns="0" bIns="0">
            <a:spAutoFit/>
          </a:bodyPr>
          <a:lstStyle>
            <a:lvl1pPr marL="0" indent="0">
              <a:spcBef>
                <a:spcPts val="0"/>
              </a:spcBef>
              <a:buNone/>
              <a:defRPr sz="2000" spc="0" baseline="0">
                <a:gradFill>
                  <a:gsLst>
                    <a:gs pos="91000">
                      <a:schemeClr val="tx1"/>
                    </a:gs>
                    <a:gs pos="0">
                      <a:schemeClr val="tx1"/>
                    </a:gs>
                  </a:gsLst>
                  <a:lin ang="5400000" scaled="0"/>
                </a:gradFill>
                <a:latin typeface="+mn-lt"/>
                <a:cs typeface="Segoe UI" panose="020B0502040204020203" pitchFamily="34" charset="0"/>
              </a:defRPr>
            </a:lvl1pPr>
          </a:lstStyle>
          <a:p>
            <a:pPr lvl="0"/>
            <a:r>
              <a:rPr lang="en-US"/>
              <a:t>Speaker name or subtitle</a:t>
            </a:r>
          </a:p>
        </p:txBody>
      </p:sp>
      <p:pic>
        <p:nvPicPr>
          <p:cNvPr id="9" name="MS logo gray - EMF" descr="Microsoft logo, gray text version">
            <a:extLst>
              <a:ext uri="{FF2B5EF4-FFF2-40B4-BE49-F238E27FC236}">
                <a16:creationId xmlns:a16="http://schemas.microsoft.com/office/drawing/2014/main" id="{D03FE64B-525F-4B73-8C45-B4BC3BAD6A2D}"/>
              </a:ext>
            </a:extLst>
          </p:cNvPr>
          <p:cNvPicPr>
            <a:picLocks noChangeAspect="1"/>
          </p:cNvPicPr>
          <p:nvPr userDrawn="1"/>
        </p:nvPicPr>
        <p:blipFill>
          <a:blip r:embed="rId2"/>
          <a:stretch>
            <a:fillRect/>
          </a:stretch>
        </p:blipFill>
        <p:spPr bwMode="black">
          <a:xfrm>
            <a:off x="584200" y="585788"/>
            <a:ext cx="1366440" cy="292608"/>
          </a:xfrm>
          <a:prstGeom prst="rect">
            <a:avLst/>
          </a:prstGeom>
        </p:spPr>
      </p:pic>
      <p:pic>
        <p:nvPicPr>
          <p:cNvPr id="10" name="Picture 9">
            <a:extLst>
              <a:ext uri="{FF2B5EF4-FFF2-40B4-BE49-F238E27FC236}">
                <a16:creationId xmlns:a16="http://schemas.microsoft.com/office/drawing/2014/main" id="{95964678-FE6C-4226-A11B-8D452DA7808C}"/>
              </a:ext>
            </a:extLst>
          </p:cNvPr>
          <p:cNvPicPr>
            <a:picLocks noChangeAspect="1"/>
          </p:cNvPicPr>
          <p:nvPr userDrawn="1"/>
        </p:nvPicPr>
        <p:blipFill>
          <a:blip r:embed="rId3"/>
          <a:stretch>
            <a:fillRect/>
          </a:stretch>
        </p:blipFill>
        <p:spPr>
          <a:xfrm>
            <a:off x="6250758" y="800100"/>
            <a:ext cx="5024485" cy="5257800"/>
          </a:xfrm>
          <a:prstGeom prst="rect">
            <a:avLst/>
          </a:prstGeom>
        </p:spPr>
      </p:pic>
    </p:spTree>
    <p:extLst>
      <p:ext uri="{BB962C8B-B14F-4D97-AF65-F5344CB8AC3E}">
        <p14:creationId xmlns:p14="http://schemas.microsoft.com/office/powerpoint/2010/main" val="420206005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3355">
          <p15:clr>
            <a:srgbClr val="FBAE40"/>
          </p15:clr>
        </p15:guide>
        <p15:guide id="5" orient="horz" pos="2160">
          <p15:clr>
            <a:srgbClr val="FBAE40"/>
          </p15:clr>
        </p15:guide>
        <p15:guide id="6" orient="horz" pos="2229">
          <p15:clr>
            <a:srgbClr val="5ACBF0"/>
          </p15:clr>
        </p15:guide>
        <p15:guide id="7" pos="2996">
          <p15:clr>
            <a:srgbClr val="5ACBF0"/>
          </p15:clr>
        </p15:guide>
      </p15:sldGuideLst>
    </p:ext>
  </p:extLst>
</p:sldLayout>
</file>

<file path=ppt/slideLayouts/slideLayout61.xml><?xml version="1.0" encoding="utf-8"?>
<p:sldLayout xmlns:a="http://schemas.openxmlformats.org/drawingml/2006/main" xmlns:r="http://schemas.openxmlformats.org/officeDocument/2006/relationships" xmlns:p="http://schemas.openxmlformats.org/presentationml/2006/main" userDrawn="1">
  <p:cSld name="1_Section Title">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5808"/>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gradFill>
                  <a:gsLst>
                    <a:gs pos="62564">
                      <a:schemeClr val="tx1"/>
                    </a:gs>
                    <a:gs pos="55000">
                      <a:schemeClr val="tx1"/>
                    </a:gs>
                  </a:gsLst>
                  <a:lin ang="5400000" scaled="0"/>
                </a:gradFill>
                <a:effectLst/>
                <a:latin typeface="+mj-lt"/>
                <a:ea typeface="+mn-ea"/>
                <a:cs typeface="Segoe UI" pitchFamily="34" charset="0"/>
              </a:defRPr>
            </a:lvl1pPr>
          </a:lstStyle>
          <a:p>
            <a:r>
              <a:rPr lang="en-US"/>
              <a:t>Section title</a:t>
            </a:r>
          </a:p>
        </p:txBody>
      </p:sp>
      <p:pic>
        <p:nvPicPr>
          <p:cNvPr id="6" name="Picture 5">
            <a:extLst>
              <a:ext uri="{FF2B5EF4-FFF2-40B4-BE49-F238E27FC236}">
                <a16:creationId xmlns:a16="http://schemas.microsoft.com/office/drawing/2014/main" id="{869F059F-BD0F-4211-86F6-E960C3EC183D}"/>
              </a:ext>
            </a:extLst>
          </p:cNvPr>
          <p:cNvPicPr>
            <a:picLocks noChangeAspect="1"/>
          </p:cNvPicPr>
          <p:nvPr userDrawn="1"/>
        </p:nvPicPr>
        <p:blipFill>
          <a:blip r:embed="rId2"/>
          <a:stretch>
            <a:fillRect/>
          </a:stretch>
        </p:blipFill>
        <p:spPr>
          <a:xfrm>
            <a:off x="9344025" y="3898483"/>
            <a:ext cx="2265363" cy="2370555"/>
          </a:xfrm>
          <a:prstGeom prst="rect">
            <a:avLst/>
          </a:prstGeom>
        </p:spPr>
      </p:pic>
    </p:spTree>
    <p:extLst>
      <p:ext uri="{BB962C8B-B14F-4D97-AF65-F5344CB8AC3E}">
        <p14:creationId xmlns:p14="http://schemas.microsoft.com/office/powerpoint/2010/main" val="403897762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27">
          <p15:clr>
            <a:srgbClr val="5ACBF0"/>
          </p15:clr>
        </p15:guide>
        <p15:guide id="3" orient="horz" pos="1911">
          <p15:clr>
            <a:srgbClr val="5ACBF0"/>
          </p15:clr>
        </p15:guide>
        <p15:guide id="4" orient="horz" pos="2505">
          <p15:clr>
            <a:srgbClr val="5ACBF0"/>
          </p15:clr>
        </p15:guide>
      </p15:sldGuideLst>
    </p:ext>
  </p:extLst>
</p:sldLayout>
</file>

<file path=ppt/slideLayouts/slideLayout62.xml><?xml version="1.0" encoding="utf-8"?>
<p:sldLayout xmlns:a="http://schemas.openxmlformats.org/drawingml/2006/main" xmlns:r="http://schemas.openxmlformats.org/officeDocument/2006/relationships" xmlns:p="http://schemas.openxmlformats.org/presentationml/2006/main">
  <p:cSld name="Title and subheadin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74CBFC5-126D-4E5D-BA79-A65662FA3631}"/>
              </a:ext>
            </a:extLst>
          </p:cNvPr>
          <p:cNvSpPr>
            <a:spLocks noGrp="1"/>
          </p:cNvSpPr>
          <p:nvPr>
            <p:ph type="title"/>
          </p:nvPr>
        </p:nvSpPr>
        <p:spPr>
          <a:xfrm>
            <a:off x="418643" y="440494"/>
            <a:ext cx="11341268" cy="642840"/>
          </a:xfrm>
        </p:spPr>
        <p:txBody>
          <a:bodyPr/>
          <a:lstStyle/>
          <a:p>
            <a:r>
              <a:rPr lang="en-US"/>
              <a:t>Click to edit Master title style</a:t>
            </a:r>
          </a:p>
        </p:txBody>
      </p:sp>
      <p:sp>
        <p:nvSpPr>
          <p:cNvPr id="4" name="Text Placeholder 3">
            <a:extLst>
              <a:ext uri="{FF2B5EF4-FFF2-40B4-BE49-F238E27FC236}">
                <a16:creationId xmlns:a16="http://schemas.microsoft.com/office/drawing/2014/main" id="{DB521330-4B4A-4C5F-85CF-D5CBC2772D39}"/>
              </a:ext>
            </a:extLst>
          </p:cNvPr>
          <p:cNvSpPr>
            <a:spLocks noGrp="1"/>
          </p:cNvSpPr>
          <p:nvPr>
            <p:ph type="body" sz="quarter" idx="10" hasCustomPrompt="1"/>
          </p:nvPr>
        </p:nvSpPr>
        <p:spPr>
          <a:xfrm>
            <a:off x="432089" y="1004676"/>
            <a:ext cx="11341268" cy="430887"/>
          </a:xfrm>
        </p:spPr>
        <p:txBody>
          <a:bodyPr tIns="45720" rIns="0" bIns="45720"/>
          <a:lstStyle>
            <a:lvl1pPr>
              <a:defRPr sz="2200">
                <a:solidFill>
                  <a:schemeClr val="tx2">
                    <a:lumMod val="50000"/>
                  </a:schemeClr>
                </a:solidFill>
              </a:defRPr>
            </a:lvl1pPr>
          </a:lstStyle>
          <a:p>
            <a:r>
              <a:rPr lang="en-US" dirty="0"/>
              <a:t>Subheading Segoe UI </a:t>
            </a:r>
            <a:r>
              <a:rPr lang="en-US" dirty="0" err="1"/>
              <a:t>Semibold</a:t>
            </a:r>
            <a:r>
              <a:rPr lang="en-US" dirty="0"/>
              <a:t> 22 </a:t>
            </a:r>
            <a:r>
              <a:rPr lang="en-US" dirty="0" err="1"/>
              <a:t>pt</a:t>
            </a:r>
            <a:endParaRPr lang="en-US" dirty="0"/>
          </a:p>
        </p:txBody>
      </p:sp>
      <p:sp>
        <p:nvSpPr>
          <p:cNvPr id="3" name="Footer Placeholder 1">
            <a:extLst>
              <a:ext uri="{FF2B5EF4-FFF2-40B4-BE49-F238E27FC236}">
                <a16:creationId xmlns:a16="http://schemas.microsoft.com/office/drawing/2014/main" id="{D7EB4BB5-8E66-4CA2-A279-DD1AD316707C}"/>
              </a:ext>
            </a:extLst>
          </p:cNvPr>
          <p:cNvSpPr txBox="1">
            <a:spLocks/>
          </p:cNvSpPr>
          <p:nvPr userDrawn="1"/>
        </p:nvSpPr>
        <p:spPr>
          <a:xfrm>
            <a:off x="8355623" y="6542477"/>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1051998598"/>
      </p:ext>
    </p:extLst>
  </p:cSld>
  <p:clrMapOvr>
    <a:masterClrMapping/>
  </p:clrMapOvr>
  <p:transition>
    <p:fade/>
  </p:transition>
</p:sldLayout>
</file>

<file path=ppt/slideLayouts/slideLayout63.xml><?xml version="1.0" encoding="utf-8"?>
<p:sldLayout xmlns:a="http://schemas.openxmlformats.org/drawingml/2006/main" xmlns:r="http://schemas.openxmlformats.org/officeDocument/2006/relationships" xmlns:p="http://schemas.openxmlformats.org/presentationml/2006/main">
  <p:cSld name="1_Title square photo">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588263" y="2425541"/>
            <a:ext cx="4167887" cy="1107996"/>
          </a:xfrm>
        </p:spPr>
        <p:txBody>
          <a:bodyPr anchor="b" anchorCtr="0">
            <a:spAutoFit/>
          </a:bodyPr>
          <a:lstStyle>
            <a:lvl1pPr>
              <a:defRPr>
                <a:solidFill>
                  <a:schemeClr val="accent3"/>
                </a:solidFill>
              </a:defRPr>
            </a:lvl1pPr>
          </a:lstStyle>
          <a:p>
            <a:r>
              <a:rPr lang="en-US" dirty="0"/>
              <a:t>Event name or presentation title </a:t>
            </a:r>
          </a:p>
        </p:txBody>
      </p:sp>
      <p:sp>
        <p:nvSpPr>
          <p:cNvPr id="5" name="Text Placeholder 4"/>
          <p:cNvSpPr>
            <a:spLocks noGrp="1"/>
          </p:cNvSpPr>
          <p:nvPr>
            <p:ph type="body" sz="quarter" idx="12" hasCustomPrompt="1"/>
          </p:nvPr>
        </p:nvSpPr>
        <p:spPr>
          <a:xfrm>
            <a:off x="582042" y="3962400"/>
            <a:ext cx="4164583"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dirty="0"/>
              <a:t>Speaker name or subtitle</a:t>
            </a:r>
          </a:p>
        </p:txBody>
      </p:sp>
      <p:pic>
        <p:nvPicPr>
          <p:cNvPr id="7" name="MS logo white - EMF" descr="Microsoft logo white text version">
            <a:extLst>
              <a:ext uri="{FF2B5EF4-FFF2-40B4-BE49-F238E27FC236}">
                <a16:creationId xmlns:a16="http://schemas.microsoft.com/office/drawing/2014/main" id="{B75A0920-A5C0-44B4-805C-2A21395BDE60}"/>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bwMode="black">
          <a:xfrm>
            <a:off x="584200" y="585788"/>
            <a:ext cx="1366245" cy="292608"/>
          </a:xfrm>
          <a:prstGeom prst="rect">
            <a:avLst/>
          </a:prstGeom>
        </p:spPr>
      </p:pic>
      <p:sp>
        <p:nvSpPr>
          <p:cNvPr id="4" name="Picture Placeholder 3">
            <a:extLst>
              <a:ext uri="{FF2B5EF4-FFF2-40B4-BE49-F238E27FC236}">
                <a16:creationId xmlns:a16="http://schemas.microsoft.com/office/drawing/2014/main" id="{40BC5B99-509C-464A-99BC-BB61027E6D1A}"/>
              </a:ext>
            </a:extLst>
          </p:cNvPr>
          <p:cNvSpPr>
            <a:spLocks noGrp="1"/>
          </p:cNvSpPr>
          <p:nvPr>
            <p:ph type="pic" sz="quarter" idx="13"/>
          </p:nvPr>
        </p:nvSpPr>
        <p:spPr>
          <a:xfrm>
            <a:off x="5326063" y="0"/>
            <a:ext cx="6865937" cy="6858000"/>
          </a:xfrm>
        </p:spPr>
        <p:txBody>
          <a:bodyPr/>
          <a:lstStyle/>
          <a:p>
            <a:r>
              <a:rPr lang="en-US"/>
              <a:t>Click icon to add picture</a:t>
            </a:r>
          </a:p>
        </p:txBody>
      </p:sp>
    </p:spTree>
    <p:extLst>
      <p:ext uri="{BB962C8B-B14F-4D97-AF65-F5344CB8AC3E}">
        <p14:creationId xmlns:p14="http://schemas.microsoft.com/office/powerpoint/2010/main" val="96223378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3355">
          <p15:clr>
            <a:srgbClr val="5ACBF0"/>
          </p15:clr>
        </p15:guide>
        <p15:guide id="5" orient="horz" pos="2160">
          <p15:clr>
            <a:srgbClr val="FBAE40"/>
          </p15:clr>
        </p15:guide>
        <p15:guide id="6" orient="horz" pos="2229">
          <p15:clr>
            <a:srgbClr val="5ACBF0"/>
          </p15:clr>
        </p15:guide>
        <p15:guide id="7" pos="2996">
          <p15:clr>
            <a:srgbClr val="5ACBF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27.xml"/><Relationship Id="rId18" Type="http://schemas.openxmlformats.org/officeDocument/2006/relationships/slideLayout" Target="../slideLayouts/slideLayout32.xml"/><Relationship Id="rId26" Type="http://schemas.openxmlformats.org/officeDocument/2006/relationships/slideLayout" Target="../slideLayouts/slideLayout40.xml"/><Relationship Id="rId39" Type="http://schemas.openxmlformats.org/officeDocument/2006/relationships/slideLayout" Target="../slideLayouts/slideLayout53.xml"/><Relationship Id="rId3" Type="http://schemas.openxmlformats.org/officeDocument/2006/relationships/slideLayout" Target="../slideLayouts/slideLayout17.xml"/><Relationship Id="rId21" Type="http://schemas.openxmlformats.org/officeDocument/2006/relationships/slideLayout" Target="../slideLayouts/slideLayout35.xml"/><Relationship Id="rId34" Type="http://schemas.openxmlformats.org/officeDocument/2006/relationships/slideLayout" Target="../slideLayouts/slideLayout48.xml"/><Relationship Id="rId42" Type="http://schemas.openxmlformats.org/officeDocument/2006/relationships/slideLayout" Target="../slideLayouts/slideLayout56.xml"/><Relationship Id="rId47" Type="http://schemas.openxmlformats.org/officeDocument/2006/relationships/slideLayout" Target="../slideLayouts/slideLayout61.xml"/><Relationship Id="rId50" Type="http://schemas.openxmlformats.org/officeDocument/2006/relationships/theme" Target="../theme/theme2.xml"/><Relationship Id="rId7" Type="http://schemas.openxmlformats.org/officeDocument/2006/relationships/slideLayout" Target="../slideLayouts/slideLayout21.xml"/><Relationship Id="rId12" Type="http://schemas.openxmlformats.org/officeDocument/2006/relationships/slideLayout" Target="../slideLayouts/slideLayout26.xml"/><Relationship Id="rId17" Type="http://schemas.openxmlformats.org/officeDocument/2006/relationships/slideLayout" Target="../slideLayouts/slideLayout31.xml"/><Relationship Id="rId25" Type="http://schemas.openxmlformats.org/officeDocument/2006/relationships/slideLayout" Target="../slideLayouts/slideLayout39.xml"/><Relationship Id="rId33" Type="http://schemas.openxmlformats.org/officeDocument/2006/relationships/slideLayout" Target="../slideLayouts/slideLayout47.xml"/><Relationship Id="rId38" Type="http://schemas.openxmlformats.org/officeDocument/2006/relationships/slideLayout" Target="../slideLayouts/slideLayout52.xml"/><Relationship Id="rId46" Type="http://schemas.openxmlformats.org/officeDocument/2006/relationships/slideLayout" Target="../slideLayouts/slideLayout60.xml"/><Relationship Id="rId2" Type="http://schemas.openxmlformats.org/officeDocument/2006/relationships/slideLayout" Target="../slideLayouts/slideLayout16.xml"/><Relationship Id="rId16" Type="http://schemas.openxmlformats.org/officeDocument/2006/relationships/slideLayout" Target="../slideLayouts/slideLayout30.xml"/><Relationship Id="rId20" Type="http://schemas.openxmlformats.org/officeDocument/2006/relationships/slideLayout" Target="../slideLayouts/slideLayout34.xml"/><Relationship Id="rId29" Type="http://schemas.openxmlformats.org/officeDocument/2006/relationships/slideLayout" Target="../slideLayouts/slideLayout43.xml"/><Relationship Id="rId41" Type="http://schemas.openxmlformats.org/officeDocument/2006/relationships/slideLayout" Target="../slideLayouts/slideLayout55.xml"/><Relationship Id="rId1" Type="http://schemas.openxmlformats.org/officeDocument/2006/relationships/slideLayout" Target="../slideLayouts/slideLayout15.xml"/><Relationship Id="rId6" Type="http://schemas.openxmlformats.org/officeDocument/2006/relationships/slideLayout" Target="../slideLayouts/slideLayout20.xml"/><Relationship Id="rId11" Type="http://schemas.openxmlformats.org/officeDocument/2006/relationships/slideLayout" Target="../slideLayouts/slideLayout25.xml"/><Relationship Id="rId24" Type="http://schemas.openxmlformats.org/officeDocument/2006/relationships/slideLayout" Target="../slideLayouts/slideLayout38.xml"/><Relationship Id="rId32" Type="http://schemas.openxmlformats.org/officeDocument/2006/relationships/slideLayout" Target="../slideLayouts/slideLayout46.xml"/><Relationship Id="rId37" Type="http://schemas.openxmlformats.org/officeDocument/2006/relationships/slideLayout" Target="../slideLayouts/slideLayout51.xml"/><Relationship Id="rId40" Type="http://schemas.openxmlformats.org/officeDocument/2006/relationships/slideLayout" Target="../slideLayouts/slideLayout54.xml"/><Relationship Id="rId45" Type="http://schemas.openxmlformats.org/officeDocument/2006/relationships/slideLayout" Target="../slideLayouts/slideLayout59.xml"/><Relationship Id="rId5" Type="http://schemas.openxmlformats.org/officeDocument/2006/relationships/slideLayout" Target="../slideLayouts/slideLayout19.xml"/><Relationship Id="rId15" Type="http://schemas.openxmlformats.org/officeDocument/2006/relationships/slideLayout" Target="../slideLayouts/slideLayout29.xml"/><Relationship Id="rId23" Type="http://schemas.openxmlformats.org/officeDocument/2006/relationships/slideLayout" Target="../slideLayouts/slideLayout37.xml"/><Relationship Id="rId28" Type="http://schemas.openxmlformats.org/officeDocument/2006/relationships/slideLayout" Target="../slideLayouts/slideLayout42.xml"/><Relationship Id="rId36" Type="http://schemas.openxmlformats.org/officeDocument/2006/relationships/slideLayout" Target="../slideLayouts/slideLayout50.xml"/><Relationship Id="rId49" Type="http://schemas.openxmlformats.org/officeDocument/2006/relationships/slideLayout" Target="../slideLayouts/slideLayout63.xml"/><Relationship Id="rId10" Type="http://schemas.openxmlformats.org/officeDocument/2006/relationships/slideLayout" Target="../slideLayouts/slideLayout24.xml"/><Relationship Id="rId19" Type="http://schemas.openxmlformats.org/officeDocument/2006/relationships/slideLayout" Target="../slideLayouts/slideLayout33.xml"/><Relationship Id="rId31" Type="http://schemas.openxmlformats.org/officeDocument/2006/relationships/slideLayout" Target="../slideLayouts/slideLayout45.xml"/><Relationship Id="rId44" Type="http://schemas.openxmlformats.org/officeDocument/2006/relationships/slideLayout" Target="../slideLayouts/slideLayout58.xml"/><Relationship Id="rId4" Type="http://schemas.openxmlformats.org/officeDocument/2006/relationships/slideLayout" Target="../slideLayouts/slideLayout18.xml"/><Relationship Id="rId9" Type="http://schemas.openxmlformats.org/officeDocument/2006/relationships/slideLayout" Target="../slideLayouts/slideLayout23.xml"/><Relationship Id="rId14" Type="http://schemas.openxmlformats.org/officeDocument/2006/relationships/slideLayout" Target="../slideLayouts/slideLayout28.xml"/><Relationship Id="rId22" Type="http://schemas.openxmlformats.org/officeDocument/2006/relationships/slideLayout" Target="../slideLayouts/slideLayout36.xml"/><Relationship Id="rId27" Type="http://schemas.openxmlformats.org/officeDocument/2006/relationships/slideLayout" Target="../slideLayouts/slideLayout41.xml"/><Relationship Id="rId30" Type="http://schemas.openxmlformats.org/officeDocument/2006/relationships/slideLayout" Target="../slideLayouts/slideLayout44.xml"/><Relationship Id="rId35" Type="http://schemas.openxmlformats.org/officeDocument/2006/relationships/slideLayout" Target="../slideLayouts/slideLayout49.xml"/><Relationship Id="rId43" Type="http://schemas.openxmlformats.org/officeDocument/2006/relationships/slideLayout" Target="../slideLayouts/slideLayout57.xml"/><Relationship Id="rId48" Type="http://schemas.openxmlformats.org/officeDocument/2006/relationships/slideLayout" Target="../slideLayouts/slideLayout62.xml"/><Relationship Id="rId8"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userDrawn="1">
            <p:ph type="title"/>
          </p:nvPr>
        </p:nvSpPr>
        <p:spPr>
          <a:xfrm>
            <a:off x="588263" y="457200"/>
            <a:ext cx="11018520" cy="553998"/>
          </a:xfrm>
          <a:prstGeom prst="rect">
            <a:avLst/>
          </a:prstGeom>
        </p:spPr>
        <p:txBody>
          <a:bodyPr vert="horz" wrap="square" lIns="0" tIns="0" rIns="0" bIns="0" rtlCol="0" anchor="t">
            <a:spAutoFit/>
          </a:bodyPr>
          <a:lstStyle/>
          <a:p>
            <a:r>
              <a:rPr lang="en-US"/>
              <a:t>Click to edit Master title style</a:t>
            </a:r>
          </a:p>
        </p:txBody>
      </p:sp>
      <p:sp>
        <p:nvSpPr>
          <p:cNvPr id="4" name="Text Placeholder 3"/>
          <p:cNvSpPr>
            <a:spLocks noGrp="1"/>
          </p:cNvSpPr>
          <p:nvPr userDrawn="1">
            <p:ph type="body" idx="1"/>
          </p:nvPr>
        </p:nvSpPr>
        <p:spPr>
          <a:xfrm>
            <a:off x="584200" y="1435503"/>
            <a:ext cx="11018520" cy="1612749"/>
          </a:xfrm>
          <a:prstGeom prst="rect">
            <a:avLst/>
          </a:prstGeom>
        </p:spPr>
        <p:txBody>
          <a:bodyPr vert="horz" wrap="square" lIns="0" tIns="0" rIns="0" bIns="0" rtlCol="0">
            <a:sp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47" name="GRID" hidden="1">
            <a:extLst>
              <a:ext uri="{FF2B5EF4-FFF2-40B4-BE49-F238E27FC236}">
                <a16:creationId xmlns:a16="http://schemas.microsoft.com/office/drawing/2014/main" id="{32B5FFBF-552A-4973-B5B3-9EE3A765185F}"/>
              </a:ext>
            </a:extLst>
          </p:cNvPr>
          <p:cNvGrpSpPr/>
          <p:nvPr userDrawn="1"/>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userDrawn="1"/>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userDrawn="1"/>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userDrawn="1"/>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userDrawn="1"/>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userDrawn="1"/>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userDrawn="1"/>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userDrawn="1"/>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userDrawn="1"/>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userDrawn="1"/>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userDrawn="1"/>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spTree>
    <p:extLst>
      <p:ext uri="{BB962C8B-B14F-4D97-AF65-F5344CB8AC3E}">
        <p14:creationId xmlns:p14="http://schemas.microsoft.com/office/powerpoint/2010/main" val="3588427678"/>
      </p:ext>
    </p:extLst>
  </p:cSld>
  <p:clrMap bg1="lt1" tx1="dk1" bg2="lt2" tx2="dk2" accent1="accent1" accent2="accent2" accent3="accent3" accent4="accent4" accent5="accent5" accent6="accent6" hlink="hlink" folHlink="folHlink"/>
  <p:sldLayoutIdLst>
    <p:sldLayoutId id="2147484610" r:id="rId1"/>
    <p:sldLayoutId id="2147484580" r:id="rId2"/>
    <p:sldLayoutId id="2147484609" r:id="rId3"/>
    <p:sldLayoutId id="2147484741" r:id="rId4"/>
    <p:sldLayoutId id="2147484743" r:id="rId5"/>
    <p:sldLayoutId id="2147484744" r:id="rId6"/>
    <p:sldLayoutId id="2147484240" r:id="rId7"/>
    <p:sldLayoutId id="2147484241" r:id="rId8"/>
    <p:sldLayoutId id="2147484474" r:id="rId9"/>
    <p:sldLayoutId id="2147484245" r:id="rId10"/>
    <p:sldLayoutId id="2147484249" r:id="rId11"/>
    <p:sldLayoutId id="2147484641" r:id="rId12"/>
    <p:sldLayoutId id="2147484584" r:id="rId13"/>
    <p:sldLayoutId id="2147484742" r:id="rId14"/>
  </p:sldLayoutIdLst>
  <p:transition>
    <p:fade/>
  </p:transition>
  <p:hf sldNum="0" hdr="0" ftr="0" dt="0"/>
  <p:txStyles>
    <p:titleStyle>
      <a:lvl1pPr algn="l" defTabSz="932742" rtl="0" eaLnBrk="1" latinLnBrk="0" hangingPunct="1">
        <a:lnSpc>
          <a:spcPct val="100000"/>
        </a:lnSpc>
        <a:spcBef>
          <a:spcPct val="0"/>
        </a:spcBef>
        <a:buNone/>
        <a:defRPr lang="en-US" sz="3600" b="0" kern="1200" cap="none" spc="-50" baseline="0" dirty="0" smtClean="0">
          <a:ln w="3175">
            <a:noFill/>
          </a:ln>
          <a:gradFill>
            <a:gsLst>
              <a:gs pos="1250">
                <a:schemeClr val="tx1"/>
              </a:gs>
              <a:gs pos="100000">
                <a:schemeClr val="tx1"/>
              </a:gs>
            </a:gsLst>
            <a:lin ang="5400000" scaled="0"/>
          </a:gradFill>
          <a:effectLst/>
          <a:latin typeface="+mj-lt"/>
          <a:ea typeface="+mn-ea"/>
          <a:cs typeface="Segoe UI" pitchFamily="34" charset="0"/>
        </a:defRPr>
      </a:lvl1pPr>
    </p:titleStyle>
    <p:body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Segoe UI Semilight" panose="020B0402040204020203" pitchFamily="34" charset="0"/>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gradFill>
            <a:gsLst>
              <a:gs pos="1250">
                <a:schemeClr val="tx1"/>
              </a:gs>
              <a:gs pos="100000">
                <a:schemeClr val="tx1"/>
              </a:gs>
            </a:gsLst>
            <a:lin ang="5400000" scaled="0"/>
          </a:gra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368" userDrawn="1">
          <p15:clr>
            <a:srgbClr val="C35EA4"/>
          </p15:clr>
        </p15:guide>
        <p15:guide id="17" pos="7313" userDrawn="1">
          <p15:clr>
            <a:srgbClr val="C35EA4"/>
          </p15:clr>
        </p15:guide>
        <p15:guide id="25" orient="horz" pos="369" userDrawn="1">
          <p15:clr>
            <a:srgbClr val="C35EA4"/>
          </p15:clr>
        </p15:guide>
        <p15:guide id="26" orient="horz" pos="3949" userDrawn="1">
          <p15:clr>
            <a:srgbClr val="C35EA4"/>
          </p15:clr>
        </p15:guide>
        <p15:guide id="27" orient="horz" pos="184" userDrawn="1">
          <p15:clr>
            <a:srgbClr val="A4A3A4"/>
          </p15:clr>
        </p15:guide>
        <p15:guide id="28" pos="185" userDrawn="1">
          <p15:clr>
            <a:srgbClr val="A4A3A4"/>
          </p15:clr>
        </p15:guide>
        <p15:guide id="29" orient="horz" pos="4135" userDrawn="1">
          <p15:clr>
            <a:srgbClr val="A4A3A4"/>
          </p15:clr>
        </p15:guide>
        <p15:guide id="30" pos="7495" userDrawn="1">
          <p15:clr>
            <a:srgbClr val="A4A3A4"/>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18643" y="440494"/>
            <a:ext cx="11341268" cy="680196"/>
          </a:xfrm>
          <a:prstGeom prst="rect">
            <a:avLst/>
          </a:prstGeom>
        </p:spPr>
        <p:txBody>
          <a:bodyPr vert="horz" wrap="square" lIns="0" tIns="91440" rIns="146304" bIns="91440" rtlCol="0" anchor="t">
            <a:noAutofit/>
          </a:bodyPr>
          <a:lstStyle/>
          <a:p>
            <a:r>
              <a:rPr lang="en-US"/>
              <a:t>Heading Segoe UI </a:t>
            </a:r>
            <a:r>
              <a:rPr lang="en-US" err="1"/>
              <a:t>Semibold</a:t>
            </a:r>
            <a:r>
              <a:rPr lang="en-US"/>
              <a:t> 28/32</a:t>
            </a:r>
          </a:p>
        </p:txBody>
      </p:sp>
      <p:sp>
        <p:nvSpPr>
          <p:cNvPr id="4" name="Text Placeholder 3"/>
          <p:cNvSpPr>
            <a:spLocks noGrp="1"/>
          </p:cNvSpPr>
          <p:nvPr>
            <p:ph type="body" idx="1"/>
          </p:nvPr>
        </p:nvSpPr>
        <p:spPr>
          <a:xfrm>
            <a:off x="418643" y="1456898"/>
            <a:ext cx="11341268" cy="2492990"/>
          </a:xfrm>
          <a:prstGeom prst="rect">
            <a:avLst/>
          </a:prstGeom>
        </p:spPr>
        <p:txBody>
          <a:bodyPr vert="horz" wrap="square" lIns="0" tIns="91440" rIns="146304" bIns="91440" rtlCol="0">
            <a:spAutoFit/>
          </a:bodyPr>
          <a:lstStyle/>
          <a:p>
            <a:pPr lvl="1"/>
            <a:r>
              <a:rPr lang="en-US"/>
              <a:t>Large: subhead Segoe UI Regular 20/24</a:t>
            </a:r>
          </a:p>
          <a:p>
            <a:pPr lvl="2"/>
            <a:r>
              <a:rPr lang="en-US"/>
              <a:t>Medium: paragraph heading Segoe UI </a:t>
            </a:r>
            <a:r>
              <a:rPr lang="en-US" err="1"/>
              <a:t>Semibold</a:t>
            </a:r>
            <a:r>
              <a:rPr lang="en-US"/>
              <a:t> 14/18</a:t>
            </a:r>
          </a:p>
          <a:p>
            <a:pPr lvl="3"/>
            <a:r>
              <a:rPr lang="en-US"/>
              <a:t>Medium: paragraph body copy Segoe UI Regular 14/18</a:t>
            </a:r>
          </a:p>
          <a:p>
            <a:pPr lvl="4"/>
            <a:r>
              <a:rPr lang="en-US"/>
              <a:t>Small: caption heading Segoe UI Bold 10/12</a:t>
            </a:r>
          </a:p>
          <a:p>
            <a:pPr lvl="6"/>
            <a:r>
              <a:rPr lang="en-US"/>
              <a:t>Small: caption body copy Segoe UI Regular 10/12</a:t>
            </a:r>
          </a:p>
          <a:p>
            <a:pPr lvl="6"/>
            <a:endParaRPr lang="en-US"/>
          </a:p>
          <a:p>
            <a:pPr lvl="6"/>
            <a:endParaRPr lang="en-US"/>
          </a:p>
        </p:txBody>
      </p:sp>
      <p:grpSp>
        <p:nvGrpSpPr>
          <p:cNvPr id="13" name="Group 12">
            <a:extLst>
              <a:ext uri="{FF2B5EF4-FFF2-40B4-BE49-F238E27FC236}">
                <a16:creationId xmlns:a16="http://schemas.microsoft.com/office/drawing/2014/main" id="{E44624BD-1B5A-49BF-A660-FB967C992154}"/>
              </a:ext>
            </a:extLst>
          </p:cNvPr>
          <p:cNvGrpSpPr/>
          <p:nvPr/>
        </p:nvGrpSpPr>
        <p:grpSpPr>
          <a:xfrm rot="5400000">
            <a:off x="9114924" y="3156600"/>
            <a:ext cx="6843276" cy="530076"/>
            <a:chOff x="-2857775" y="8147048"/>
            <a:chExt cx="11623156" cy="1498603"/>
          </a:xfrm>
        </p:grpSpPr>
        <p:sp>
          <p:nvSpPr>
            <p:cNvPr id="14" name="Rectangle 13">
              <a:extLst>
                <a:ext uri="{FF2B5EF4-FFF2-40B4-BE49-F238E27FC236}">
                  <a16:creationId xmlns:a16="http://schemas.microsoft.com/office/drawing/2014/main" id="{B7BB6BA6-0E25-40ED-9E86-E1ADB171F38F}"/>
                </a:ext>
              </a:extLst>
            </p:cNvPr>
            <p:cNvSpPr/>
            <p:nvPr userDrawn="1"/>
          </p:nvSpPr>
          <p:spPr bwMode="auto">
            <a:xfrm>
              <a:off x="5983100" y="8147051"/>
              <a:ext cx="2782281" cy="1498598"/>
            </a:xfrm>
            <a:prstGeom prst="rect">
              <a:avLst/>
            </a:prstGeom>
            <a:solidFill>
              <a:schemeClr val="accent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defTabSz="914102" fontAlgn="base">
                <a:spcBef>
                  <a:spcPct val="0"/>
                </a:spcBef>
                <a:spcAft>
                  <a:spcPts val="98"/>
                </a:spcAft>
              </a:pPr>
              <a:r>
                <a:rPr lang="en-US" sz="588" b="1">
                  <a:solidFill>
                    <a:schemeClr val="bg1"/>
                  </a:solidFill>
                  <a:ea typeface="Segoe UI" pitchFamily="34" charset="0"/>
                  <a:cs typeface="Segoe UI" pitchFamily="34" charset="0"/>
                </a:rPr>
                <a:t>Gray</a:t>
              </a:r>
            </a:p>
            <a:p>
              <a:pPr defTabSz="914102" fontAlgn="base">
                <a:spcBef>
                  <a:spcPct val="0"/>
                </a:spcBef>
                <a:spcAft>
                  <a:spcPts val="98"/>
                </a:spcAft>
              </a:pPr>
              <a:r>
                <a:rPr lang="en-US" sz="588">
                  <a:solidFill>
                    <a:schemeClr val="bg1"/>
                  </a:solidFill>
                  <a:ea typeface="Segoe UI" pitchFamily="34" charset="0"/>
                  <a:cs typeface="Segoe UI" pitchFamily="34" charset="0"/>
                </a:rPr>
                <a:t>R117 G117 B122</a:t>
              </a:r>
            </a:p>
            <a:p>
              <a:pPr defTabSz="914102" fontAlgn="base">
                <a:spcBef>
                  <a:spcPct val="0"/>
                </a:spcBef>
                <a:spcAft>
                  <a:spcPts val="98"/>
                </a:spcAft>
              </a:pPr>
              <a:r>
                <a:rPr lang="en-US" sz="588">
                  <a:solidFill>
                    <a:schemeClr val="bg1"/>
                  </a:solidFill>
                  <a:ea typeface="Segoe UI" pitchFamily="34" charset="0"/>
                  <a:cs typeface="Segoe UI" pitchFamily="34" charset="0"/>
                </a:rPr>
                <a:t>Hex #75757A</a:t>
              </a:r>
            </a:p>
          </p:txBody>
        </p:sp>
        <p:sp>
          <p:nvSpPr>
            <p:cNvPr id="15" name="Rectangle 14">
              <a:extLst>
                <a:ext uri="{FF2B5EF4-FFF2-40B4-BE49-F238E27FC236}">
                  <a16:creationId xmlns:a16="http://schemas.microsoft.com/office/drawing/2014/main" id="{2B86C892-8813-4C52-B1CD-6C3224A42168}"/>
                </a:ext>
              </a:extLst>
            </p:cNvPr>
            <p:cNvSpPr/>
            <p:nvPr userDrawn="1"/>
          </p:nvSpPr>
          <p:spPr bwMode="auto">
            <a:xfrm>
              <a:off x="3154167" y="8147050"/>
              <a:ext cx="2827669" cy="1498599"/>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defTabSz="914102" fontAlgn="base">
                <a:spcBef>
                  <a:spcPct val="0"/>
                </a:spcBef>
                <a:spcAft>
                  <a:spcPts val="98"/>
                </a:spcAft>
              </a:pPr>
              <a:r>
                <a:rPr lang="en-US" sz="588" b="1">
                  <a:solidFill>
                    <a:schemeClr val="bg1"/>
                  </a:solidFill>
                  <a:ea typeface="Segoe UI" pitchFamily="34" charset="0"/>
                  <a:cs typeface="Segoe UI" pitchFamily="34" charset="0"/>
                </a:rPr>
                <a:t>Blue-Gray</a:t>
              </a:r>
            </a:p>
            <a:p>
              <a:pPr defTabSz="914102" fontAlgn="base">
                <a:spcBef>
                  <a:spcPct val="0"/>
                </a:spcBef>
                <a:spcAft>
                  <a:spcPts val="98"/>
                </a:spcAft>
              </a:pPr>
              <a:r>
                <a:rPr lang="en-US" sz="588">
                  <a:solidFill>
                    <a:schemeClr val="bg1"/>
                  </a:solidFill>
                  <a:ea typeface="Segoe UI" pitchFamily="34" charset="0"/>
                  <a:cs typeface="Segoe UI" pitchFamily="34" charset="0"/>
                </a:rPr>
                <a:t>R36 G58 B94</a:t>
              </a:r>
            </a:p>
            <a:p>
              <a:pPr defTabSz="914102" fontAlgn="base">
                <a:spcBef>
                  <a:spcPct val="0"/>
                </a:spcBef>
                <a:spcAft>
                  <a:spcPts val="98"/>
                </a:spcAft>
              </a:pPr>
              <a:r>
                <a:rPr lang="en-US" sz="588">
                  <a:solidFill>
                    <a:schemeClr val="bg1"/>
                  </a:solidFill>
                  <a:ea typeface="Segoe UI" pitchFamily="34" charset="0"/>
                  <a:cs typeface="Segoe UI" pitchFamily="34" charset="0"/>
                </a:rPr>
                <a:t>Hex #243A5E</a:t>
              </a:r>
            </a:p>
          </p:txBody>
        </p:sp>
        <p:sp>
          <p:nvSpPr>
            <p:cNvPr id="16" name="Rectangle 15">
              <a:extLst>
                <a:ext uri="{FF2B5EF4-FFF2-40B4-BE49-F238E27FC236}">
                  <a16:creationId xmlns:a16="http://schemas.microsoft.com/office/drawing/2014/main" id="{C6F005C9-9D4A-4760-B079-613D55BEF6C1}"/>
                </a:ext>
              </a:extLst>
            </p:cNvPr>
            <p:cNvSpPr/>
            <p:nvPr userDrawn="1"/>
          </p:nvSpPr>
          <p:spPr bwMode="auto">
            <a:xfrm>
              <a:off x="465139" y="8147051"/>
              <a:ext cx="2689028" cy="1498600"/>
            </a:xfrm>
            <a:prstGeom prst="rect">
              <a:avLst/>
            </a:prstGeom>
            <a:solidFill>
              <a:schemeClr val="tx2"/>
            </a:solidFill>
            <a:ln w="63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defTabSz="914102" fontAlgn="base">
                <a:spcBef>
                  <a:spcPct val="0"/>
                </a:spcBef>
                <a:spcAft>
                  <a:spcPts val="98"/>
                </a:spcAft>
              </a:pPr>
              <a:r>
                <a:rPr lang="en-US" sz="588" b="1">
                  <a:solidFill>
                    <a:schemeClr val="bg1"/>
                  </a:solidFill>
                  <a:ea typeface="Segoe UI" pitchFamily="34" charset="0"/>
                  <a:cs typeface="Segoe UI" pitchFamily="34" charset="0"/>
                </a:rPr>
                <a:t>Blue</a:t>
              </a:r>
            </a:p>
            <a:p>
              <a:pPr defTabSz="914102" fontAlgn="base">
                <a:spcBef>
                  <a:spcPct val="0"/>
                </a:spcBef>
                <a:spcAft>
                  <a:spcPts val="98"/>
                </a:spcAft>
              </a:pPr>
              <a:r>
                <a:rPr lang="en-US" sz="588">
                  <a:solidFill>
                    <a:schemeClr val="bg1"/>
                  </a:solidFill>
                  <a:ea typeface="Segoe UI" pitchFamily="34" charset="0"/>
                  <a:cs typeface="Segoe UI" pitchFamily="34" charset="0"/>
                </a:rPr>
                <a:t>R0 G120 B211</a:t>
              </a:r>
            </a:p>
            <a:p>
              <a:pPr defTabSz="914102" fontAlgn="base">
                <a:spcBef>
                  <a:spcPct val="0"/>
                </a:spcBef>
                <a:spcAft>
                  <a:spcPts val="98"/>
                </a:spcAft>
              </a:pPr>
              <a:r>
                <a:rPr lang="en-US" sz="588">
                  <a:solidFill>
                    <a:schemeClr val="bg1"/>
                  </a:solidFill>
                  <a:ea typeface="Segoe UI" pitchFamily="34" charset="0"/>
                  <a:cs typeface="Segoe UI" pitchFamily="34" charset="0"/>
                </a:rPr>
                <a:t>Hex #0078D4</a:t>
              </a:r>
            </a:p>
          </p:txBody>
        </p:sp>
        <p:grpSp>
          <p:nvGrpSpPr>
            <p:cNvPr id="17" name="Group 16">
              <a:extLst>
                <a:ext uri="{FF2B5EF4-FFF2-40B4-BE49-F238E27FC236}">
                  <a16:creationId xmlns:a16="http://schemas.microsoft.com/office/drawing/2014/main" id="{2AA8C56F-41A8-41CF-9D47-B07BB80801DD}"/>
                </a:ext>
              </a:extLst>
            </p:cNvPr>
            <p:cNvGrpSpPr/>
            <p:nvPr userDrawn="1"/>
          </p:nvGrpSpPr>
          <p:grpSpPr>
            <a:xfrm>
              <a:off x="-2857775" y="8147048"/>
              <a:ext cx="3321653" cy="1498596"/>
              <a:chOff x="-2857775" y="8250837"/>
              <a:chExt cx="3321653" cy="1394819"/>
            </a:xfrm>
          </p:grpSpPr>
          <p:sp>
            <p:nvSpPr>
              <p:cNvPr id="18" name="Rectangle 17">
                <a:extLst>
                  <a:ext uri="{FF2B5EF4-FFF2-40B4-BE49-F238E27FC236}">
                    <a16:creationId xmlns:a16="http://schemas.microsoft.com/office/drawing/2014/main" id="{A786E9CC-EF5A-451C-9E90-03F4B57973DF}"/>
                  </a:ext>
                </a:extLst>
              </p:cNvPr>
              <p:cNvSpPr/>
              <p:nvPr userDrawn="1"/>
            </p:nvSpPr>
            <p:spPr bwMode="auto">
              <a:xfrm>
                <a:off x="-2857775" y="8250837"/>
                <a:ext cx="1660192" cy="1394818"/>
              </a:xfrm>
              <a:prstGeom prst="rect">
                <a:avLst/>
              </a:prstGeom>
              <a:solidFill>
                <a:schemeClr val="tx1"/>
              </a:solidFill>
              <a:ln w="63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defTabSz="914102" fontAlgn="base">
                  <a:spcBef>
                    <a:spcPct val="0"/>
                  </a:spcBef>
                  <a:spcAft>
                    <a:spcPts val="98"/>
                  </a:spcAft>
                </a:pPr>
                <a:r>
                  <a:rPr lang="en-US" sz="588" b="1">
                    <a:solidFill>
                      <a:schemeClr val="bg1"/>
                    </a:solidFill>
                    <a:ea typeface="Segoe UI" pitchFamily="34" charset="0"/>
                    <a:cs typeface="Segoe UI" pitchFamily="34" charset="0"/>
                  </a:rPr>
                  <a:t>Black</a:t>
                </a:r>
              </a:p>
              <a:p>
                <a:pPr defTabSz="914102" fontAlgn="base">
                  <a:spcBef>
                    <a:spcPct val="0"/>
                  </a:spcBef>
                  <a:spcAft>
                    <a:spcPts val="98"/>
                  </a:spcAft>
                </a:pPr>
                <a:r>
                  <a:rPr lang="en-US" sz="588">
                    <a:solidFill>
                      <a:schemeClr val="bg1"/>
                    </a:solidFill>
                    <a:ea typeface="Segoe UI" pitchFamily="34" charset="0"/>
                    <a:cs typeface="Segoe UI" pitchFamily="34" charset="0"/>
                  </a:rPr>
                  <a:t>R0 G0 B0</a:t>
                </a:r>
              </a:p>
              <a:p>
                <a:pPr defTabSz="914102" fontAlgn="base">
                  <a:spcBef>
                    <a:spcPct val="0"/>
                  </a:spcBef>
                  <a:spcAft>
                    <a:spcPts val="98"/>
                  </a:spcAft>
                </a:pPr>
                <a:r>
                  <a:rPr lang="en-US" sz="588">
                    <a:solidFill>
                      <a:schemeClr val="bg1"/>
                    </a:solidFill>
                    <a:ea typeface="Segoe UI" pitchFamily="34" charset="0"/>
                    <a:cs typeface="Segoe UI" pitchFamily="34" charset="0"/>
                  </a:rPr>
                  <a:t>Hex #000000</a:t>
                </a:r>
              </a:p>
            </p:txBody>
          </p:sp>
          <p:sp>
            <p:nvSpPr>
              <p:cNvPr id="19" name="Rectangle 18">
                <a:extLst>
                  <a:ext uri="{FF2B5EF4-FFF2-40B4-BE49-F238E27FC236}">
                    <a16:creationId xmlns:a16="http://schemas.microsoft.com/office/drawing/2014/main" id="{09B13B5B-71AA-4DFE-9DEE-1DF6184F0582}"/>
                  </a:ext>
                </a:extLst>
              </p:cNvPr>
              <p:cNvSpPr/>
              <p:nvPr userDrawn="1"/>
            </p:nvSpPr>
            <p:spPr bwMode="auto">
              <a:xfrm>
                <a:off x="-1196315" y="8250841"/>
                <a:ext cx="1660193" cy="1394815"/>
              </a:xfrm>
              <a:prstGeom prst="rect">
                <a:avLst/>
              </a:prstGeom>
              <a:solidFill>
                <a:schemeClr val="bg2"/>
              </a:solidFill>
              <a:ln w="635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defTabSz="914102" fontAlgn="base">
                  <a:spcBef>
                    <a:spcPct val="0"/>
                  </a:spcBef>
                  <a:spcAft>
                    <a:spcPts val="98"/>
                  </a:spcAft>
                </a:pPr>
                <a:r>
                  <a:rPr lang="en-US" sz="588" b="1">
                    <a:solidFill>
                      <a:schemeClr val="tx1"/>
                    </a:solidFill>
                    <a:ea typeface="Segoe UI" pitchFamily="34" charset="0"/>
                    <a:cs typeface="Segoe UI" pitchFamily="34" charset="0"/>
                  </a:rPr>
                  <a:t>White</a:t>
                </a:r>
              </a:p>
              <a:p>
                <a:pPr defTabSz="914102" fontAlgn="base">
                  <a:spcBef>
                    <a:spcPct val="0"/>
                  </a:spcBef>
                  <a:spcAft>
                    <a:spcPts val="98"/>
                  </a:spcAft>
                </a:pPr>
                <a:r>
                  <a:rPr lang="en-US" sz="588">
                    <a:solidFill>
                      <a:schemeClr val="tx1"/>
                    </a:solidFill>
                    <a:ea typeface="Segoe UI" pitchFamily="34" charset="0"/>
                    <a:cs typeface="Segoe UI" pitchFamily="34" charset="0"/>
                  </a:rPr>
                  <a:t>R255 G255 B255</a:t>
                </a:r>
              </a:p>
              <a:p>
                <a:pPr defTabSz="914102" fontAlgn="base">
                  <a:spcBef>
                    <a:spcPct val="0"/>
                  </a:spcBef>
                  <a:spcAft>
                    <a:spcPts val="98"/>
                  </a:spcAft>
                </a:pPr>
                <a:r>
                  <a:rPr lang="en-US" sz="588">
                    <a:solidFill>
                      <a:schemeClr val="tx1"/>
                    </a:solidFill>
                    <a:ea typeface="Segoe UI" pitchFamily="34" charset="0"/>
                    <a:cs typeface="Segoe UI" pitchFamily="34" charset="0"/>
                  </a:rPr>
                  <a:t>Hex #FFFFFF</a:t>
                </a:r>
              </a:p>
            </p:txBody>
          </p:sp>
        </p:grpSp>
      </p:grpSp>
      <p:sp>
        <p:nvSpPr>
          <p:cNvPr id="11" name="Title Placeholder 1">
            <a:extLst>
              <a:ext uri="{FF2B5EF4-FFF2-40B4-BE49-F238E27FC236}">
                <a16:creationId xmlns:a16="http://schemas.microsoft.com/office/drawing/2014/main" id="{76BB5A45-271D-4D53-BD8B-4B5CFB16FD0B}"/>
              </a:ext>
            </a:extLst>
          </p:cNvPr>
          <p:cNvSpPr>
            <a:spLocks noGrp="1"/>
          </p:cNvSpPr>
          <p:nvPr>
            <p:ph type="title"/>
          </p:nvPr>
        </p:nvSpPr>
        <p:spPr>
          <a:xfrm>
            <a:off x="588263" y="457200"/>
            <a:ext cx="11018520" cy="553998"/>
          </a:xfrm>
          <a:prstGeom prst="rect">
            <a:avLst/>
          </a:prstGeom>
        </p:spPr>
        <p:txBody>
          <a:bodyPr vert="horz" wrap="square" lIns="0" tIns="0" rIns="0" bIns="0" rtlCol="0" anchor="t">
            <a:spAutoFit/>
          </a:bodyPr>
          <a:lstStyle/>
          <a:p>
            <a:r>
              <a:rPr lang="en-US"/>
              <a:t>Click to edit Master title style</a:t>
            </a:r>
          </a:p>
        </p:txBody>
      </p:sp>
      <p:sp>
        <p:nvSpPr>
          <p:cNvPr id="12" name="Text Placeholder 3">
            <a:extLst>
              <a:ext uri="{FF2B5EF4-FFF2-40B4-BE49-F238E27FC236}">
                <a16:creationId xmlns:a16="http://schemas.microsoft.com/office/drawing/2014/main" id="{F8A6D886-5D45-4E0C-99EE-458518DE682D}"/>
              </a:ext>
            </a:extLst>
          </p:cNvPr>
          <p:cNvSpPr>
            <a:spLocks noGrp="1"/>
          </p:cNvSpPr>
          <p:nvPr>
            <p:ph type="body" idx="1"/>
          </p:nvPr>
        </p:nvSpPr>
        <p:spPr>
          <a:xfrm>
            <a:off x="584200" y="1435503"/>
            <a:ext cx="11018520" cy="1612749"/>
          </a:xfrm>
          <a:prstGeom prst="rect">
            <a:avLst/>
          </a:prstGeom>
        </p:spPr>
        <p:txBody>
          <a:bodyPr vert="horz" wrap="square" lIns="0" tIns="0" rIns="0" bIns="0" rtlCol="0">
            <a:sp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20" name="GRID" hidden="1">
            <a:extLst>
              <a:ext uri="{FF2B5EF4-FFF2-40B4-BE49-F238E27FC236}">
                <a16:creationId xmlns:a16="http://schemas.microsoft.com/office/drawing/2014/main" id="{9A9057E0-C0E0-48C4-8CFF-2A9A167A4978}"/>
              </a:ext>
            </a:extLst>
          </p:cNvPr>
          <p:cNvGrpSpPr/>
          <p:nvPr userDrawn="1"/>
        </p:nvGrpSpPr>
        <p:grpSpPr>
          <a:xfrm>
            <a:off x="0" y="0"/>
            <a:ext cx="12192000" cy="6858000"/>
            <a:chOff x="0" y="0"/>
            <a:chExt cx="12192000" cy="6858000"/>
          </a:xfrm>
        </p:grpSpPr>
        <p:cxnSp>
          <p:nvCxnSpPr>
            <p:cNvPr id="21" name="Straight Connector 20">
              <a:extLst>
                <a:ext uri="{FF2B5EF4-FFF2-40B4-BE49-F238E27FC236}">
                  <a16:creationId xmlns:a16="http://schemas.microsoft.com/office/drawing/2014/main" id="{C958B833-C2E4-43F9-8803-144479A60455}"/>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192AFA66-3E39-4ED1-A9C5-E44733888DBA}"/>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DFB8CD7F-106A-47C0-84E6-4D87D89791F1}"/>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E453082C-4B9C-4180-A393-1F90996BBCC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28BB0BA-322C-4D11-A556-3D9BF86D4A45}"/>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E6C156BE-DC8C-4BF4-B81F-C74DC513EB0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49BBA139-D62F-4B5A-BF45-EE89C124FCF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7E3F55A0-D7A5-42EE-8CED-3A814F1B950A}"/>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FFF3B85F-E436-4397-9EE9-422A02679469}"/>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8B8B809C-724A-4BFD-B871-2DF381F59C5F}"/>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54868ED3-56B4-4176-AB07-DBE7A11DE7AC}"/>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17BD61D9-CC26-48F5-9642-A38BE5806FCA}"/>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6C7AB05B-6281-4236-A529-512FB136C8D3}"/>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147EB70C-3766-4D54-9729-798BC6C8A8C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EB68E69B-85CA-49D4-8D18-7D0BAFBCE3CA}"/>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E1847621-191C-4F5F-B10C-EE1A6563C5E6}"/>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FFF8CE86-94F5-4955-B722-93A7479A5E7F}"/>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58D91B32-338A-47AF-B026-3DB56D2EBD03}"/>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B30240AE-9F68-499E-B3D4-2E3D39E9A1F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BEA8C58B-863A-4ECA-BF8F-588AC338B344}"/>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C360630F-5E65-425D-8FAB-DAFACF3DABEF}"/>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0A63E2AD-707A-4ABE-8DD8-75AD62A0346B}"/>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B26CC6ED-EE4D-4743-B5E6-AF29F7541679}"/>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F5131F5D-66B1-4ED4-BEE8-87E7AFCCD0AF}"/>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42EBE24-A3A7-4CEC-9402-724C34CC4915}"/>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673EAF58-88A4-46A6-8294-D1E7ACD5314E}"/>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0C08900E-4279-40CF-B123-F7B6C3962F02}"/>
                </a:ext>
              </a:extLst>
            </p:cNvPr>
            <p:cNvCxnSpPr/>
            <p:nvPr userDrawn="1"/>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99D5A62F-7E03-4559-A54D-87BD12A56A82}"/>
                </a:ext>
              </a:extLst>
            </p:cNvPr>
            <p:cNvCxnSpPr/>
            <p:nvPr userDrawn="1"/>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C11E0242-3665-4FF8-BF11-EAA64DCBDF9B}"/>
                </a:ext>
              </a:extLst>
            </p:cNvPr>
            <p:cNvCxnSpPr/>
            <p:nvPr userDrawn="1"/>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6948F96D-56FB-493B-AB4F-5CCBCC0E6E25}"/>
                </a:ext>
              </a:extLst>
            </p:cNvPr>
            <p:cNvCxnSpPr/>
            <p:nvPr userDrawn="1"/>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4AB3077C-9773-4CDC-ADCB-7950709AE741}"/>
                </a:ext>
              </a:extLst>
            </p:cNvPr>
            <p:cNvCxnSpPr/>
            <p:nvPr userDrawn="1"/>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E45188AB-DB72-47FD-ACF4-45308CF5B3A6}"/>
                </a:ext>
              </a:extLst>
            </p:cNvPr>
            <p:cNvCxnSpPr/>
            <p:nvPr userDrawn="1"/>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5CCE7D75-17D2-4A50-BA5E-CF3AFACE7FDD}"/>
                </a:ext>
              </a:extLst>
            </p:cNvPr>
            <p:cNvCxnSpPr/>
            <p:nvPr userDrawn="1"/>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27B0584E-229A-4276-B9AD-3A7E6F4330D1}"/>
                </a:ext>
              </a:extLst>
            </p:cNvPr>
            <p:cNvCxnSpPr/>
            <p:nvPr userDrawn="1"/>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55" name=".64 square" hidden="1">
            <a:extLst>
              <a:ext uri="{FF2B5EF4-FFF2-40B4-BE49-F238E27FC236}">
                <a16:creationId xmlns:a16="http://schemas.microsoft.com/office/drawing/2014/main" id="{9B275EFD-15F8-402F-9DDA-CCF1472A8145}"/>
              </a:ext>
            </a:extLst>
          </p:cNvPr>
          <p:cNvSpPr/>
          <p:nvPr userDrawn="1"/>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sp>
        <p:nvSpPr>
          <p:cNvPr id="56" name=".32 square" hidden="1">
            <a:extLst>
              <a:ext uri="{FF2B5EF4-FFF2-40B4-BE49-F238E27FC236}">
                <a16:creationId xmlns:a16="http://schemas.microsoft.com/office/drawing/2014/main" id="{B2B20129-936B-4BC0-874D-4BA08831922C}"/>
              </a:ext>
            </a:extLst>
          </p:cNvPr>
          <p:cNvSpPr/>
          <p:nvPr userDrawn="1"/>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spTree>
    <p:extLst>
      <p:ext uri="{BB962C8B-B14F-4D97-AF65-F5344CB8AC3E}">
        <p14:creationId xmlns:p14="http://schemas.microsoft.com/office/powerpoint/2010/main" val="1333498174"/>
      </p:ext>
    </p:extLst>
  </p:cSld>
  <p:clrMap bg1="lt1" tx1="dk1" bg2="lt2" tx2="dk2" accent1="accent1" accent2="accent2" accent3="accent3" accent4="accent4" accent5="accent5" accent6="accent6" hlink="hlink" folHlink="folHlink"/>
  <p:sldLayoutIdLst>
    <p:sldLayoutId id="2147484746" r:id="rId1"/>
    <p:sldLayoutId id="2147484747" r:id="rId2"/>
    <p:sldLayoutId id="2147484748" r:id="rId3"/>
    <p:sldLayoutId id="2147484749" r:id="rId4"/>
    <p:sldLayoutId id="2147484750" r:id="rId5"/>
    <p:sldLayoutId id="2147484751" r:id="rId6"/>
    <p:sldLayoutId id="2147484753" r:id="rId7"/>
    <p:sldLayoutId id="2147484754" r:id="rId8"/>
    <p:sldLayoutId id="2147484755" r:id="rId9"/>
    <p:sldLayoutId id="2147484756" r:id="rId10"/>
    <p:sldLayoutId id="2147484757" r:id="rId11"/>
    <p:sldLayoutId id="2147484758" r:id="rId12"/>
    <p:sldLayoutId id="2147484759" r:id="rId13"/>
    <p:sldLayoutId id="2147484760" r:id="rId14"/>
    <p:sldLayoutId id="2147484761" r:id="rId15"/>
    <p:sldLayoutId id="2147484762" r:id="rId16"/>
    <p:sldLayoutId id="2147484763" r:id="rId17"/>
    <p:sldLayoutId id="2147484764" r:id="rId18"/>
    <p:sldLayoutId id="2147484765" r:id="rId19"/>
    <p:sldLayoutId id="2147484766" r:id="rId20"/>
    <p:sldLayoutId id="2147484767" r:id="rId21"/>
    <p:sldLayoutId id="2147484768" r:id="rId22"/>
    <p:sldLayoutId id="2147484769" r:id="rId23"/>
    <p:sldLayoutId id="2147484770" r:id="rId24"/>
    <p:sldLayoutId id="2147484771" r:id="rId25"/>
    <p:sldLayoutId id="2147484772" r:id="rId26"/>
    <p:sldLayoutId id="2147484773" r:id="rId27"/>
    <p:sldLayoutId id="2147484774" r:id="rId28"/>
    <p:sldLayoutId id="2147484775" r:id="rId29"/>
    <p:sldLayoutId id="2147484776" r:id="rId30"/>
    <p:sldLayoutId id="2147484777" r:id="rId31"/>
    <p:sldLayoutId id="2147484778" r:id="rId32"/>
    <p:sldLayoutId id="2147484779" r:id="rId33"/>
    <p:sldLayoutId id="2147484780" r:id="rId34"/>
    <p:sldLayoutId id="2147484781" r:id="rId35"/>
    <p:sldLayoutId id="2147484782" r:id="rId36"/>
    <p:sldLayoutId id="2147484783" r:id="rId37"/>
    <p:sldLayoutId id="2147484784" r:id="rId38"/>
    <p:sldLayoutId id="2147484785" r:id="rId39"/>
    <p:sldLayoutId id="2147484786" r:id="rId40"/>
    <p:sldLayoutId id="2147484787" r:id="rId41"/>
    <p:sldLayoutId id="2147484788" r:id="rId42"/>
    <p:sldLayoutId id="2147484789" r:id="rId43"/>
    <p:sldLayoutId id="2147484790" r:id="rId44"/>
    <p:sldLayoutId id="2147484791" r:id="rId45"/>
    <p:sldLayoutId id="2147484792" r:id="rId46"/>
    <p:sldLayoutId id="2147484793" r:id="rId47"/>
    <p:sldLayoutId id="2147484794" r:id="rId48"/>
    <p:sldLayoutId id="2147484795" r:id="rId49"/>
  </p:sldLayoutIdLst>
  <p:transition>
    <p:fade/>
  </p:transition>
  <p:hf sldNum="0" hdr="0" ftr="0" dt="0"/>
  <p:txStyles>
    <p:titleStyle>
      <a:lvl1pPr algn="l" defTabSz="914367" rtl="0" eaLnBrk="1" latinLnBrk="0" hangingPunct="1">
        <a:lnSpc>
          <a:spcPct val="90000"/>
        </a:lnSpc>
        <a:spcBef>
          <a:spcPct val="0"/>
        </a:spcBef>
        <a:buNone/>
        <a:defRPr lang="en-US" sz="3200" b="0" kern="1200" cap="none" spc="-49" baseline="0" dirty="0" smtClean="0">
          <a:ln w="3175">
            <a:noFill/>
          </a:ln>
          <a:solidFill>
            <a:srgbClr val="000000"/>
          </a:solidFill>
          <a:effectLst/>
          <a:latin typeface="+mj-lt"/>
          <a:ea typeface="+mn-ea"/>
          <a:cs typeface="Segoe UI" pitchFamily="34" charset="0"/>
        </a:defRPr>
      </a:lvl1pPr>
    </p:titleStyle>
    <p:bodyStyle>
      <a:lvl1pPr marL="0" marR="0" indent="0" algn="l" defTabSz="914367" rtl="0" eaLnBrk="1" fontAlgn="auto" latinLnBrk="0" hangingPunct="1">
        <a:lnSpc>
          <a:spcPct val="100000"/>
        </a:lnSpc>
        <a:spcBef>
          <a:spcPts val="0"/>
        </a:spcBef>
        <a:spcAft>
          <a:spcPts val="0"/>
        </a:spcAft>
        <a:buClrTx/>
        <a:buSzPct val="90000"/>
        <a:buFont typeface="Wingdings" panose="05000000000000000000" pitchFamily="2" charset="2"/>
        <a:buNone/>
        <a:tabLst/>
        <a:defRPr sz="2353" kern="1200" spc="-49" baseline="0">
          <a:solidFill>
            <a:srgbClr val="000000"/>
          </a:solidFill>
          <a:latin typeface="+mj-lt"/>
          <a:ea typeface="+mn-ea"/>
          <a:cs typeface="+mn-cs"/>
        </a:defRPr>
      </a:lvl1pPr>
      <a:lvl2pPr marL="0" marR="0" indent="0" algn="l" defTabSz="914367" rtl="0" eaLnBrk="1" fontAlgn="auto" latinLnBrk="0" hangingPunct="1">
        <a:lnSpc>
          <a:spcPct val="100000"/>
        </a:lnSpc>
        <a:spcBef>
          <a:spcPts val="392"/>
        </a:spcBef>
        <a:spcAft>
          <a:spcPts val="588"/>
        </a:spcAft>
        <a:buClrTx/>
        <a:buSzPct val="90000"/>
        <a:buFontTx/>
        <a:buNone/>
        <a:tabLst/>
        <a:defRPr sz="2000" kern="1200" spc="0" baseline="0">
          <a:solidFill>
            <a:schemeClr val="tx1"/>
          </a:solidFill>
          <a:latin typeface="+mn-lt"/>
          <a:ea typeface="+mn-ea"/>
          <a:cs typeface="+mn-cs"/>
        </a:defRPr>
      </a:lvl2pPr>
      <a:lvl3pPr marL="0" marR="0" indent="0" algn="l" defTabSz="914367" rtl="0" eaLnBrk="1" fontAlgn="auto" latinLnBrk="0" hangingPunct="1">
        <a:lnSpc>
          <a:spcPct val="100000"/>
        </a:lnSpc>
        <a:spcBef>
          <a:spcPts val="392"/>
        </a:spcBef>
        <a:spcAft>
          <a:spcPts val="588"/>
        </a:spcAft>
        <a:buClrTx/>
        <a:buSzPct val="90000"/>
        <a:buFont typeface="Wingdings" panose="05000000000000000000" pitchFamily="2" charset="2"/>
        <a:buNone/>
        <a:tabLst/>
        <a:defRPr sz="1600" kern="1200" spc="0" baseline="0">
          <a:solidFill>
            <a:schemeClr val="tx1"/>
          </a:solidFill>
          <a:latin typeface="+mj-lt"/>
          <a:ea typeface="+mn-ea"/>
          <a:cs typeface="+mn-cs"/>
        </a:defRPr>
      </a:lvl3pPr>
      <a:lvl4pPr marL="0" marR="0" indent="0" algn="l" defTabSz="914367" rtl="0" eaLnBrk="1" fontAlgn="auto" latinLnBrk="0" hangingPunct="1">
        <a:lnSpc>
          <a:spcPct val="100000"/>
        </a:lnSpc>
        <a:spcBef>
          <a:spcPts val="392"/>
        </a:spcBef>
        <a:spcAft>
          <a:spcPts val="588"/>
        </a:spcAft>
        <a:buClrTx/>
        <a:buSzPct val="90000"/>
        <a:buFont typeface="Wingdings" panose="05000000000000000000" pitchFamily="2" charset="2"/>
        <a:buNone/>
        <a:tabLst/>
        <a:defRPr sz="1600" kern="1200" spc="0" baseline="0">
          <a:solidFill>
            <a:schemeClr val="tx1"/>
          </a:solidFill>
          <a:latin typeface="+mn-lt"/>
          <a:ea typeface="+mn-ea"/>
          <a:cs typeface="+mn-cs"/>
        </a:defRPr>
      </a:lvl4pPr>
      <a:lvl5pPr marL="0" marR="0" indent="0" algn="l" defTabSz="914367" rtl="0" eaLnBrk="1" fontAlgn="auto" latinLnBrk="0" hangingPunct="1">
        <a:lnSpc>
          <a:spcPct val="100000"/>
        </a:lnSpc>
        <a:spcBef>
          <a:spcPts val="392"/>
        </a:spcBef>
        <a:spcAft>
          <a:spcPts val="588"/>
        </a:spcAft>
        <a:buClrTx/>
        <a:buSzPct val="90000"/>
        <a:buFont typeface="Wingdings" panose="05000000000000000000" pitchFamily="2" charset="2"/>
        <a:buNone/>
        <a:tabLst/>
        <a:defRPr sz="1200" b="1" kern="1200" spc="0" baseline="0">
          <a:solidFill>
            <a:schemeClr val="tx1"/>
          </a:solidFill>
          <a:latin typeface="+mn-lt"/>
          <a:ea typeface="+mn-ea"/>
          <a:cs typeface="+mn-cs"/>
        </a:defRPr>
      </a:lvl5pPr>
      <a:lvl6pPr marL="2285916" indent="0" algn="l" defTabSz="914367" rtl="0" eaLnBrk="1" latinLnBrk="0" hangingPunct="1">
        <a:spcBef>
          <a:spcPct val="20000"/>
        </a:spcBef>
        <a:buFont typeface="Arial" pitchFamily="34" charset="0"/>
        <a:buNone/>
        <a:defRPr sz="1961" kern="1200">
          <a:solidFill>
            <a:schemeClr val="tx1"/>
          </a:solidFill>
          <a:latin typeface="+mn-lt"/>
          <a:ea typeface="+mn-ea"/>
          <a:cs typeface="+mn-cs"/>
        </a:defRPr>
      </a:lvl6pPr>
      <a:lvl7pPr marL="0" indent="0" algn="l" defTabSz="914367" rtl="0" eaLnBrk="1" latinLnBrk="0" hangingPunct="1">
        <a:lnSpc>
          <a:spcPct val="100000"/>
        </a:lnSpc>
        <a:spcBef>
          <a:spcPts val="392"/>
        </a:spcBef>
        <a:spcAft>
          <a:spcPts val="588"/>
        </a:spcAft>
        <a:buFont typeface="Arial" pitchFamily="34" charset="0"/>
        <a:buNone/>
        <a:defRPr sz="1200" kern="1200">
          <a:solidFill>
            <a:schemeClr val="tx1"/>
          </a:solidFill>
          <a:latin typeface="+mn-lt"/>
          <a:ea typeface="+mn-ea"/>
          <a:cs typeface="+mn-cs"/>
        </a:defRPr>
      </a:lvl7pPr>
      <a:lvl8pPr marL="3428877"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8pPr>
      <a:lvl9pPr marL="3886061"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9pPr>
    </p:bodyStyle>
    <p:other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p:otherStyle>
  </p:txStyles>
  <p:extLst>
    <p:ext uri="{27BBF7A9-308A-43DC-89C8-2F10F3537804}">
      <p15:sldGuideLst xmlns:p15="http://schemas.microsoft.com/office/powerpoint/2012/main">
        <p15:guide id="31" pos="1322">
          <p15:clr>
            <a:srgbClr val="C35EA4"/>
          </p15:clr>
        </p15:guide>
        <p15:guide id="32" pos="1498">
          <p15:clr>
            <a:srgbClr val="C35EA4"/>
          </p15:clr>
        </p15:guide>
        <p15:guide id="33" pos="2569">
          <p15:clr>
            <a:srgbClr val="C35EA4"/>
          </p15:clr>
        </p15:guide>
        <p15:guide id="34" pos="2711">
          <p15:clr>
            <a:srgbClr val="C35EA4"/>
          </p15:clr>
        </p15:guide>
        <p15:guide id="35" pos="3778">
          <p15:clr>
            <a:srgbClr val="C35EA4"/>
          </p15:clr>
        </p15:guide>
        <p15:guide id="36" pos="3924">
          <p15:clr>
            <a:srgbClr val="C35EA4"/>
          </p15:clr>
        </p15:guide>
        <p15:guide id="37" pos="4983">
          <p15:clr>
            <a:srgbClr val="C35EA4"/>
          </p15:clr>
        </p15:guide>
        <p15:guide id="38" pos="5127">
          <p15:clr>
            <a:srgbClr val="C35EA4"/>
          </p15:clr>
        </p15:guide>
        <p15:guide id="39" pos="6199">
          <p15:clr>
            <a:srgbClr val="C35EA4"/>
          </p15:clr>
        </p15:guide>
        <p15:guide id="40" pos="6342">
          <p15:clr>
            <a:srgbClr val="C35EA4"/>
          </p15:clr>
        </p15:guide>
        <p15:guide id="41" pos="264">
          <p15:clr>
            <a:srgbClr val="F26B43"/>
          </p15:clr>
        </p15:guide>
        <p15:guide id="42" pos="7416">
          <p15:clr>
            <a:srgbClr val="F26B43"/>
          </p15:clr>
        </p15:guide>
        <p15:guide id="43" orient="horz" pos="736">
          <p15:clr>
            <a:srgbClr val="5ACBF0"/>
          </p15:clr>
        </p15:guide>
        <p15:guide id="44" orient="horz" pos="1360">
          <p15:clr>
            <a:srgbClr val="5ACBF0"/>
          </p15:clr>
        </p15:guide>
        <p15:guide id="45" orient="horz" pos="593">
          <p15:clr>
            <a:srgbClr val="5ACBF0"/>
          </p15:clr>
        </p15:guide>
        <p15:guide id="46" orient="horz" pos="1484">
          <p15:clr>
            <a:srgbClr val="5ACBF0"/>
          </p15:clr>
        </p15:guide>
        <p15:guide id="47" orient="horz" pos="2088">
          <p15:clr>
            <a:srgbClr val="5ACBF0"/>
          </p15:clr>
        </p15:guide>
        <p15:guide id="48" orient="horz" pos="2254">
          <p15:clr>
            <a:srgbClr val="5ACBF0"/>
          </p15:clr>
        </p15:guide>
        <p15:guide id="49" orient="horz" pos="277">
          <p15:clr>
            <a:srgbClr val="F26B43"/>
          </p15:clr>
        </p15:guide>
        <p15:guide id="50" orient="horz" pos="4043">
          <p15:clr>
            <a:srgbClr val="F26B43"/>
          </p15:clr>
        </p15:guide>
        <p15:guide id="51" orient="horz" pos="2835">
          <p15:clr>
            <a:srgbClr val="5ACBF0"/>
          </p15:clr>
        </p15:guide>
        <p15:guide id="52" orient="horz" pos="2960">
          <p15:clr>
            <a:srgbClr val="5ACBF0"/>
          </p15:clr>
        </p15:guide>
        <p15:guide id="53" orient="horz" pos="3572">
          <p15:clr>
            <a:srgbClr val="5ACBF0"/>
          </p15:clr>
        </p15:guide>
        <p15:guide id="54" orient="horz" pos="3690">
          <p15:clr>
            <a:srgbClr val="5ACBF0"/>
          </p15:clr>
        </p15:guide>
        <p15:guide id="55" orient="horz" pos="918">
          <p15:clr>
            <a:srgbClr val="F26B43"/>
          </p15:clr>
        </p15:guide>
        <p15:guide id="56" pos="368" userDrawn="1">
          <p15:clr>
            <a:srgbClr val="C35EA4"/>
          </p15:clr>
        </p15:guide>
        <p15:guide id="57" pos="7313" userDrawn="1">
          <p15:clr>
            <a:srgbClr val="C35EA4"/>
          </p15:clr>
        </p15:guide>
        <p15:guide id="58" orient="horz" pos="369" userDrawn="1">
          <p15:clr>
            <a:srgbClr val="C35EA4"/>
          </p15:clr>
        </p15:guide>
        <p15:guide id="59" orient="horz" pos="3949" userDrawn="1">
          <p15:clr>
            <a:srgbClr val="C35EA4"/>
          </p15:clr>
        </p15:guide>
        <p15:guide id="60" orient="horz" pos="184" userDrawn="1">
          <p15:clr>
            <a:srgbClr val="A4A3A4"/>
          </p15:clr>
        </p15:guide>
        <p15:guide id="61" pos="185" userDrawn="1">
          <p15:clr>
            <a:srgbClr val="A4A3A4"/>
          </p15:clr>
        </p15:guide>
        <p15:guide id="62" orient="horz" pos="4135" userDrawn="1">
          <p15:clr>
            <a:srgbClr val="A4A3A4"/>
          </p15:clr>
        </p15:guide>
        <p15:guide id="63" pos="7495" userDrawn="1">
          <p15:clr>
            <a:srgbClr val="A4A3A4"/>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jpeg"/><Relationship Id="rId1" Type="http://schemas.openxmlformats.org/officeDocument/2006/relationships/slideLayout" Target="../slideLayouts/slideLayout63.xml"/></Relationships>
</file>

<file path=ppt/slides/_rels/slide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xml"/><Relationship Id="rId1" Type="http://schemas.openxmlformats.org/officeDocument/2006/relationships/slideLayout" Target="../slideLayouts/slideLayout33.xml"/><Relationship Id="rId4" Type="http://schemas.openxmlformats.org/officeDocument/2006/relationships/image" Target="../media/image17.svg"/></Relationships>
</file>

<file path=ppt/slides/_rels/slide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xml"/><Relationship Id="rId1" Type="http://schemas.openxmlformats.org/officeDocument/2006/relationships/slideLayout" Target="../slideLayouts/slideLayout25.xml"/><Relationship Id="rId4" Type="http://schemas.openxmlformats.org/officeDocument/2006/relationships/image" Target="../media/image19.svg"/></Relationships>
</file>

<file path=ppt/slides/_rels/slide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xml"/><Relationship Id="rId1" Type="http://schemas.openxmlformats.org/officeDocument/2006/relationships/slideLayout" Target="../slideLayouts/slideLayout33.xml"/><Relationship Id="rId4" Type="http://schemas.openxmlformats.org/officeDocument/2006/relationships/image" Target="../media/image21.svg"/></Relationships>
</file>

<file path=ppt/slides/_rels/slide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4.xml"/><Relationship Id="rId1" Type="http://schemas.openxmlformats.org/officeDocument/2006/relationships/slideLayout" Target="../slideLayouts/slideLayout21.xml"/><Relationship Id="rId4" Type="http://schemas.openxmlformats.org/officeDocument/2006/relationships/image" Target="../media/image23.svg"/></Relationships>
</file>

<file path=ppt/slides/_rels/slide6.xml.rels><?xml version="1.0" encoding="UTF-8" standalone="yes"?>
<Relationships xmlns="http://schemas.openxmlformats.org/package/2006/relationships"><Relationship Id="rId8" Type="http://schemas.openxmlformats.org/officeDocument/2006/relationships/image" Target="../media/image29.png"/><Relationship Id="rId13" Type="http://schemas.openxmlformats.org/officeDocument/2006/relationships/image" Target="../media/image34.svg"/><Relationship Id="rId18" Type="http://schemas.openxmlformats.org/officeDocument/2006/relationships/image" Target="../media/image39.png"/><Relationship Id="rId3" Type="http://schemas.openxmlformats.org/officeDocument/2006/relationships/image" Target="../media/image24.png"/><Relationship Id="rId7" Type="http://schemas.openxmlformats.org/officeDocument/2006/relationships/image" Target="../media/image28.png"/><Relationship Id="rId12" Type="http://schemas.openxmlformats.org/officeDocument/2006/relationships/image" Target="../media/image33.png"/><Relationship Id="rId17" Type="http://schemas.openxmlformats.org/officeDocument/2006/relationships/image" Target="../media/image38.svg"/><Relationship Id="rId2" Type="http://schemas.openxmlformats.org/officeDocument/2006/relationships/notesSlide" Target="../notesSlides/notesSlide5.xml"/><Relationship Id="rId16" Type="http://schemas.openxmlformats.org/officeDocument/2006/relationships/image" Target="../media/image37.png"/><Relationship Id="rId1" Type="http://schemas.openxmlformats.org/officeDocument/2006/relationships/slideLayout" Target="../slideLayouts/slideLayout21.xml"/><Relationship Id="rId6" Type="http://schemas.openxmlformats.org/officeDocument/2006/relationships/image" Target="../media/image27.svg"/><Relationship Id="rId11" Type="http://schemas.openxmlformats.org/officeDocument/2006/relationships/image" Target="../media/image32.svg"/><Relationship Id="rId5" Type="http://schemas.openxmlformats.org/officeDocument/2006/relationships/image" Target="../media/image26.png"/><Relationship Id="rId15" Type="http://schemas.openxmlformats.org/officeDocument/2006/relationships/image" Target="../media/image36.svg"/><Relationship Id="rId10" Type="http://schemas.openxmlformats.org/officeDocument/2006/relationships/image" Target="../media/image31.png"/><Relationship Id="rId19" Type="http://schemas.openxmlformats.org/officeDocument/2006/relationships/image" Target="../media/image40.svg"/><Relationship Id="rId4" Type="http://schemas.openxmlformats.org/officeDocument/2006/relationships/image" Target="../media/image25.svg"/><Relationship Id="rId9" Type="http://schemas.openxmlformats.org/officeDocument/2006/relationships/image" Target="../media/image30.svg"/><Relationship Id="rId14" Type="http://schemas.openxmlformats.org/officeDocument/2006/relationships/image" Target="../media/image35.png"/></Relationships>
</file>

<file path=ppt/slides/_rels/slide7.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6.xml"/><Relationship Id="rId1" Type="http://schemas.openxmlformats.org/officeDocument/2006/relationships/slideLayout" Target="../slideLayouts/slideLayout21.xml"/></Relationships>
</file>

<file path=ppt/slides/_rels/slide8.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7.xml"/><Relationship Id="rId1" Type="http://schemas.openxmlformats.org/officeDocument/2006/relationships/slideLayout" Target="../slideLayouts/slideLayout21.xml"/></Relationships>
</file>

<file path=ppt/slides/_rels/slide9.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8.xml"/><Relationship Id="rId1" Type="http://schemas.openxmlformats.org/officeDocument/2006/relationships/slideLayout" Target="../slideLayouts/slideLayout21.xml"/></Relationships>
</file>

<file path=ppt/slides/_rels/slide10.xml.rels><?xml version="1.0" encoding="UTF-8" standalone="yes"?>
<Relationships xmlns="http://schemas.openxmlformats.org/package/2006/relationships"><Relationship Id="rId8" Type="http://schemas.openxmlformats.org/officeDocument/2006/relationships/image" Target="../media/image49.jpeg"/><Relationship Id="rId3" Type="http://schemas.openxmlformats.org/officeDocument/2006/relationships/image" Target="../media/image44.png"/><Relationship Id="rId7" Type="http://schemas.openxmlformats.org/officeDocument/2006/relationships/image" Target="../media/image48.png"/><Relationship Id="rId2" Type="http://schemas.openxmlformats.org/officeDocument/2006/relationships/notesSlide" Target="../notesSlides/notesSlide9.xml"/><Relationship Id="rId1" Type="http://schemas.openxmlformats.org/officeDocument/2006/relationships/slideLayout" Target="../slideLayouts/slideLayout21.xml"/><Relationship Id="rId6" Type="http://schemas.openxmlformats.org/officeDocument/2006/relationships/image" Target="../media/image47.png"/><Relationship Id="rId5" Type="http://schemas.openxmlformats.org/officeDocument/2006/relationships/image" Target="../media/image46.png"/><Relationship Id="rId4" Type="http://schemas.openxmlformats.org/officeDocument/2006/relationships/image" Target="../media/image45.png"/></Relationships>
</file>

<file path=ppt/slides/_rels/slide11.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10.xml"/><Relationship Id="rId1" Type="http://schemas.openxmlformats.org/officeDocument/2006/relationships/slideLayout" Target="../slideLayouts/slideLayout21.xml"/></Relationships>
</file>

<file path=ppt/slides/_rels/slide12.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11.xml"/><Relationship Id="rId1" Type="http://schemas.openxmlformats.org/officeDocument/2006/relationships/slideLayout" Target="../slideLayouts/slideLayout33.xml"/><Relationship Id="rId4" Type="http://schemas.openxmlformats.org/officeDocument/2006/relationships/image" Target="../media/image52.svg"/></Relationships>
</file>

<file path=ppt/slides/_rels/slide13.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12.xml"/><Relationship Id="rId1" Type="http://schemas.openxmlformats.org/officeDocument/2006/relationships/slideLayout" Target="../slideLayouts/slideLayout21.xml"/><Relationship Id="rId4" Type="http://schemas.openxmlformats.org/officeDocument/2006/relationships/image" Target="../media/image54.svg"/></Relationships>
</file>

<file path=ppt/slides/_rels/slide14.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13.xml"/><Relationship Id="rId1" Type="http://schemas.openxmlformats.org/officeDocument/2006/relationships/slideLayout" Target="../slideLayouts/slideLayout21.xml"/><Relationship Id="rId4" Type="http://schemas.openxmlformats.org/officeDocument/2006/relationships/image" Target="../media/image56.svg"/></Relationships>
</file>

<file path=ppt/slides/_rels/slide15.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14.xml"/><Relationship Id="rId1" Type="http://schemas.openxmlformats.org/officeDocument/2006/relationships/slideLayout" Target="../slideLayouts/slideLayout21.xml"/><Relationship Id="rId4" Type="http://schemas.openxmlformats.org/officeDocument/2006/relationships/image" Target="../media/image58.png"/></Relationships>
</file>

<file path=ppt/slides/_rels/slide16.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15.xml"/><Relationship Id="rId1" Type="http://schemas.openxmlformats.org/officeDocument/2006/relationships/slideLayout" Target="../slideLayouts/slideLayout2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1.xml"/></Relationships>
</file>

<file path=ppt/slides/_rels/slide18.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17.xml"/><Relationship Id="rId1" Type="http://schemas.openxmlformats.org/officeDocument/2006/relationships/slideLayout" Target="../slideLayouts/slideLayout21.xml"/><Relationship Id="rId4" Type="http://schemas.openxmlformats.org/officeDocument/2006/relationships/image" Target="../media/image47.png"/></Relationships>
</file>

<file path=ppt/slides/_rels/slide19.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18.xml"/><Relationship Id="rId1" Type="http://schemas.openxmlformats.org/officeDocument/2006/relationships/slideLayout" Target="../slideLayouts/slideLayout25.xml"/></Relationships>
</file>

<file path=ppt/slides/_rels/slide20.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19.xml"/><Relationship Id="rId1" Type="http://schemas.openxmlformats.org/officeDocument/2006/relationships/slideLayout" Target="../slideLayouts/slideLayout33.xml"/><Relationship Id="rId4" Type="http://schemas.openxmlformats.org/officeDocument/2006/relationships/image" Target="../media/image52.svg"/></Relationships>
</file>

<file path=ppt/slides/_rels/slide21.xml.rels><?xml version="1.0" encoding="UTF-8" standalone="yes"?>
<Relationships xmlns="http://schemas.openxmlformats.org/package/2006/relationships"><Relationship Id="rId8" Type="http://schemas.openxmlformats.org/officeDocument/2006/relationships/image" Target="../media/image66.svg"/><Relationship Id="rId3" Type="http://schemas.openxmlformats.org/officeDocument/2006/relationships/image" Target="../media/image61.png"/><Relationship Id="rId7" Type="http://schemas.openxmlformats.org/officeDocument/2006/relationships/image" Target="../media/image65.png"/><Relationship Id="rId2" Type="http://schemas.openxmlformats.org/officeDocument/2006/relationships/notesSlide" Target="../notesSlides/notesSlide20.xml"/><Relationship Id="rId1" Type="http://schemas.openxmlformats.org/officeDocument/2006/relationships/slideLayout" Target="../slideLayouts/slideLayout21.xml"/><Relationship Id="rId6" Type="http://schemas.openxmlformats.org/officeDocument/2006/relationships/image" Target="../media/image64.svg"/><Relationship Id="rId11" Type="http://schemas.openxmlformats.org/officeDocument/2006/relationships/image" Target="../media/image69.png"/><Relationship Id="rId5" Type="http://schemas.openxmlformats.org/officeDocument/2006/relationships/image" Target="../media/image63.png"/><Relationship Id="rId10" Type="http://schemas.openxmlformats.org/officeDocument/2006/relationships/image" Target="../media/image68.svg"/><Relationship Id="rId4" Type="http://schemas.openxmlformats.org/officeDocument/2006/relationships/image" Target="../media/image62.svg"/><Relationship Id="rId9" Type="http://schemas.openxmlformats.org/officeDocument/2006/relationships/image" Target="../media/image67.png"/></Relationships>
</file>

<file path=ppt/slides/_rels/slide22.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21.xml"/><Relationship Id="rId1" Type="http://schemas.openxmlformats.org/officeDocument/2006/relationships/slideLayout" Target="../slideLayouts/slideLayout21.xml"/></Relationships>
</file>

<file path=ppt/slides/_rels/slide23.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notesSlide" Target="../notesSlides/notesSlide22.xml"/><Relationship Id="rId1" Type="http://schemas.openxmlformats.org/officeDocument/2006/relationships/slideLayout" Target="../slideLayouts/slideLayout21.xml"/></Relationships>
</file>

<file path=ppt/slides/_rels/slide24.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notesSlide" Target="../notesSlides/notesSlide23.xml"/><Relationship Id="rId1" Type="http://schemas.openxmlformats.org/officeDocument/2006/relationships/slideLayout" Target="../slideLayouts/slideLayout62.xml"/><Relationship Id="rId5" Type="http://schemas.openxmlformats.org/officeDocument/2006/relationships/image" Target="../media/image74.png"/><Relationship Id="rId4" Type="http://schemas.openxmlformats.org/officeDocument/2006/relationships/image" Target="../media/image73.svg"/></Relationships>
</file>

<file path=ppt/slides/_rels/slide25.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image" Target="../media/image75.png"/><Relationship Id="rId1" Type="http://schemas.openxmlformats.org/officeDocument/2006/relationships/slideLayout" Target="../slideLayouts/slideLayout62.xml"/></Relationships>
</file>

<file path=ppt/slides/_rels/slide26.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notesSlide" Target="../notesSlides/notesSlide24.xml"/><Relationship Id="rId1" Type="http://schemas.openxmlformats.org/officeDocument/2006/relationships/slideLayout" Target="../slideLayouts/slideLayout33.xml"/><Relationship Id="rId4" Type="http://schemas.openxmlformats.org/officeDocument/2006/relationships/image" Target="../media/image78.svg"/></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1.xml"/></Relationships>
</file>

<file path=ppt/slides/_rels/slide28.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notesSlide" Target="../notesSlides/notesSlide26.xml"/><Relationship Id="rId1" Type="http://schemas.openxmlformats.org/officeDocument/2006/relationships/slideLayout" Target="../slideLayouts/slideLayout21.xml"/><Relationship Id="rId5" Type="http://schemas.openxmlformats.org/officeDocument/2006/relationships/image" Target="../media/image81.png"/><Relationship Id="rId4" Type="http://schemas.openxmlformats.org/officeDocument/2006/relationships/image" Target="../media/image80.svg"/></Relationships>
</file>

<file path=ppt/slides/_rels/slide29.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notesSlide" Target="../notesSlides/notesSlide27.xml"/><Relationship Id="rId1" Type="http://schemas.openxmlformats.org/officeDocument/2006/relationships/slideLayout" Target="../slideLayouts/slideLayout24.xml"/><Relationship Id="rId4" Type="http://schemas.openxmlformats.org/officeDocument/2006/relationships/image" Target="../media/image83.png"/></Relationships>
</file>

<file path=ppt/slides/_rels/slide30.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notesSlide" Target="../notesSlides/notesSlide28.xml"/><Relationship Id="rId1" Type="http://schemas.openxmlformats.org/officeDocument/2006/relationships/slideLayout" Target="../slideLayouts/slideLayout21.xml"/></Relationships>
</file>

<file path=ppt/slides/_rels/slide31.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notesSlide" Target="../notesSlides/notesSlide29.xml"/><Relationship Id="rId1" Type="http://schemas.openxmlformats.org/officeDocument/2006/relationships/slideLayout" Target="../slideLayouts/slideLayout21.xml"/><Relationship Id="rId4" Type="http://schemas.openxmlformats.org/officeDocument/2006/relationships/image" Target="../media/image86.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E1AD11-C05B-4487-A246-ED644C73C692}"/>
              </a:ext>
            </a:extLst>
          </p:cNvPr>
          <p:cNvSpPr>
            <a:spLocks noGrp="1"/>
          </p:cNvSpPr>
          <p:nvPr>
            <p:ph type="title"/>
          </p:nvPr>
        </p:nvSpPr>
        <p:spPr>
          <a:xfrm>
            <a:off x="578738" y="2800870"/>
            <a:ext cx="4167887" cy="1514261"/>
          </a:xfrm>
        </p:spPr>
        <p:txBody>
          <a:bodyPr/>
          <a:lstStyle/>
          <a:p>
            <a:r>
              <a:rPr lang="fr-FR" dirty="0">
                <a:solidFill>
                  <a:schemeClr val="tx1"/>
                </a:solidFill>
              </a:rPr>
              <a:t>Module 04: </a:t>
            </a:r>
            <a:br>
              <a:rPr lang="fr-FR" dirty="0">
                <a:solidFill>
                  <a:schemeClr val="tx1"/>
                </a:solidFill>
              </a:rPr>
            </a:br>
            <a:r>
              <a:rPr lang="fr-FR" dirty="0">
                <a:solidFill>
                  <a:schemeClr val="tx1"/>
                </a:solidFill>
              </a:rPr>
              <a:t>Management And </a:t>
            </a:r>
            <a:r>
              <a:rPr lang="fr-FR" dirty="0" err="1">
                <a:solidFill>
                  <a:schemeClr val="tx1"/>
                </a:solidFill>
              </a:rPr>
              <a:t>Goverance</a:t>
            </a:r>
            <a:endParaRPr lang="en-US" dirty="0">
              <a:solidFill>
                <a:schemeClr val="tx1"/>
              </a:solidFill>
            </a:endParaRPr>
          </a:p>
        </p:txBody>
      </p:sp>
      <p:sp>
        <p:nvSpPr>
          <p:cNvPr id="3" name="Text Placeholder 2">
            <a:extLst>
              <a:ext uri="{FF2B5EF4-FFF2-40B4-BE49-F238E27FC236}">
                <a16:creationId xmlns:a16="http://schemas.microsoft.com/office/drawing/2014/main" id="{53A4F27D-9766-438B-809D-9CFAA7EFFD7D}"/>
              </a:ext>
            </a:extLst>
          </p:cNvPr>
          <p:cNvSpPr>
            <a:spLocks noGrp="1"/>
          </p:cNvSpPr>
          <p:nvPr>
            <p:ph type="body" sz="quarter" idx="12"/>
          </p:nvPr>
        </p:nvSpPr>
        <p:spPr>
          <a:xfrm>
            <a:off x="582042" y="4574666"/>
            <a:ext cx="4164583" cy="677108"/>
          </a:xfrm>
        </p:spPr>
        <p:txBody>
          <a:bodyPr/>
          <a:lstStyle/>
          <a:p>
            <a:r>
              <a:rPr lang="en-US" dirty="0"/>
              <a:t>Cyrus Cheng</a:t>
            </a:r>
            <a:br>
              <a:rPr lang="en-US" dirty="0"/>
            </a:br>
            <a:r>
              <a:rPr lang="en-US" dirty="0"/>
              <a:t>ITSWS - FO </a:t>
            </a:r>
            <a:r>
              <a:rPr lang="en-US" dirty="0" err="1"/>
              <a:t>Cashout</a:t>
            </a:r>
            <a:r>
              <a:rPr lang="en-US" dirty="0"/>
              <a:t> Team</a:t>
            </a:r>
          </a:p>
        </p:txBody>
      </p:sp>
      <p:pic>
        <p:nvPicPr>
          <p:cNvPr id="4098" name="Picture 2" descr="HKJC are Being Sued for failing to Pay Out a Winning Bet - Gambling Herald">
            <a:extLst>
              <a:ext uri="{FF2B5EF4-FFF2-40B4-BE49-F238E27FC236}">
                <a16:creationId xmlns:a16="http://schemas.microsoft.com/office/drawing/2014/main" id="{C745B710-30C1-444C-BB96-744721E298E2}"/>
              </a:ext>
            </a:extLst>
          </p:cNvPr>
          <p:cNvPicPr>
            <a:picLocks noGrp="1" noChangeAspect="1" noChangeArrowheads="1"/>
          </p:cNvPicPr>
          <p:nvPr>
            <p:ph type="pic" sz="quarter" idx="13"/>
          </p:nvPr>
        </p:nvPicPr>
        <p:blipFill>
          <a:blip r:embed="rId2" cstate="email">
            <a:extLst>
              <a:ext uri="{28A0092B-C50C-407E-A947-70E740481C1C}">
                <a14:useLocalDpi xmlns:a14="http://schemas.microsoft.com/office/drawing/2010/main"/>
              </a:ext>
            </a:extLst>
          </a:blip>
          <a:srcRect/>
          <a:stretch>
            <a:fillRect/>
          </a:stretch>
        </p:blipFill>
        <p:spPr bwMode="auto">
          <a:prstGeom prst="rect">
            <a:avLst/>
          </a:prstGeom>
          <a:noFill/>
          <a:extLst>
            <a:ext uri="{909E8E84-426E-40DD-AFC4-6F175D3DCCD1}">
              <a14:hiddenFill xmlns:a14="http://schemas.microsoft.com/office/drawing/2010/main">
                <a:solidFill>
                  <a:srgbClr val="FFFFFF"/>
                </a:solidFill>
              </a14:hiddenFill>
            </a:ext>
          </a:extLst>
        </p:spPr>
      </p:pic>
      <p:pic>
        <p:nvPicPr>
          <p:cNvPr id="5" name="Picture 4" descr="The Hong Kong Jockey Club">
            <a:extLst>
              <a:ext uri="{FF2B5EF4-FFF2-40B4-BE49-F238E27FC236}">
                <a16:creationId xmlns:a16="http://schemas.microsoft.com/office/drawing/2014/main" id="{072F594E-46DB-485B-9E22-71C0EAAF6B8B}"/>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a:stretch/>
        </p:blipFill>
        <p:spPr bwMode="auto">
          <a:xfrm>
            <a:off x="4166624" y="228700"/>
            <a:ext cx="980708" cy="11339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2887098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FF388A-DA23-47B5-B1B4-5AA1C4F44269}"/>
              </a:ext>
            </a:extLst>
          </p:cNvPr>
          <p:cNvSpPr>
            <a:spLocks noGrp="1"/>
          </p:cNvSpPr>
          <p:nvPr>
            <p:ph type="title"/>
          </p:nvPr>
        </p:nvSpPr>
        <p:spPr/>
        <p:txBody>
          <a:bodyPr/>
          <a:lstStyle/>
          <a:p>
            <a:r>
              <a:rPr lang="en-US">
                <a:cs typeface="Segoe UI"/>
              </a:rPr>
              <a:t>Module Outline</a:t>
            </a:r>
          </a:p>
        </p:txBody>
      </p:sp>
      <p:pic>
        <p:nvPicPr>
          <p:cNvPr id="5" name="Graphic 4" descr="Scientific Thought">
            <a:extLst>
              <a:ext uri="{FF2B5EF4-FFF2-40B4-BE49-F238E27FC236}">
                <a16:creationId xmlns:a16="http://schemas.microsoft.com/office/drawing/2014/main" id="{08355688-48B5-4669-8B98-17874C9EE46C}"/>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145485" y="2810069"/>
            <a:ext cx="1237861" cy="1237861"/>
          </a:xfrm>
          <a:prstGeom prst="rect">
            <a:avLst/>
          </a:prstGeom>
        </p:spPr>
      </p:pic>
    </p:spTree>
    <p:extLst>
      <p:ext uri="{BB962C8B-B14F-4D97-AF65-F5344CB8AC3E}">
        <p14:creationId xmlns:p14="http://schemas.microsoft.com/office/powerpoint/2010/main" val="84060515"/>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a:xfrm>
            <a:off x="418643" y="440494"/>
            <a:ext cx="11341268" cy="680196"/>
          </a:xfrm>
        </p:spPr>
        <p:txBody>
          <a:bodyPr vert="horz" wrap="square" lIns="0" tIns="91440" rIns="146304" bIns="91440" rtlCol="0" anchor="t">
            <a:normAutofit/>
          </a:bodyPr>
          <a:lstStyle/>
          <a:p>
            <a:r>
              <a:rPr lang="en-US" b="0" kern="1200" cap="none" spc="-49" baseline="0">
                <a:ln w="3175">
                  <a:noFill/>
                </a:ln>
                <a:effectLst/>
                <a:latin typeface="+mj-lt"/>
                <a:ea typeface="+mn-ea"/>
                <a:cs typeface="Segoe UI" pitchFamily="34" charset="0"/>
              </a:rPr>
              <a:t>Module 03 – Outline</a:t>
            </a:r>
          </a:p>
        </p:txBody>
      </p:sp>
      <p:sp>
        <p:nvSpPr>
          <p:cNvPr id="10" name="Text Placeholder 14">
            <a:extLst>
              <a:ext uri="{FF2B5EF4-FFF2-40B4-BE49-F238E27FC236}">
                <a16:creationId xmlns:a16="http://schemas.microsoft.com/office/drawing/2014/main" id="{36877184-9CC1-4EBD-ACA1-BA6A2150651C}"/>
              </a:ext>
            </a:extLst>
          </p:cNvPr>
          <p:cNvSpPr>
            <a:spLocks noGrp="1"/>
          </p:cNvSpPr>
          <p:nvPr/>
        </p:nvSpPr>
        <p:spPr>
          <a:xfrm>
            <a:off x="418642" y="1247347"/>
            <a:ext cx="5394960" cy="4734629"/>
          </a:xfrm>
          <a:prstGeom prst="rect">
            <a:avLst/>
          </a:prstGeom>
        </p:spPr>
        <p:txBody>
          <a:bodyPr vert="horz" wrap="square" lIns="0" tIns="91440" rIns="146304" bIns="91440" rtlCol="0">
            <a:normAutofit fontScale="77500" lnSpcReduction="20000"/>
          </a:bodyPr>
          <a:lstStyle>
            <a:lvl1pPr marL="336145" marR="0" indent="-336145" algn="l" defTabSz="914367" rtl="0" eaLnBrk="1" fontAlgn="auto" latinLnBrk="0" hangingPunct="1">
              <a:lnSpc>
                <a:spcPts val="2353"/>
              </a:lnSpc>
              <a:spcBef>
                <a:spcPts val="0"/>
              </a:spcBef>
              <a:spcAft>
                <a:spcPts val="0"/>
              </a:spcAft>
              <a:buClrTx/>
              <a:buSzPct val="90000"/>
              <a:buFont typeface="Arial" panose="020B0604020202020204" pitchFamily="34" charset="0"/>
              <a:buChar char="•"/>
              <a:tabLst/>
              <a:defRPr lang="en-US" sz="1961" kern="1200" spc="0" baseline="0" dirty="0">
                <a:solidFill>
                  <a:srgbClr val="000000"/>
                </a:solidFill>
                <a:latin typeface="+mn-lt"/>
                <a:ea typeface="+mn-ea"/>
                <a:cs typeface="+mn-cs"/>
              </a:defRPr>
            </a:lvl1pPr>
            <a:lvl2pPr marL="224097" marR="0" indent="0" algn="l" defTabSz="914367" rtl="0" eaLnBrk="1" fontAlgn="auto" latinLnBrk="0" hangingPunct="1">
              <a:lnSpc>
                <a:spcPct val="100000"/>
              </a:lnSpc>
              <a:spcBef>
                <a:spcPts val="0"/>
              </a:spcBef>
              <a:spcAft>
                <a:spcPts val="0"/>
              </a:spcAft>
              <a:buClrTx/>
              <a:buSzPct val="90000"/>
              <a:buFontTx/>
              <a:buNone/>
              <a:tabLst/>
              <a:defRPr sz="1961" kern="1200" spc="0" baseline="0">
                <a:solidFill>
                  <a:srgbClr val="000000"/>
                </a:solidFill>
                <a:latin typeface="+mn-lt"/>
                <a:ea typeface="+mn-ea"/>
                <a:cs typeface="+mn-cs"/>
              </a:defRPr>
            </a:lvl2pPr>
            <a:lvl3pPr marL="448193" marR="0" indent="0" algn="l" defTabSz="914367" rtl="0" eaLnBrk="1" fontAlgn="auto" latinLnBrk="0" hangingPunct="1">
              <a:lnSpc>
                <a:spcPct val="100000"/>
              </a:lnSpc>
              <a:spcBef>
                <a:spcPts val="0"/>
              </a:spcBef>
              <a:spcAft>
                <a:spcPts val="0"/>
              </a:spcAft>
              <a:buClrTx/>
              <a:buSzPct val="90000"/>
              <a:buFont typeface="Wingdings" panose="05000000000000000000" pitchFamily="2" charset="2"/>
              <a:buNone/>
              <a:tabLst/>
              <a:defRPr sz="1372" kern="1200" spc="0" baseline="0">
                <a:solidFill>
                  <a:schemeClr val="tx2"/>
                </a:solidFill>
                <a:latin typeface="+mj-lt"/>
                <a:ea typeface="+mn-ea"/>
                <a:cs typeface="+mn-cs"/>
              </a:defRPr>
            </a:lvl3pPr>
            <a:lvl4pPr marL="672290" marR="0" indent="0" algn="l" defTabSz="914367" rtl="0" eaLnBrk="1" fontAlgn="auto" latinLnBrk="0" hangingPunct="1">
              <a:lnSpc>
                <a:spcPct val="100000"/>
              </a:lnSpc>
              <a:spcBef>
                <a:spcPts val="0"/>
              </a:spcBef>
              <a:spcAft>
                <a:spcPts val="0"/>
              </a:spcAft>
              <a:buClrTx/>
              <a:buSzPct val="90000"/>
              <a:buFont typeface="Wingdings" panose="05000000000000000000" pitchFamily="2" charset="2"/>
              <a:buNone/>
              <a:tabLst/>
              <a:defRPr sz="1372" kern="1200" spc="0" baseline="0">
                <a:solidFill>
                  <a:srgbClr val="000000"/>
                </a:solidFill>
                <a:latin typeface="+mn-lt"/>
                <a:ea typeface="+mn-ea"/>
                <a:cs typeface="+mn-cs"/>
              </a:defRPr>
            </a:lvl4pPr>
            <a:lvl5pPr marL="896386" marR="0" indent="0" algn="l" defTabSz="914367" rtl="0" eaLnBrk="1" fontAlgn="auto" latinLnBrk="0" hangingPunct="1">
              <a:lnSpc>
                <a:spcPct val="100000"/>
              </a:lnSpc>
              <a:spcBef>
                <a:spcPts val="0"/>
              </a:spcBef>
              <a:spcAft>
                <a:spcPts val="0"/>
              </a:spcAft>
              <a:buClrTx/>
              <a:buSzPct val="90000"/>
              <a:buFont typeface="Wingdings" panose="05000000000000000000" pitchFamily="2" charset="2"/>
              <a:buNone/>
              <a:tabLst/>
              <a:defRPr sz="980" b="1" kern="1200" spc="0" baseline="0">
                <a:solidFill>
                  <a:srgbClr val="000000"/>
                </a:solidFill>
                <a:latin typeface="+mn-lt"/>
                <a:ea typeface="+mn-ea"/>
                <a:cs typeface="+mn-cs"/>
              </a:defRPr>
            </a:lvl5pPr>
            <a:lvl6pPr marL="2285916" indent="0" algn="l" defTabSz="914367" rtl="0" eaLnBrk="1" latinLnBrk="0" hangingPunct="1">
              <a:spcBef>
                <a:spcPct val="20000"/>
              </a:spcBef>
              <a:buFont typeface="Arial" pitchFamily="34" charset="0"/>
              <a:buNone/>
              <a:defRPr sz="1961" kern="1200">
                <a:solidFill>
                  <a:schemeClr val="tx1"/>
                </a:solidFill>
                <a:latin typeface="+mn-lt"/>
                <a:ea typeface="+mn-ea"/>
                <a:cs typeface="+mn-cs"/>
              </a:defRPr>
            </a:lvl6pPr>
            <a:lvl7pPr marL="0" indent="0" algn="l" defTabSz="914367" rtl="0" eaLnBrk="1" latinLnBrk="0" hangingPunct="1">
              <a:lnSpc>
                <a:spcPct val="100000"/>
              </a:lnSpc>
              <a:spcBef>
                <a:spcPts val="0"/>
              </a:spcBef>
              <a:spcAft>
                <a:spcPts val="0"/>
              </a:spcAft>
              <a:buFont typeface="Arial" pitchFamily="34" charset="0"/>
              <a:buNone/>
              <a:defRPr sz="980" kern="1200">
                <a:solidFill>
                  <a:srgbClr val="000000"/>
                </a:solidFill>
                <a:latin typeface="+mn-lt"/>
                <a:ea typeface="+mn-ea"/>
                <a:cs typeface="+mn-cs"/>
              </a:defRPr>
            </a:lvl7pPr>
            <a:lvl8pPr marL="3428877"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8pPr>
            <a:lvl9pPr marL="3886061"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9pPr>
          </a:lstStyle>
          <a:p>
            <a:pPr marL="0" indent="0">
              <a:lnSpc>
                <a:spcPct val="100000"/>
              </a:lnSpc>
              <a:spcBef>
                <a:spcPts val="392"/>
              </a:spcBef>
              <a:spcAft>
                <a:spcPts val="588"/>
              </a:spcAft>
              <a:buNone/>
            </a:pPr>
            <a:r>
              <a:rPr lang="en-US" sz="2200" dirty="0"/>
              <a:t>You will learn the following concepts:</a:t>
            </a:r>
          </a:p>
          <a:p>
            <a:pPr>
              <a:lnSpc>
                <a:spcPct val="100000"/>
              </a:lnSpc>
              <a:spcBef>
                <a:spcPts val="392"/>
              </a:spcBef>
              <a:spcAft>
                <a:spcPts val="588"/>
              </a:spcAft>
            </a:pPr>
            <a:r>
              <a:rPr lang="en-US" sz="2200" b="1" dirty="0"/>
              <a:t>Identity, Access, and Security</a:t>
            </a:r>
          </a:p>
          <a:p>
            <a:pPr marL="566997" lvl="1" indent="-342900">
              <a:spcBef>
                <a:spcPts val="392"/>
              </a:spcBef>
              <a:spcAft>
                <a:spcPts val="588"/>
              </a:spcAft>
              <a:buFont typeface="Arial" panose="020B0604020202020204" pitchFamily="34" charset="0"/>
              <a:buChar char="•"/>
            </a:pPr>
            <a:r>
              <a:rPr lang="en-US" sz="2200" dirty="0"/>
              <a:t>Directory services</a:t>
            </a:r>
          </a:p>
          <a:p>
            <a:pPr marL="566997" lvl="1" indent="-342900">
              <a:spcBef>
                <a:spcPts val="392"/>
              </a:spcBef>
              <a:spcAft>
                <a:spcPts val="588"/>
              </a:spcAft>
              <a:buFont typeface="Arial" panose="020B0604020202020204" pitchFamily="34" charset="0"/>
              <a:buChar char="•"/>
            </a:pPr>
            <a:r>
              <a:rPr lang="en-US" sz="2200" dirty="0"/>
              <a:t>Authentication methods</a:t>
            </a:r>
          </a:p>
          <a:p>
            <a:pPr marL="566997" lvl="1" indent="-342900">
              <a:spcBef>
                <a:spcPts val="392"/>
              </a:spcBef>
              <a:spcAft>
                <a:spcPts val="588"/>
              </a:spcAft>
              <a:buFont typeface="Arial" panose="020B0604020202020204" pitchFamily="34" charset="0"/>
              <a:buChar char="•"/>
            </a:pPr>
            <a:r>
              <a:rPr lang="en-US" sz="2200" dirty="0"/>
              <a:t>Security models</a:t>
            </a:r>
          </a:p>
          <a:p>
            <a:pPr>
              <a:lnSpc>
                <a:spcPct val="100000"/>
              </a:lnSpc>
              <a:spcBef>
                <a:spcPts val="392"/>
              </a:spcBef>
              <a:spcAft>
                <a:spcPts val="588"/>
              </a:spcAft>
            </a:pPr>
            <a:r>
              <a:rPr lang="en-US" sz="2200" b="1" dirty="0"/>
              <a:t>Governance and compliance</a:t>
            </a:r>
          </a:p>
          <a:p>
            <a:pPr marL="566997" lvl="1" indent="-342900">
              <a:spcBef>
                <a:spcPts val="392"/>
              </a:spcBef>
              <a:spcAft>
                <a:spcPts val="588"/>
              </a:spcAft>
              <a:buFont typeface="Arial" panose="020B0604020202020204" pitchFamily="34" charset="0"/>
              <a:buChar char="•"/>
            </a:pPr>
            <a:r>
              <a:rPr lang="en-US" sz="2200" dirty="0"/>
              <a:t>Blueprints, policies, and resource locks</a:t>
            </a:r>
          </a:p>
          <a:p>
            <a:pPr marL="566997" lvl="1" indent="-342900">
              <a:spcBef>
                <a:spcPts val="392"/>
              </a:spcBef>
              <a:spcAft>
                <a:spcPts val="588"/>
              </a:spcAft>
              <a:buFont typeface="Arial" panose="020B0604020202020204" pitchFamily="34" charset="0"/>
              <a:buChar char="•"/>
            </a:pPr>
            <a:r>
              <a:rPr lang="en-US" sz="2200" dirty="0"/>
              <a:t>Service Trust portal</a:t>
            </a:r>
          </a:p>
          <a:p>
            <a:pPr>
              <a:lnSpc>
                <a:spcPct val="100000"/>
              </a:lnSpc>
              <a:spcBef>
                <a:spcPts val="392"/>
              </a:spcBef>
              <a:spcAft>
                <a:spcPts val="588"/>
              </a:spcAft>
            </a:pPr>
            <a:r>
              <a:rPr lang="en-US" sz="2200" b="1" dirty="0"/>
              <a:t>Resource deployment tools</a:t>
            </a:r>
          </a:p>
          <a:p>
            <a:pPr marL="566997" lvl="1" indent="-342900">
              <a:spcBef>
                <a:spcPts val="392"/>
              </a:spcBef>
              <a:spcAft>
                <a:spcPts val="588"/>
              </a:spcAft>
              <a:buFont typeface="Arial" panose="020B0604020202020204" pitchFamily="34" charset="0"/>
              <a:buChar char="•"/>
            </a:pPr>
            <a:r>
              <a:rPr lang="en-US" sz="2200" dirty="0"/>
              <a:t>Portal, PowerShell, CLI, and others</a:t>
            </a:r>
          </a:p>
          <a:p>
            <a:pPr marL="566997" lvl="1" indent="-342900">
              <a:spcBef>
                <a:spcPts val="392"/>
              </a:spcBef>
              <a:spcAft>
                <a:spcPts val="588"/>
              </a:spcAft>
              <a:buFont typeface="Arial" panose="020B0604020202020204" pitchFamily="34" charset="0"/>
              <a:buChar char="•"/>
            </a:pPr>
            <a:r>
              <a:rPr lang="en-US" sz="2200" dirty="0"/>
              <a:t>Azure Arc and Azure Resource Manager</a:t>
            </a:r>
          </a:p>
          <a:p>
            <a:pPr>
              <a:lnSpc>
                <a:spcPct val="100000"/>
              </a:lnSpc>
              <a:spcBef>
                <a:spcPts val="392"/>
              </a:spcBef>
              <a:spcAft>
                <a:spcPts val="588"/>
              </a:spcAft>
            </a:pPr>
            <a:r>
              <a:rPr lang="en-US" sz="2200" b="1" dirty="0"/>
              <a:t>Monitoring tools</a:t>
            </a:r>
          </a:p>
          <a:p>
            <a:pPr marL="566997" lvl="1" indent="-342900">
              <a:spcBef>
                <a:spcPts val="392"/>
              </a:spcBef>
              <a:spcAft>
                <a:spcPts val="588"/>
              </a:spcAft>
              <a:buFont typeface="Arial" panose="020B0604020202020204" pitchFamily="34" charset="0"/>
              <a:buChar char="•"/>
            </a:pPr>
            <a:r>
              <a:rPr lang="en-US" sz="2200" dirty="0"/>
              <a:t>Azure Advisor, Azure Service Health, and Azure Monitor</a:t>
            </a:r>
          </a:p>
        </p:txBody>
      </p:sp>
      <p:pic>
        <p:nvPicPr>
          <p:cNvPr id="2" name="Graphic 3">
            <a:extLst>
              <a:ext uri="{FF2B5EF4-FFF2-40B4-BE49-F238E27FC236}">
                <a16:creationId xmlns:a16="http://schemas.microsoft.com/office/drawing/2014/main" id="{6EC9016F-F1BB-47F2-8EAA-6DCAF12641D8}"/>
              </a:ext>
              <a:ext uri="{C183D7F6-B498-43B3-948B-1728B52AA6E4}">
                <adec:decorative xmlns:adec="http://schemas.microsoft.com/office/drawing/2017/decorative" val="1"/>
              </a:ext>
            </a:extLst>
          </p:cNvPr>
          <p:cNvPicPr>
            <a:picLocks noChangeAspect="1"/>
          </p:cNvPicPr>
          <p:nvPr/>
        </p:nvPicPr>
        <p:blipFill rotWithShape="1">
          <a:blip r:embed="rId3">
            <a:extLst>
              <a:ext uri="{96DAC541-7B7A-43D3-8B79-37D633B846F1}">
                <asvg:svgBlip xmlns:asvg="http://schemas.microsoft.com/office/drawing/2016/SVG/main" r:embed="rId4"/>
              </a:ext>
            </a:extLst>
          </a:blip>
          <a:srcRect t="464" b="-315"/>
          <a:stretch/>
        </p:blipFill>
        <p:spPr>
          <a:xfrm>
            <a:off x="6690248" y="1378281"/>
            <a:ext cx="4718458" cy="4711397"/>
          </a:xfrm>
          <a:prstGeom prst="rect">
            <a:avLst/>
          </a:prstGeom>
        </p:spPr>
      </p:pic>
    </p:spTree>
    <p:extLst>
      <p:ext uri="{BB962C8B-B14F-4D97-AF65-F5344CB8AC3E}">
        <p14:creationId xmlns:p14="http://schemas.microsoft.com/office/powerpoint/2010/main" val="36692500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FF388A-DA23-47B5-B1B4-5AA1C4F44269}"/>
              </a:ext>
            </a:extLst>
          </p:cNvPr>
          <p:cNvSpPr>
            <a:spLocks noGrp="1"/>
          </p:cNvSpPr>
          <p:nvPr>
            <p:ph type="title"/>
          </p:nvPr>
        </p:nvSpPr>
        <p:spPr/>
        <p:txBody>
          <a:bodyPr/>
          <a:lstStyle/>
          <a:p>
            <a:r>
              <a:rPr lang="en-US" dirty="0">
                <a:cs typeface="Segoe UI"/>
              </a:rPr>
              <a:t>Identity, Access, and Security</a:t>
            </a:r>
            <a:endParaRPr lang="en-US" dirty="0"/>
          </a:p>
        </p:txBody>
      </p:sp>
      <p:pic>
        <p:nvPicPr>
          <p:cNvPr id="3" name="Graphic 2" descr="Employee badge">
            <a:extLst>
              <a:ext uri="{FF2B5EF4-FFF2-40B4-BE49-F238E27FC236}">
                <a16:creationId xmlns:a16="http://schemas.microsoft.com/office/drawing/2014/main" id="{37041FDF-9DB1-BA47-0A2B-016EA187F6B3}"/>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061509" y="2729202"/>
            <a:ext cx="1256523" cy="1256523"/>
          </a:xfrm>
          <a:prstGeom prst="rect">
            <a:avLst/>
          </a:prstGeom>
        </p:spPr>
      </p:pic>
    </p:spTree>
    <p:extLst>
      <p:ext uri="{BB962C8B-B14F-4D97-AF65-F5344CB8AC3E}">
        <p14:creationId xmlns:p14="http://schemas.microsoft.com/office/powerpoint/2010/main" val="2031611221"/>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p:txBody>
          <a:bodyPr/>
          <a:lstStyle/>
          <a:p>
            <a:r>
              <a:rPr lang="en-US" noProof="0"/>
              <a:t>Azure Active Directory (</a:t>
            </a:r>
            <a:r>
              <a:rPr lang="en-US" noProof="0" dirty="0"/>
              <a:t>AAD</a:t>
            </a:r>
            <a:r>
              <a:rPr lang="en-US" noProof="0"/>
              <a:t>)</a:t>
            </a:r>
          </a:p>
        </p:txBody>
      </p:sp>
      <p:sp>
        <p:nvSpPr>
          <p:cNvPr id="6" name="Text Placeholder 5"/>
          <p:cNvSpPr>
            <a:spLocks noGrp="1"/>
          </p:cNvSpPr>
          <p:nvPr>
            <p:ph sz="quarter" idx="10"/>
          </p:nvPr>
        </p:nvSpPr>
        <p:spPr>
          <a:xfrm>
            <a:off x="419100" y="1425724"/>
            <a:ext cx="11340811" cy="3908762"/>
          </a:xfrm>
        </p:spPr>
        <p:txBody>
          <a:bodyPr/>
          <a:lstStyle/>
          <a:p>
            <a:pPr marL="0" indent="0">
              <a:buNone/>
            </a:pPr>
            <a:r>
              <a:rPr lang="en-US" noProof="0" dirty="0">
                <a:latin typeface="+mj-lt"/>
              </a:rPr>
              <a:t>Azure Active D</a:t>
            </a:r>
            <a:r>
              <a:rPr lang="en-US" dirty="0" err="1">
                <a:latin typeface="+mj-lt"/>
              </a:rPr>
              <a:t>irectory</a:t>
            </a:r>
            <a:r>
              <a:rPr lang="en-US" dirty="0">
                <a:latin typeface="+mj-lt"/>
              </a:rPr>
              <a:t> (AAD) </a:t>
            </a:r>
            <a:r>
              <a:rPr lang="en-US" dirty="0">
                <a:latin typeface="+mn-lt"/>
              </a:rPr>
              <a:t>is </a:t>
            </a:r>
            <a:r>
              <a:rPr lang="en-US" noProof="0" dirty="0">
                <a:latin typeface="+mn-lt"/>
              </a:rPr>
              <a:t>Microsoft Azure’s cloud-based identity and access management service. </a:t>
            </a:r>
          </a:p>
          <a:p>
            <a:pPr marL="457200" lvl="1" indent="-457200">
              <a:buFont typeface="Arial" panose="020B0604020202020204" pitchFamily="34" charset="0"/>
              <a:buChar char="•"/>
            </a:pPr>
            <a:r>
              <a:rPr lang="en-US" sz="2400" noProof="0" dirty="0">
                <a:latin typeface="Segoe UI" panose="020B0502040204020203" pitchFamily="34" charset="0"/>
                <a:cs typeface="Segoe UI" panose="020B0502040204020203" pitchFamily="34" charset="0"/>
              </a:rPr>
              <a:t>Authentication (employees sign-in to access resources).</a:t>
            </a:r>
          </a:p>
          <a:p>
            <a:pPr marL="457200" lvl="1" indent="-457200">
              <a:buFont typeface="Arial" panose="020B0604020202020204" pitchFamily="34" charset="0"/>
              <a:buChar char="•"/>
            </a:pPr>
            <a:r>
              <a:rPr lang="en-US" sz="2400" noProof="0" dirty="0">
                <a:latin typeface="Segoe UI" panose="020B0502040204020203" pitchFamily="34" charset="0"/>
                <a:cs typeface="Segoe UI" panose="020B0502040204020203" pitchFamily="34" charset="0"/>
              </a:rPr>
              <a:t>Single sign-on (SSO).</a:t>
            </a:r>
          </a:p>
          <a:p>
            <a:pPr marL="457200" lvl="1" indent="-457200">
              <a:buFont typeface="Arial" panose="020B0604020202020204" pitchFamily="34" charset="0"/>
              <a:buChar char="•"/>
            </a:pPr>
            <a:r>
              <a:rPr lang="en-US" sz="2400" noProof="0" dirty="0">
                <a:latin typeface="Segoe UI" panose="020B0502040204020203" pitchFamily="34" charset="0"/>
                <a:cs typeface="Segoe UI" panose="020B0502040204020203" pitchFamily="34" charset="0"/>
              </a:rPr>
              <a:t>Application management.</a:t>
            </a:r>
          </a:p>
          <a:p>
            <a:pPr marL="457200" lvl="1" indent="-457200">
              <a:buFont typeface="Arial" panose="020B0604020202020204" pitchFamily="34" charset="0"/>
              <a:buChar char="•"/>
            </a:pPr>
            <a:r>
              <a:rPr lang="en-US" sz="2400" dirty="0">
                <a:latin typeface="Segoe UI" panose="020B0502040204020203" pitchFamily="34" charset="0"/>
                <a:cs typeface="Segoe UI" panose="020B0502040204020203" pitchFamily="34" charset="0"/>
              </a:rPr>
              <a:t>Business to Business (B2B).</a:t>
            </a:r>
          </a:p>
          <a:p>
            <a:pPr marL="457200" lvl="1" indent="-457200">
              <a:buFont typeface="Arial" panose="020B0604020202020204" pitchFamily="34" charset="0"/>
              <a:buChar char="•"/>
            </a:pPr>
            <a:r>
              <a:rPr lang="en-US" sz="2400" dirty="0">
                <a:latin typeface="Segoe UI" panose="020B0502040204020203" pitchFamily="34" charset="0"/>
                <a:cs typeface="Segoe UI" panose="020B0502040204020203" pitchFamily="34" charset="0"/>
              </a:rPr>
              <a:t>Business to Customer (B2C) identity services.</a:t>
            </a:r>
          </a:p>
          <a:p>
            <a:pPr marL="457200" lvl="1" indent="-457200">
              <a:buFont typeface="Arial" panose="020B0604020202020204" pitchFamily="34" charset="0"/>
              <a:buChar char="•"/>
            </a:pPr>
            <a:r>
              <a:rPr lang="en-US" sz="2400" dirty="0">
                <a:latin typeface="Segoe UI" panose="020B0502040204020203" pitchFamily="34" charset="0"/>
                <a:cs typeface="Segoe UI" panose="020B0502040204020203" pitchFamily="34" charset="0"/>
              </a:rPr>
              <a:t>Device management.</a:t>
            </a:r>
          </a:p>
        </p:txBody>
      </p:sp>
      <p:pic>
        <p:nvPicPr>
          <p:cNvPr id="4" name="Graphic 3">
            <a:extLst>
              <a:ext uri="{FF2B5EF4-FFF2-40B4-BE49-F238E27FC236}">
                <a16:creationId xmlns:a16="http://schemas.microsoft.com/office/drawing/2014/main" id="{DB71D5F0-DCBF-40B0-A1B9-44C8A0392C34}"/>
              </a:ext>
              <a:ext uri="{C183D7F6-B498-43B3-948B-1728B52AA6E4}">
                <adec:decorative xmlns:adec="http://schemas.microsoft.com/office/drawing/2017/decorative" val="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178800" y="2210287"/>
            <a:ext cx="3124199" cy="3124199"/>
          </a:xfrm>
          <a:prstGeom prst="rect">
            <a:avLst/>
          </a:prstGeom>
        </p:spPr>
      </p:pic>
    </p:spTree>
    <p:extLst>
      <p:ext uri="{BB962C8B-B14F-4D97-AF65-F5344CB8AC3E}">
        <p14:creationId xmlns:p14="http://schemas.microsoft.com/office/powerpoint/2010/main" val="5932573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p:txBody>
          <a:bodyPr/>
          <a:lstStyle/>
          <a:p>
            <a:r>
              <a:rPr lang="en-US" noProof="0" dirty="0"/>
              <a:t>Compare Authentication and Authorization</a:t>
            </a:r>
          </a:p>
        </p:txBody>
      </p:sp>
      <p:sp>
        <p:nvSpPr>
          <p:cNvPr id="2" name="Text Placeholder 5">
            <a:extLst>
              <a:ext uri="{FF2B5EF4-FFF2-40B4-BE49-F238E27FC236}">
                <a16:creationId xmlns:a16="http://schemas.microsoft.com/office/drawing/2014/main" id="{97F5B1E7-513F-4A42-B351-EEDF394D6D38}"/>
              </a:ext>
            </a:extLst>
          </p:cNvPr>
          <p:cNvSpPr txBox="1">
            <a:spLocks/>
          </p:cNvSpPr>
          <p:nvPr/>
        </p:nvSpPr>
        <p:spPr>
          <a:xfrm>
            <a:off x="418643" y="1431891"/>
            <a:ext cx="5509260" cy="2437590"/>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Segoe UI Semilight" panose="020B0402040204020203" pitchFamily="34" charset="0"/>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gradFill>
                  <a:gsLst>
                    <a:gs pos="1250">
                      <a:schemeClr val="tx1"/>
                    </a:gs>
                    <a:gs pos="100000">
                      <a:schemeClr val="tx1"/>
                    </a:gs>
                  </a:gsLst>
                  <a:lin ang="5400000" scaled="0"/>
                </a:gra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2400" dirty="0">
                <a:latin typeface="+mj-lt"/>
              </a:rPr>
              <a:t>Authentication</a:t>
            </a:r>
          </a:p>
          <a:p>
            <a:r>
              <a:rPr lang="en-US" sz="2400" dirty="0">
                <a:latin typeface="+mn-lt"/>
              </a:rPr>
              <a:t>Identifies the person or service seeking access to a resource. </a:t>
            </a:r>
          </a:p>
          <a:p>
            <a:r>
              <a:rPr lang="en-US" sz="2400" dirty="0">
                <a:latin typeface="+mn-lt"/>
              </a:rPr>
              <a:t>Requests legitimate access credentials.</a:t>
            </a:r>
          </a:p>
          <a:p>
            <a:r>
              <a:rPr lang="en-US" sz="2400" dirty="0">
                <a:latin typeface="+mn-lt"/>
              </a:rPr>
              <a:t>Basis for creating secure identity and access control principles.</a:t>
            </a:r>
          </a:p>
        </p:txBody>
      </p:sp>
      <p:grpSp>
        <p:nvGrpSpPr>
          <p:cNvPr id="13" name="Group 12" descr="Flow graphic of a person showing their ID, they match, so the person is authenticated. ">
            <a:extLst>
              <a:ext uri="{FF2B5EF4-FFF2-40B4-BE49-F238E27FC236}">
                <a16:creationId xmlns:a16="http://schemas.microsoft.com/office/drawing/2014/main" id="{B9887FB4-F28E-4EFD-8A5D-712CBDFB9C96}"/>
              </a:ext>
            </a:extLst>
          </p:cNvPr>
          <p:cNvGrpSpPr/>
          <p:nvPr/>
        </p:nvGrpSpPr>
        <p:grpSpPr>
          <a:xfrm>
            <a:off x="660636" y="4366650"/>
            <a:ext cx="5025275" cy="914400"/>
            <a:chOff x="354814" y="4943861"/>
            <a:chExt cx="5025275" cy="914400"/>
          </a:xfrm>
        </p:grpSpPr>
        <p:pic>
          <p:nvPicPr>
            <p:cNvPr id="11" name="Graphic 10" descr="School girl">
              <a:extLst>
                <a:ext uri="{FF2B5EF4-FFF2-40B4-BE49-F238E27FC236}">
                  <a16:creationId xmlns:a16="http://schemas.microsoft.com/office/drawing/2014/main" id="{47CB9A1D-A9E7-4C4B-BEBB-34B2F338100D}"/>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54814" y="4943861"/>
              <a:ext cx="914400" cy="914400"/>
            </a:xfrm>
            <a:prstGeom prst="rect">
              <a:avLst/>
            </a:prstGeom>
          </p:spPr>
        </p:pic>
        <p:pic>
          <p:nvPicPr>
            <p:cNvPr id="16" name="Graphic 15" descr="Add">
              <a:extLst>
                <a:ext uri="{FF2B5EF4-FFF2-40B4-BE49-F238E27FC236}">
                  <a16:creationId xmlns:a16="http://schemas.microsoft.com/office/drawing/2014/main" id="{A53AE700-42A1-48D0-925E-C07576A40461}"/>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269214" y="5121531"/>
              <a:ext cx="559061" cy="559061"/>
            </a:xfrm>
            <a:prstGeom prst="rect">
              <a:avLst/>
            </a:prstGeom>
          </p:spPr>
        </p:pic>
        <p:pic>
          <p:nvPicPr>
            <p:cNvPr id="12" name="Picture 11" descr="Small card with picture and lines on it representing a government issued and verified id-card.">
              <a:extLst>
                <a:ext uri="{FF2B5EF4-FFF2-40B4-BE49-F238E27FC236}">
                  <a16:creationId xmlns:a16="http://schemas.microsoft.com/office/drawing/2014/main" id="{B35857FA-CC30-41EA-8738-CC9B7EC927B0}"/>
                </a:ext>
              </a:extLst>
            </p:cNvPr>
            <p:cNvPicPr>
              <a:picLocks noChangeAspect="1"/>
            </p:cNvPicPr>
            <p:nvPr/>
          </p:nvPicPr>
          <p:blipFill>
            <a:blip r:embed="rId7"/>
            <a:stretch>
              <a:fillRect/>
            </a:stretch>
          </p:blipFill>
          <p:spPr>
            <a:xfrm>
              <a:off x="1942966" y="4962911"/>
              <a:ext cx="1371600" cy="876300"/>
            </a:xfrm>
            <a:prstGeom prst="rect">
              <a:avLst/>
            </a:prstGeom>
          </p:spPr>
        </p:pic>
        <p:pic>
          <p:nvPicPr>
            <p:cNvPr id="14" name="Graphic 13" descr="Arrow Right">
              <a:extLst>
                <a:ext uri="{FF2B5EF4-FFF2-40B4-BE49-F238E27FC236}">
                  <a16:creationId xmlns:a16="http://schemas.microsoft.com/office/drawing/2014/main" id="{CB5DEC6F-08B2-4872-9687-11419147E960}"/>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3490273" y="4943861"/>
              <a:ext cx="914400" cy="914400"/>
            </a:xfrm>
            <a:prstGeom prst="rect">
              <a:avLst/>
            </a:prstGeom>
          </p:spPr>
        </p:pic>
        <p:pic>
          <p:nvPicPr>
            <p:cNvPr id="9" name="Graphic 8" descr="Shield Tick">
              <a:extLst>
                <a:ext uri="{FF2B5EF4-FFF2-40B4-BE49-F238E27FC236}">
                  <a16:creationId xmlns:a16="http://schemas.microsoft.com/office/drawing/2014/main" id="{A0FDD84F-1C24-497A-83EC-6D74DC4415D6}"/>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4465689" y="4943861"/>
              <a:ext cx="914400" cy="914400"/>
            </a:xfrm>
            <a:prstGeom prst="rect">
              <a:avLst/>
            </a:prstGeom>
          </p:spPr>
        </p:pic>
      </p:grpSp>
      <p:cxnSp>
        <p:nvCxnSpPr>
          <p:cNvPr id="20" name="Straight Connector 19">
            <a:extLst>
              <a:ext uri="{FF2B5EF4-FFF2-40B4-BE49-F238E27FC236}">
                <a16:creationId xmlns:a16="http://schemas.microsoft.com/office/drawing/2014/main" id="{14059192-ACD1-44C5-9557-65C1F400F129}"/>
              </a:ext>
              <a:ext uri="{C183D7F6-B498-43B3-948B-1728B52AA6E4}">
                <adec:decorative xmlns:adec="http://schemas.microsoft.com/office/drawing/2017/decorative" val="1"/>
              </a:ext>
            </a:extLst>
          </p:cNvPr>
          <p:cNvCxnSpPr/>
          <p:nvPr/>
        </p:nvCxnSpPr>
        <p:spPr>
          <a:xfrm>
            <a:off x="6089277" y="1364777"/>
            <a:ext cx="0" cy="4501549"/>
          </a:xfrm>
          <a:prstGeom prst="line">
            <a:avLst/>
          </a:prstGeom>
          <a:ln w="19050">
            <a:solidFill>
              <a:srgbClr val="75757A"/>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7" name="Text Placeholder 5">
            <a:extLst>
              <a:ext uri="{FF2B5EF4-FFF2-40B4-BE49-F238E27FC236}">
                <a16:creationId xmlns:a16="http://schemas.microsoft.com/office/drawing/2014/main" id="{3371E70A-8F0C-499A-8E4A-49ADAB1DFDA6}"/>
              </a:ext>
            </a:extLst>
          </p:cNvPr>
          <p:cNvSpPr txBox="1">
            <a:spLocks/>
          </p:cNvSpPr>
          <p:nvPr/>
        </p:nvSpPr>
        <p:spPr>
          <a:xfrm>
            <a:off x="6396151" y="1434608"/>
            <a:ext cx="5377206" cy="1994392"/>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Segoe UI Semilight" panose="020B0402040204020203" pitchFamily="34" charset="0"/>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gradFill>
                  <a:gsLst>
                    <a:gs pos="1250">
                      <a:schemeClr val="tx1"/>
                    </a:gs>
                    <a:gs pos="100000">
                      <a:schemeClr val="tx1"/>
                    </a:gs>
                  </a:gsLst>
                  <a:lin ang="5400000" scaled="0"/>
                </a:gra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2400" dirty="0">
                <a:latin typeface="+mj-lt"/>
              </a:rPr>
              <a:t>Authorization</a:t>
            </a:r>
          </a:p>
          <a:p>
            <a:r>
              <a:rPr lang="en-US" sz="2400" dirty="0">
                <a:latin typeface="+mn-lt"/>
              </a:rPr>
              <a:t>Determines an authenticated person’s or service’s level of access.</a:t>
            </a:r>
          </a:p>
          <a:p>
            <a:r>
              <a:rPr lang="en-US" sz="2400" dirty="0">
                <a:latin typeface="+mn-lt"/>
              </a:rPr>
              <a:t>Defines which data they can access, and what they can do with it.</a:t>
            </a:r>
          </a:p>
        </p:txBody>
      </p:sp>
      <p:grpSp>
        <p:nvGrpSpPr>
          <p:cNvPr id="15" name="Group 14" descr="Authenticated user checked against a list of user who can enter a server, their name is missing to Authorization is denied.">
            <a:extLst>
              <a:ext uri="{FF2B5EF4-FFF2-40B4-BE49-F238E27FC236}">
                <a16:creationId xmlns:a16="http://schemas.microsoft.com/office/drawing/2014/main" id="{418970A6-FEC6-4BCD-82AD-5AE365EDB7F8}"/>
              </a:ext>
            </a:extLst>
          </p:cNvPr>
          <p:cNvGrpSpPr/>
          <p:nvPr/>
        </p:nvGrpSpPr>
        <p:grpSpPr>
          <a:xfrm>
            <a:off x="6582640" y="4366650"/>
            <a:ext cx="5004227" cy="914400"/>
            <a:chOff x="6578628" y="4915100"/>
            <a:chExt cx="5004227" cy="914400"/>
          </a:xfrm>
        </p:grpSpPr>
        <p:pic>
          <p:nvPicPr>
            <p:cNvPr id="21" name="Picture 20" descr="Small card with picture and lines on it representing a government issued and verified id-card.">
              <a:extLst>
                <a:ext uri="{FF2B5EF4-FFF2-40B4-BE49-F238E27FC236}">
                  <a16:creationId xmlns:a16="http://schemas.microsoft.com/office/drawing/2014/main" id="{951C5866-95FC-46CC-8B13-159F4F5CB167}"/>
                </a:ext>
              </a:extLst>
            </p:cNvPr>
            <p:cNvPicPr>
              <a:picLocks noChangeAspect="1"/>
            </p:cNvPicPr>
            <p:nvPr/>
          </p:nvPicPr>
          <p:blipFill>
            <a:blip r:embed="rId7"/>
            <a:stretch>
              <a:fillRect/>
            </a:stretch>
          </p:blipFill>
          <p:spPr>
            <a:xfrm>
              <a:off x="6578628" y="4934150"/>
              <a:ext cx="1371600" cy="876300"/>
            </a:xfrm>
            <a:prstGeom prst="rect">
              <a:avLst/>
            </a:prstGeom>
          </p:spPr>
        </p:pic>
        <p:pic>
          <p:nvPicPr>
            <p:cNvPr id="33" name="Graphic 32" descr="Add">
              <a:extLst>
                <a:ext uri="{FF2B5EF4-FFF2-40B4-BE49-F238E27FC236}">
                  <a16:creationId xmlns:a16="http://schemas.microsoft.com/office/drawing/2014/main" id="{6F841F11-F48E-44C4-B827-B85E3B8B5C07}"/>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057100" y="5092770"/>
              <a:ext cx="559061" cy="559061"/>
            </a:xfrm>
            <a:prstGeom prst="rect">
              <a:avLst/>
            </a:prstGeom>
          </p:spPr>
        </p:pic>
        <p:pic>
          <p:nvPicPr>
            <p:cNvPr id="23" name="Graphic 22" descr="List">
              <a:extLst>
                <a:ext uri="{FF2B5EF4-FFF2-40B4-BE49-F238E27FC236}">
                  <a16:creationId xmlns:a16="http://schemas.microsoft.com/office/drawing/2014/main" id="{1B4DF5CC-E7A7-461E-B981-DBF6BFF47A20}"/>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8537089" y="4915100"/>
              <a:ext cx="914400" cy="914400"/>
            </a:xfrm>
            <a:prstGeom prst="rect">
              <a:avLst/>
            </a:prstGeom>
          </p:spPr>
        </p:pic>
        <p:pic>
          <p:nvPicPr>
            <p:cNvPr id="35" name="Graphic 34" descr="Cross out or red-x mark.">
              <a:extLst>
                <a:ext uri="{FF2B5EF4-FFF2-40B4-BE49-F238E27FC236}">
                  <a16:creationId xmlns:a16="http://schemas.microsoft.com/office/drawing/2014/main" id="{2F70204D-2FC5-4864-B55C-BCC9FCC629DC}"/>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8947565" y="5277805"/>
              <a:ext cx="188991" cy="188991"/>
            </a:xfrm>
            <a:prstGeom prst="rect">
              <a:avLst/>
            </a:prstGeom>
          </p:spPr>
        </p:pic>
        <p:pic>
          <p:nvPicPr>
            <p:cNvPr id="25" name="Graphic 24" descr="Arrow Right">
              <a:extLst>
                <a:ext uri="{FF2B5EF4-FFF2-40B4-BE49-F238E27FC236}">
                  <a16:creationId xmlns:a16="http://schemas.microsoft.com/office/drawing/2014/main" id="{FE5D44A6-0A91-425E-9C94-0172BA449FA5}"/>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9481032" y="4915100"/>
              <a:ext cx="914400" cy="914400"/>
            </a:xfrm>
            <a:prstGeom prst="rect">
              <a:avLst/>
            </a:prstGeom>
          </p:spPr>
        </p:pic>
        <p:pic>
          <p:nvPicPr>
            <p:cNvPr id="27" name="Graphic 26" descr="Door Closed">
              <a:extLst>
                <a:ext uri="{FF2B5EF4-FFF2-40B4-BE49-F238E27FC236}">
                  <a16:creationId xmlns:a16="http://schemas.microsoft.com/office/drawing/2014/main" id="{9AFCCCF8-ABD0-4333-BF0E-0444BFAE5227}"/>
                </a:ext>
              </a:extLst>
            </p:cNvPr>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10662920" y="4915100"/>
              <a:ext cx="914400" cy="914400"/>
            </a:xfrm>
            <a:prstGeom prst="rect">
              <a:avLst/>
            </a:prstGeom>
          </p:spPr>
        </p:pic>
        <p:pic>
          <p:nvPicPr>
            <p:cNvPr id="29" name="Graphic 28" descr="Cross out or red-x mark.">
              <a:extLst>
                <a:ext uri="{FF2B5EF4-FFF2-40B4-BE49-F238E27FC236}">
                  <a16:creationId xmlns:a16="http://schemas.microsoft.com/office/drawing/2014/main" id="{18F38F83-EB4D-49D3-925A-AD07FB251EE1}"/>
                </a:ext>
              </a:extLst>
            </p:cNvPr>
            <p:cNvPicPr>
              <a:picLocks noChangeAspect="1"/>
            </p:cNvPicPr>
            <p:nvPr/>
          </p:nvPicPr>
          <p:blipFill>
            <a:blip r:embed="rId18">
              <a:extLst>
                <a:ext uri="{96DAC541-7B7A-43D3-8B79-37D633B846F1}">
                  <asvg:svgBlip xmlns:asvg="http://schemas.microsoft.com/office/drawing/2016/SVG/main" r:embed="rId19"/>
                </a:ext>
              </a:extLst>
            </a:blip>
            <a:stretch>
              <a:fillRect/>
            </a:stretch>
          </p:blipFill>
          <p:spPr>
            <a:xfrm>
              <a:off x="10668455" y="4915100"/>
              <a:ext cx="914400" cy="914400"/>
            </a:xfrm>
            <a:prstGeom prst="rect">
              <a:avLst/>
            </a:prstGeom>
          </p:spPr>
        </p:pic>
      </p:grpSp>
    </p:spTree>
    <p:extLst>
      <p:ext uri="{BB962C8B-B14F-4D97-AF65-F5344CB8AC3E}">
        <p14:creationId xmlns:p14="http://schemas.microsoft.com/office/powerpoint/2010/main" val="25615125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p:txBody>
          <a:bodyPr/>
          <a:lstStyle/>
          <a:p>
            <a:r>
              <a:rPr lang="en-US" dirty="0"/>
              <a:t>Azure Multi-Factor Authentication</a:t>
            </a:r>
          </a:p>
        </p:txBody>
      </p:sp>
      <p:sp>
        <p:nvSpPr>
          <p:cNvPr id="6" name="Text Placeholder 5"/>
          <p:cNvSpPr>
            <a:spLocks noGrp="1"/>
          </p:cNvSpPr>
          <p:nvPr>
            <p:ph sz="quarter" idx="10"/>
          </p:nvPr>
        </p:nvSpPr>
        <p:spPr>
          <a:xfrm>
            <a:off x="419100" y="1182387"/>
            <a:ext cx="11340811" cy="1420902"/>
          </a:xfrm>
        </p:spPr>
        <p:txBody>
          <a:bodyPr/>
          <a:lstStyle/>
          <a:p>
            <a:pPr marL="0" indent="0">
              <a:buNone/>
            </a:pPr>
            <a:r>
              <a:rPr lang="en-IE" sz="2400" dirty="0">
                <a:latin typeface="+mn-lt"/>
              </a:rPr>
              <a:t>Provides additional security for your identities by requiring two or more elements for full authentication. </a:t>
            </a:r>
          </a:p>
          <a:p>
            <a:pPr marL="457200" lvl="1" indent="-457200">
              <a:buFont typeface="Arial" panose="020B0604020202020204" pitchFamily="34" charset="0"/>
              <a:buChar char="•"/>
            </a:pPr>
            <a:r>
              <a:rPr lang="en-IE" sz="2400" dirty="0">
                <a:cs typeface="Segoe UI Semilight" pitchFamily="34" charset="0"/>
              </a:rPr>
              <a:t>Something you know   </a:t>
            </a:r>
            <a:r>
              <a:rPr lang="en-IE" sz="1800" dirty="0">
                <a:cs typeface="Segoe UI Semilight" pitchFamily="34" charset="0"/>
                <a:sym typeface="Wingdings" panose="05000000000000000000" pitchFamily="2" charset="2"/>
              </a:rPr>
              <a:t></a:t>
            </a:r>
            <a:r>
              <a:rPr lang="en-IE" sz="2400" dirty="0">
                <a:cs typeface="Segoe UI Semilight" pitchFamily="34" charset="0"/>
                <a:sym typeface="Wingdings" panose="05000000000000000000" pitchFamily="2" charset="2"/>
              </a:rPr>
              <a:t>   </a:t>
            </a:r>
            <a:r>
              <a:rPr lang="en-IE" sz="2400" dirty="0">
                <a:cs typeface="Segoe UI Semilight" pitchFamily="34" charset="0"/>
              </a:rPr>
              <a:t>Something you possess   </a:t>
            </a:r>
            <a:r>
              <a:rPr lang="en-IE" sz="1800" dirty="0">
                <a:cs typeface="Segoe UI Semilight" pitchFamily="34" charset="0"/>
                <a:sym typeface="Wingdings" panose="05000000000000000000" pitchFamily="2" charset="2"/>
              </a:rPr>
              <a:t></a:t>
            </a:r>
            <a:r>
              <a:rPr lang="en-IE" dirty="0">
                <a:cs typeface="Segoe UI Semilight" pitchFamily="34" charset="0"/>
                <a:sym typeface="Wingdings" panose="05000000000000000000" pitchFamily="2" charset="2"/>
              </a:rPr>
              <a:t>   </a:t>
            </a:r>
            <a:r>
              <a:rPr lang="en-IE" sz="2400" dirty="0">
                <a:cs typeface="Segoe UI Semilight" pitchFamily="34" charset="0"/>
              </a:rPr>
              <a:t>Something you are</a:t>
            </a:r>
          </a:p>
        </p:txBody>
      </p:sp>
      <p:pic>
        <p:nvPicPr>
          <p:cNvPr id="3" name="Picture 2" descr="Image of a username and password entry screen, mobile phone, usb key, smart card, image representing various types of biometric authentication, and certificate all in a line, representing how they can all be tied together to provide MFA">
            <a:extLst>
              <a:ext uri="{FF2B5EF4-FFF2-40B4-BE49-F238E27FC236}">
                <a16:creationId xmlns:a16="http://schemas.microsoft.com/office/drawing/2014/main" id="{9BF9CC26-404C-4BDF-84AF-4B9DB2CC7694}"/>
              </a:ext>
            </a:extLst>
          </p:cNvPr>
          <p:cNvPicPr>
            <a:picLocks noChangeAspect="1"/>
          </p:cNvPicPr>
          <p:nvPr/>
        </p:nvPicPr>
        <p:blipFill>
          <a:blip r:embed="rId3"/>
          <a:srcRect/>
          <a:stretch/>
        </p:blipFill>
        <p:spPr>
          <a:xfrm>
            <a:off x="1220110" y="2884439"/>
            <a:ext cx="9738333" cy="2434584"/>
          </a:xfrm>
          <a:prstGeom prst="rect">
            <a:avLst/>
          </a:prstGeom>
        </p:spPr>
      </p:pic>
    </p:spTree>
    <p:extLst>
      <p:ext uri="{BB962C8B-B14F-4D97-AF65-F5344CB8AC3E}">
        <p14:creationId xmlns:p14="http://schemas.microsoft.com/office/powerpoint/2010/main" val="31888205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4C2874-560F-4DDC-3E0B-51BAB36DB580}"/>
              </a:ext>
            </a:extLst>
          </p:cNvPr>
          <p:cNvSpPr>
            <a:spLocks noGrp="1"/>
          </p:cNvSpPr>
          <p:nvPr>
            <p:ph type="title"/>
          </p:nvPr>
        </p:nvSpPr>
        <p:spPr/>
        <p:txBody>
          <a:bodyPr/>
          <a:lstStyle/>
          <a:p>
            <a:r>
              <a:rPr lang="en-US" dirty="0"/>
              <a:t>External Identities</a:t>
            </a:r>
          </a:p>
        </p:txBody>
      </p:sp>
      <p:pic>
        <p:nvPicPr>
          <p:cNvPr id="11" name="Picture 10" descr="Illustration showing the B2B model with self-service or invitation based sign-ups.">
            <a:extLst>
              <a:ext uri="{FF2B5EF4-FFF2-40B4-BE49-F238E27FC236}">
                <a16:creationId xmlns:a16="http://schemas.microsoft.com/office/drawing/2014/main" id="{61FDC522-EAE7-F3D7-EA2F-E071FDDFEEA8}"/>
              </a:ext>
            </a:extLst>
          </p:cNvPr>
          <p:cNvPicPr>
            <a:picLocks noChangeAspect="1"/>
          </p:cNvPicPr>
          <p:nvPr/>
        </p:nvPicPr>
        <p:blipFill rotWithShape="1">
          <a:blip r:embed="rId3"/>
          <a:srcRect l="2281" t="7370" r="2877" b="43599"/>
          <a:stretch/>
        </p:blipFill>
        <p:spPr>
          <a:xfrm>
            <a:off x="247650" y="1405888"/>
            <a:ext cx="5786099" cy="2760037"/>
          </a:xfrm>
          <a:prstGeom prst="rect">
            <a:avLst/>
          </a:prstGeom>
        </p:spPr>
      </p:pic>
      <p:pic>
        <p:nvPicPr>
          <p:cNvPr id="13" name="Picture 12" descr="Illustration of the B2C model showing custom sign-up policies for customers and consumers.">
            <a:extLst>
              <a:ext uri="{FF2B5EF4-FFF2-40B4-BE49-F238E27FC236}">
                <a16:creationId xmlns:a16="http://schemas.microsoft.com/office/drawing/2014/main" id="{82023CA8-6195-2B9A-5CA5-FE4907CDC4FF}"/>
              </a:ext>
            </a:extLst>
          </p:cNvPr>
          <p:cNvPicPr>
            <a:picLocks noChangeAspect="1"/>
          </p:cNvPicPr>
          <p:nvPr/>
        </p:nvPicPr>
        <p:blipFill rotWithShape="1">
          <a:blip r:embed="rId3"/>
          <a:srcRect l="1059" t="59649" r="2464" b="2839"/>
          <a:stretch/>
        </p:blipFill>
        <p:spPr>
          <a:xfrm>
            <a:off x="6158252" y="1314449"/>
            <a:ext cx="6276418" cy="2251711"/>
          </a:xfrm>
          <a:prstGeom prst="rect">
            <a:avLst/>
          </a:prstGeom>
        </p:spPr>
      </p:pic>
    </p:spTree>
    <p:extLst>
      <p:ext uri="{BB962C8B-B14F-4D97-AF65-F5344CB8AC3E}">
        <p14:creationId xmlns:p14="http://schemas.microsoft.com/office/powerpoint/2010/main" val="3016876281"/>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4CE2BD-73C3-43B5-875D-8BBE9DADF55C}"/>
              </a:ext>
            </a:extLst>
          </p:cNvPr>
          <p:cNvSpPr>
            <a:spLocks noGrp="1"/>
          </p:cNvSpPr>
          <p:nvPr>
            <p:ph type="title"/>
          </p:nvPr>
        </p:nvSpPr>
        <p:spPr/>
        <p:txBody>
          <a:bodyPr/>
          <a:lstStyle/>
          <a:p>
            <a:r>
              <a:rPr lang="en-US" dirty="0"/>
              <a:t>Conditional Access</a:t>
            </a:r>
          </a:p>
        </p:txBody>
      </p:sp>
      <p:sp>
        <p:nvSpPr>
          <p:cNvPr id="3" name="Text Placeholder 2">
            <a:extLst>
              <a:ext uri="{FF2B5EF4-FFF2-40B4-BE49-F238E27FC236}">
                <a16:creationId xmlns:a16="http://schemas.microsoft.com/office/drawing/2014/main" id="{0A6BACA5-09F0-48F5-9C1C-9C5C15FBFFA2}"/>
              </a:ext>
            </a:extLst>
          </p:cNvPr>
          <p:cNvSpPr>
            <a:spLocks noGrp="1"/>
          </p:cNvSpPr>
          <p:nvPr>
            <p:ph sz="quarter" idx="10"/>
          </p:nvPr>
        </p:nvSpPr>
        <p:spPr>
          <a:xfrm>
            <a:off x="419100" y="1456897"/>
            <a:ext cx="11340811" cy="4221669"/>
          </a:xfrm>
        </p:spPr>
        <p:txBody>
          <a:bodyPr/>
          <a:lstStyle/>
          <a:p>
            <a:r>
              <a:rPr lang="en-US" dirty="0">
                <a:latin typeface="+mj-lt"/>
              </a:rPr>
              <a:t>Conditional Access</a:t>
            </a:r>
            <a:r>
              <a:rPr lang="en-US" b="1" dirty="0">
                <a:latin typeface="+mn-lt"/>
              </a:rPr>
              <a:t> </a:t>
            </a:r>
            <a:r>
              <a:rPr lang="en-US" dirty="0">
                <a:latin typeface="+mn-lt"/>
              </a:rPr>
              <a:t>is used by Azure Active Directory to bring signals together, to make decisions, and enforce organizational policies.</a:t>
            </a:r>
          </a:p>
          <a:p>
            <a:endParaRPr lang="en-US" sz="1000" dirty="0">
              <a:latin typeface="+mn-lt"/>
            </a:endParaRPr>
          </a:p>
          <a:p>
            <a:pPr marL="342900" indent="-342900">
              <a:buFont typeface="Arial" panose="020B0604020202020204" pitchFamily="34" charset="0"/>
              <a:buChar char="•"/>
            </a:pPr>
            <a:r>
              <a:rPr lang="en-US" dirty="0">
                <a:latin typeface="+mn-lt"/>
              </a:rPr>
              <a:t>User or Group Membership</a:t>
            </a:r>
          </a:p>
          <a:p>
            <a:pPr marL="342900" indent="-342900">
              <a:buFont typeface="Arial" panose="020B0604020202020204" pitchFamily="34" charset="0"/>
              <a:buChar char="•"/>
            </a:pPr>
            <a:r>
              <a:rPr lang="en-US" dirty="0">
                <a:latin typeface="+mn-lt"/>
              </a:rPr>
              <a:t>IP Location</a:t>
            </a:r>
          </a:p>
          <a:p>
            <a:pPr marL="342900" indent="-342900">
              <a:buFont typeface="Arial" panose="020B0604020202020204" pitchFamily="34" charset="0"/>
              <a:buChar char="•"/>
            </a:pPr>
            <a:r>
              <a:rPr lang="en-US" dirty="0">
                <a:latin typeface="+mn-lt"/>
              </a:rPr>
              <a:t>Device</a:t>
            </a:r>
          </a:p>
          <a:p>
            <a:pPr marL="342900" indent="-342900">
              <a:buFont typeface="Arial" panose="020B0604020202020204" pitchFamily="34" charset="0"/>
              <a:buChar char="•"/>
            </a:pPr>
            <a:r>
              <a:rPr lang="en-US" dirty="0">
                <a:latin typeface="+mn-lt"/>
              </a:rPr>
              <a:t>Application</a:t>
            </a:r>
          </a:p>
          <a:p>
            <a:pPr marL="342900" indent="-342900">
              <a:buFont typeface="Arial" panose="020B0604020202020204" pitchFamily="34" charset="0"/>
              <a:buChar char="•"/>
            </a:pPr>
            <a:r>
              <a:rPr lang="en-US" dirty="0">
                <a:latin typeface="+mn-lt"/>
              </a:rPr>
              <a:t>Risk Detection</a:t>
            </a:r>
          </a:p>
          <a:p>
            <a:pPr marL="342900" indent="-342900">
              <a:buFont typeface="Arial" panose="020B0604020202020204" pitchFamily="34" charset="0"/>
              <a:buChar char="•"/>
            </a:pPr>
            <a:endParaRPr lang="en-US" dirty="0">
              <a:latin typeface="+mn-lt"/>
            </a:endParaRPr>
          </a:p>
        </p:txBody>
      </p:sp>
      <p:pic>
        <p:nvPicPr>
          <p:cNvPr id="1026" name="Picture 2" descr="Conceptual Conditional Access process flow">
            <a:extLst>
              <a:ext uri="{FF2B5EF4-FFF2-40B4-BE49-F238E27FC236}">
                <a16:creationId xmlns:a16="http://schemas.microsoft.com/office/drawing/2014/main" id="{6FDF6F99-1844-4452-A659-3B2270C8D7B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15840" y="2581056"/>
            <a:ext cx="6944071" cy="282004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55743436"/>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p:txBody>
          <a:bodyPr/>
          <a:lstStyle/>
          <a:p>
            <a:r>
              <a:rPr lang="en-US" noProof="0" dirty="0"/>
              <a:t>Explore Role-based access control (RBAC)</a:t>
            </a:r>
          </a:p>
        </p:txBody>
      </p:sp>
      <p:grpSp>
        <p:nvGrpSpPr>
          <p:cNvPr id="7" name="Group 6" descr="Users, apps, and user groups are shown using Azure Active Directory to access an Azure subscription with resource groups. ">
            <a:extLst>
              <a:ext uri="{FF2B5EF4-FFF2-40B4-BE49-F238E27FC236}">
                <a16:creationId xmlns:a16="http://schemas.microsoft.com/office/drawing/2014/main" id="{70B0E3CB-0EC7-411F-8A0B-4DAAECFD6F02}"/>
              </a:ext>
            </a:extLst>
          </p:cNvPr>
          <p:cNvGrpSpPr/>
          <p:nvPr/>
        </p:nvGrpSpPr>
        <p:grpSpPr>
          <a:xfrm>
            <a:off x="456040" y="1449975"/>
            <a:ext cx="5174793" cy="3572969"/>
            <a:chOff x="6145148" y="1188720"/>
            <a:chExt cx="5705453" cy="4261150"/>
          </a:xfrm>
        </p:grpSpPr>
        <p:pic>
          <p:nvPicPr>
            <p:cNvPr id="8" name="Picture 7">
              <a:extLst>
                <a:ext uri="{FF2B5EF4-FFF2-40B4-BE49-F238E27FC236}">
                  <a16:creationId xmlns:a16="http://schemas.microsoft.com/office/drawing/2014/main" id="{B2A2A828-8E9B-40C6-B14E-6C4A4547063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935901" y="3638169"/>
              <a:ext cx="542676" cy="542676"/>
            </a:xfrm>
            <a:prstGeom prst="rect">
              <a:avLst/>
            </a:prstGeom>
          </p:spPr>
        </p:pic>
        <p:pic>
          <p:nvPicPr>
            <p:cNvPr id="9" name="Picture 8">
              <a:extLst>
                <a:ext uri="{FF2B5EF4-FFF2-40B4-BE49-F238E27FC236}">
                  <a16:creationId xmlns:a16="http://schemas.microsoft.com/office/drawing/2014/main" id="{313A3BAA-233D-47EE-AFBA-254E9911713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145148" y="3638169"/>
              <a:ext cx="542676" cy="542676"/>
            </a:xfrm>
            <a:prstGeom prst="rect">
              <a:avLst/>
            </a:prstGeom>
          </p:spPr>
        </p:pic>
        <p:sp>
          <p:nvSpPr>
            <p:cNvPr id="10" name="Freeform 30">
              <a:extLst>
                <a:ext uri="{FF2B5EF4-FFF2-40B4-BE49-F238E27FC236}">
                  <a16:creationId xmlns:a16="http://schemas.microsoft.com/office/drawing/2014/main" id="{DC23977A-8C5E-4ECD-A1D0-62EE1BF9FAF3}"/>
                </a:ext>
              </a:extLst>
            </p:cNvPr>
            <p:cNvSpPr/>
            <p:nvPr/>
          </p:nvSpPr>
          <p:spPr>
            <a:xfrm>
              <a:off x="7206998" y="1739900"/>
              <a:ext cx="3022600" cy="1892300"/>
            </a:xfrm>
            <a:custGeom>
              <a:avLst/>
              <a:gdLst>
                <a:gd name="connsiteX0" fmla="*/ 0 w 3022600"/>
                <a:gd name="connsiteY0" fmla="*/ 1892300 h 1892300"/>
                <a:gd name="connsiteX1" fmla="*/ 0 w 3022600"/>
                <a:gd name="connsiteY1" fmla="*/ 0 h 1892300"/>
                <a:gd name="connsiteX2" fmla="*/ 3022600 w 3022600"/>
                <a:gd name="connsiteY2" fmla="*/ 0 h 1892300"/>
                <a:gd name="connsiteX3" fmla="*/ 3022600 w 3022600"/>
                <a:gd name="connsiteY3" fmla="*/ 1562100 h 1892300"/>
              </a:gdLst>
              <a:ahLst/>
              <a:cxnLst>
                <a:cxn ang="0">
                  <a:pos x="connsiteX0" y="connsiteY0"/>
                </a:cxn>
                <a:cxn ang="0">
                  <a:pos x="connsiteX1" y="connsiteY1"/>
                </a:cxn>
                <a:cxn ang="0">
                  <a:pos x="connsiteX2" y="connsiteY2"/>
                </a:cxn>
                <a:cxn ang="0">
                  <a:pos x="connsiteX3" y="connsiteY3"/>
                </a:cxn>
              </a:cxnLst>
              <a:rect l="l" t="t" r="r" b="b"/>
              <a:pathLst>
                <a:path w="3022600" h="1892300">
                  <a:moveTo>
                    <a:pt x="0" y="1892300"/>
                  </a:moveTo>
                  <a:lnTo>
                    <a:pt x="0" y="0"/>
                  </a:lnTo>
                  <a:lnTo>
                    <a:pt x="3022600" y="0"/>
                  </a:lnTo>
                  <a:lnTo>
                    <a:pt x="3022600" y="1562100"/>
                  </a:lnTo>
                </a:path>
              </a:pathLst>
            </a:custGeom>
            <a:noFill/>
            <a:ln w="3175">
              <a:solidFill>
                <a:schemeClr val="bg1">
                  <a:lumMod val="75000"/>
                </a:schemeClr>
              </a:solidFill>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05050"/>
                </a:solidFill>
                <a:effectLst/>
                <a:uLnTx/>
                <a:uFillTx/>
                <a:latin typeface="Segoe UI"/>
                <a:ea typeface="+mn-ea"/>
                <a:cs typeface="+mn-cs"/>
              </a:endParaRPr>
            </a:p>
          </p:txBody>
        </p:sp>
        <p:sp>
          <p:nvSpPr>
            <p:cNvPr id="11" name="Freeform 31">
              <a:extLst>
                <a:ext uri="{FF2B5EF4-FFF2-40B4-BE49-F238E27FC236}">
                  <a16:creationId xmlns:a16="http://schemas.microsoft.com/office/drawing/2014/main" id="{80D6E929-CA03-4664-9537-A06A9D35863F}"/>
                </a:ext>
              </a:extLst>
            </p:cNvPr>
            <p:cNvSpPr/>
            <p:nvPr/>
          </p:nvSpPr>
          <p:spPr>
            <a:xfrm>
              <a:off x="6414998" y="3224213"/>
              <a:ext cx="1583022" cy="419100"/>
            </a:xfrm>
            <a:custGeom>
              <a:avLst/>
              <a:gdLst>
                <a:gd name="connsiteX0" fmla="*/ 0 w 1628775"/>
                <a:gd name="connsiteY0" fmla="*/ 404812 h 419100"/>
                <a:gd name="connsiteX1" fmla="*/ 0 w 1628775"/>
                <a:gd name="connsiteY1" fmla="*/ 0 h 419100"/>
                <a:gd name="connsiteX2" fmla="*/ 1628775 w 1628775"/>
                <a:gd name="connsiteY2" fmla="*/ 0 h 419100"/>
                <a:gd name="connsiteX3" fmla="*/ 1628775 w 1628775"/>
                <a:gd name="connsiteY3" fmla="*/ 419100 h 419100"/>
              </a:gdLst>
              <a:ahLst/>
              <a:cxnLst>
                <a:cxn ang="0">
                  <a:pos x="connsiteX0" y="connsiteY0"/>
                </a:cxn>
                <a:cxn ang="0">
                  <a:pos x="connsiteX1" y="connsiteY1"/>
                </a:cxn>
                <a:cxn ang="0">
                  <a:pos x="connsiteX2" y="connsiteY2"/>
                </a:cxn>
                <a:cxn ang="0">
                  <a:pos x="connsiteX3" y="connsiteY3"/>
                </a:cxn>
              </a:cxnLst>
              <a:rect l="l" t="t" r="r" b="b"/>
              <a:pathLst>
                <a:path w="1628775" h="419100">
                  <a:moveTo>
                    <a:pt x="0" y="404812"/>
                  </a:moveTo>
                  <a:lnTo>
                    <a:pt x="0" y="0"/>
                  </a:lnTo>
                  <a:lnTo>
                    <a:pt x="1628775" y="0"/>
                  </a:lnTo>
                  <a:lnTo>
                    <a:pt x="1628775" y="419100"/>
                  </a:lnTo>
                </a:path>
              </a:pathLst>
            </a:custGeom>
            <a:noFill/>
            <a:ln w="3175">
              <a:solidFill>
                <a:schemeClr val="bg1">
                  <a:lumMod val="75000"/>
                </a:schemeClr>
              </a:solidFill>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05050"/>
                </a:solidFill>
                <a:effectLst/>
                <a:uLnTx/>
                <a:uFillTx/>
                <a:latin typeface="Segoe UI"/>
                <a:ea typeface="+mn-ea"/>
                <a:cs typeface="+mn-cs"/>
              </a:endParaRPr>
            </a:p>
          </p:txBody>
        </p:sp>
        <p:sp>
          <p:nvSpPr>
            <p:cNvPr id="12" name="Freeform 32">
              <a:extLst>
                <a:ext uri="{FF2B5EF4-FFF2-40B4-BE49-F238E27FC236}">
                  <a16:creationId xmlns:a16="http://schemas.microsoft.com/office/drawing/2014/main" id="{8342C213-7970-481F-81D3-AD56ABF607AF}"/>
                </a:ext>
              </a:extLst>
            </p:cNvPr>
            <p:cNvSpPr/>
            <p:nvPr/>
          </p:nvSpPr>
          <p:spPr>
            <a:xfrm>
              <a:off x="10496460" y="3454400"/>
              <a:ext cx="376238" cy="1558777"/>
            </a:xfrm>
            <a:custGeom>
              <a:avLst/>
              <a:gdLst>
                <a:gd name="connsiteX0" fmla="*/ 0 w 466725"/>
                <a:gd name="connsiteY0" fmla="*/ 0 h 1481137"/>
                <a:gd name="connsiteX1" fmla="*/ 309563 w 466725"/>
                <a:gd name="connsiteY1" fmla="*/ 0 h 1481137"/>
                <a:gd name="connsiteX2" fmla="*/ 309563 w 466725"/>
                <a:gd name="connsiteY2" fmla="*/ 1481137 h 1481137"/>
                <a:gd name="connsiteX3" fmla="*/ 466725 w 466725"/>
                <a:gd name="connsiteY3" fmla="*/ 1481137 h 1481137"/>
              </a:gdLst>
              <a:ahLst/>
              <a:cxnLst>
                <a:cxn ang="0">
                  <a:pos x="connsiteX0" y="connsiteY0"/>
                </a:cxn>
                <a:cxn ang="0">
                  <a:pos x="connsiteX1" y="connsiteY1"/>
                </a:cxn>
                <a:cxn ang="0">
                  <a:pos x="connsiteX2" y="connsiteY2"/>
                </a:cxn>
                <a:cxn ang="0">
                  <a:pos x="connsiteX3" y="connsiteY3"/>
                </a:cxn>
              </a:cxnLst>
              <a:rect l="l" t="t" r="r" b="b"/>
              <a:pathLst>
                <a:path w="466725" h="1481137">
                  <a:moveTo>
                    <a:pt x="0" y="0"/>
                  </a:moveTo>
                  <a:lnTo>
                    <a:pt x="309563" y="0"/>
                  </a:lnTo>
                  <a:lnTo>
                    <a:pt x="309563" y="1481137"/>
                  </a:lnTo>
                  <a:lnTo>
                    <a:pt x="466725" y="1481137"/>
                  </a:lnTo>
                </a:path>
              </a:pathLst>
            </a:custGeom>
            <a:noFill/>
            <a:ln w="3175">
              <a:solidFill>
                <a:schemeClr val="bg1">
                  <a:lumMod val="75000"/>
                </a:schemeClr>
              </a:solidFill>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05050"/>
                </a:solidFill>
                <a:effectLst/>
                <a:uLnTx/>
                <a:uFillTx/>
                <a:latin typeface="Segoe UI"/>
                <a:ea typeface="+mn-ea"/>
                <a:cs typeface="+mn-cs"/>
              </a:endParaRPr>
            </a:p>
          </p:txBody>
        </p:sp>
        <p:pic>
          <p:nvPicPr>
            <p:cNvPr id="13" name="Picture 12">
              <a:extLst>
                <a:ext uri="{FF2B5EF4-FFF2-40B4-BE49-F238E27FC236}">
                  <a16:creationId xmlns:a16="http://schemas.microsoft.com/office/drawing/2014/main" id="{D908310F-B467-40E9-9339-679122D9A46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250445" y="1188720"/>
              <a:ext cx="935706" cy="935706"/>
            </a:xfrm>
            <a:prstGeom prst="rect">
              <a:avLst/>
            </a:prstGeom>
            <a:solidFill>
              <a:schemeClr val="bg1"/>
            </a:solidFill>
          </p:spPr>
        </p:pic>
        <p:sp>
          <p:nvSpPr>
            <p:cNvPr id="14" name="Rectangle 13">
              <a:extLst>
                <a:ext uri="{FF2B5EF4-FFF2-40B4-BE49-F238E27FC236}">
                  <a16:creationId xmlns:a16="http://schemas.microsoft.com/office/drawing/2014/main" id="{68F6E8E7-BA73-4283-97BD-088BE833DC6B}"/>
                </a:ext>
              </a:extLst>
            </p:cNvPr>
            <p:cNvSpPr/>
            <p:nvPr/>
          </p:nvSpPr>
          <p:spPr>
            <a:xfrm>
              <a:off x="8088770" y="2132856"/>
              <a:ext cx="1259063" cy="461665"/>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72C6"/>
                  </a:solidFill>
                  <a:effectLst/>
                  <a:uLnTx/>
                  <a:uFillTx/>
                  <a:latin typeface="Segoe UI"/>
                  <a:ea typeface="+mn-ea"/>
                  <a:cs typeface="+mn-cs"/>
                </a:rPr>
                <a:t>Azure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72C6"/>
                  </a:solidFill>
                  <a:effectLst/>
                  <a:uLnTx/>
                  <a:uFillTx/>
                  <a:latin typeface="Segoe UI"/>
                  <a:ea typeface="+mn-ea"/>
                  <a:cs typeface="+mn-cs"/>
                </a:rPr>
                <a:t>Active Directory</a:t>
              </a:r>
              <a:endParaRPr kumimoji="0" lang="en-US" sz="1200" b="0" i="0" u="none" strike="noStrike" kern="1200" cap="none" spc="0" normalizeH="0" baseline="0" noProof="0" dirty="0">
                <a:ln>
                  <a:noFill/>
                </a:ln>
                <a:solidFill>
                  <a:srgbClr val="505050"/>
                </a:solidFill>
                <a:effectLst/>
                <a:uLnTx/>
                <a:uFillTx/>
                <a:latin typeface="Segoe UI"/>
                <a:ea typeface="+mn-ea"/>
                <a:cs typeface="+mn-cs"/>
              </a:endParaRPr>
            </a:p>
          </p:txBody>
        </p:sp>
        <p:sp>
          <p:nvSpPr>
            <p:cNvPr id="15" name="Rectangle 14">
              <a:extLst>
                <a:ext uri="{FF2B5EF4-FFF2-40B4-BE49-F238E27FC236}">
                  <a16:creationId xmlns:a16="http://schemas.microsoft.com/office/drawing/2014/main" id="{9A8FAB1A-CB69-44FD-BD1F-AB9A21BEABC6}"/>
                </a:ext>
              </a:extLst>
            </p:cNvPr>
            <p:cNvSpPr/>
            <p:nvPr/>
          </p:nvSpPr>
          <p:spPr>
            <a:xfrm>
              <a:off x="10789798" y="4473116"/>
              <a:ext cx="1060803" cy="184666"/>
            </a:xfrm>
            <a:prstGeom prst="rect">
              <a:avLst/>
            </a:prstGeom>
          </p:spPr>
          <p:txBody>
            <a:bodyPr wrap="non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72C6"/>
                  </a:solidFill>
                  <a:effectLst/>
                  <a:uLnTx/>
                  <a:uFillTx/>
                  <a:latin typeface="Segoe UI"/>
                  <a:ea typeface="+mn-ea"/>
                  <a:cs typeface="+mn-cs"/>
                </a:rPr>
                <a:t>Resource group</a:t>
              </a:r>
              <a:endParaRPr kumimoji="0" lang="en-US" sz="1200" b="0" i="0" u="none" strike="noStrike" kern="1200" cap="none" spc="0" normalizeH="0" baseline="0" noProof="0">
                <a:ln>
                  <a:noFill/>
                </a:ln>
                <a:solidFill>
                  <a:srgbClr val="505050"/>
                </a:solidFill>
                <a:effectLst/>
                <a:uLnTx/>
                <a:uFillTx/>
                <a:latin typeface="Segoe UI"/>
                <a:ea typeface="+mn-ea"/>
                <a:cs typeface="+mn-cs"/>
              </a:endParaRPr>
            </a:p>
          </p:txBody>
        </p:sp>
        <p:sp>
          <p:nvSpPr>
            <p:cNvPr id="16" name="Rectangle 15">
              <a:extLst>
                <a:ext uri="{FF2B5EF4-FFF2-40B4-BE49-F238E27FC236}">
                  <a16:creationId xmlns:a16="http://schemas.microsoft.com/office/drawing/2014/main" id="{AE22B93B-6D97-4A44-A4D2-2BDDA3BA6CAF}"/>
                </a:ext>
              </a:extLst>
            </p:cNvPr>
            <p:cNvSpPr/>
            <p:nvPr/>
          </p:nvSpPr>
          <p:spPr>
            <a:xfrm>
              <a:off x="10786821" y="5265204"/>
              <a:ext cx="1060803" cy="184666"/>
            </a:xfrm>
            <a:prstGeom prst="rect">
              <a:avLst/>
            </a:prstGeom>
          </p:spPr>
          <p:txBody>
            <a:bodyPr wrap="non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72C6"/>
                  </a:solidFill>
                  <a:effectLst/>
                  <a:uLnTx/>
                  <a:uFillTx/>
                  <a:latin typeface="Segoe UI"/>
                  <a:ea typeface="+mn-ea"/>
                  <a:cs typeface="+mn-cs"/>
                </a:rPr>
                <a:t>Resource group</a:t>
              </a:r>
              <a:endParaRPr kumimoji="0" lang="en-US" sz="1200" b="0" i="0" u="none" strike="noStrike" kern="1200" cap="none" spc="0" normalizeH="0" baseline="0" noProof="0">
                <a:ln>
                  <a:noFill/>
                </a:ln>
                <a:solidFill>
                  <a:srgbClr val="505050"/>
                </a:solidFill>
                <a:effectLst/>
                <a:uLnTx/>
                <a:uFillTx/>
                <a:latin typeface="Segoe UI"/>
                <a:ea typeface="+mn-ea"/>
                <a:cs typeface="+mn-cs"/>
              </a:endParaRPr>
            </a:p>
          </p:txBody>
        </p:sp>
        <p:cxnSp>
          <p:nvCxnSpPr>
            <p:cNvPr id="18" name="Straight Connector 17">
              <a:extLst>
                <a:ext uri="{FF2B5EF4-FFF2-40B4-BE49-F238E27FC236}">
                  <a16:creationId xmlns:a16="http://schemas.microsoft.com/office/drawing/2014/main" id="{4CF370D2-2F9F-4F15-9627-0090613B419A}"/>
                </a:ext>
              </a:extLst>
            </p:cNvPr>
            <p:cNvCxnSpPr/>
            <p:nvPr/>
          </p:nvCxnSpPr>
          <p:spPr>
            <a:xfrm>
              <a:off x="10744892" y="4287091"/>
              <a:ext cx="305078" cy="0"/>
            </a:xfrm>
            <a:prstGeom prst="line">
              <a:avLst/>
            </a:prstGeom>
            <a:noFill/>
            <a:ln w="3175">
              <a:solidFill>
                <a:schemeClr val="bg1">
                  <a:lumMod val="75000"/>
                </a:schemeClr>
              </a:solidFill>
            </a:ln>
          </p:spPr>
        </p:cxnSp>
        <p:cxnSp>
          <p:nvCxnSpPr>
            <p:cNvPr id="19" name="Straight Connector 18">
              <a:extLst>
                <a:ext uri="{FF2B5EF4-FFF2-40B4-BE49-F238E27FC236}">
                  <a16:creationId xmlns:a16="http://schemas.microsoft.com/office/drawing/2014/main" id="{B09FFB16-77FF-4057-9334-C2964659033C}"/>
                </a:ext>
              </a:extLst>
            </p:cNvPr>
            <p:cNvCxnSpPr/>
            <p:nvPr/>
          </p:nvCxnSpPr>
          <p:spPr>
            <a:xfrm>
              <a:off x="10744892" y="5013177"/>
              <a:ext cx="305078" cy="0"/>
            </a:xfrm>
            <a:prstGeom prst="line">
              <a:avLst/>
            </a:prstGeom>
            <a:noFill/>
            <a:ln w="3175">
              <a:solidFill>
                <a:schemeClr val="bg1">
                  <a:lumMod val="75000"/>
                </a:schemeClr>
              </a:solidFill>
            </a:ln>
          </p:spPr>
        </p:cxnSp>
        <p:pic>
          <p:nvPicPr>
            <p:cNvPr id="20" name="Picture 19">
              <a:extLst>
                <a:ext uri="{FF2B5EF4-FFF2-40B4-BE49-F238E27FC236}">
                  <a16:creationId xmlns:a16="http://schemas.microsoft.com/office/drawing/2014/main" id="{97B9F2D5-B926-4EA2-953E-B2DC019EEE9A}"/>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1049970" y="4016862"/>
              <a:ext cx="540458" cy="540458"/>
            </a:xfrm>
            <a:prstGeom prst="rect">
              <a:avLst/>
            </a:prstGeom>
          </p:spPr>
        </p:pic>
        <p:pic>
          <p:nvPicPr>
            <p:cNvPr id="21" name="Picture 20">
              <a:extLst>
                <a:ext uri="{FF2B5EF4-FFF2-40B4-BE49-F238E27FC236}">
                  <a16:creationId xmlns:a16="http://schemas.microsoft.com/office/drawing/2014/main" id="{09DE48B0-0F00-40BA-9B90-FAF7F39A49AF}"/>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1049970" y="4725144"/>
              <a:ext cx="540458" cy="540458"/>
            </a:xfrm>
            <a:prstGeom prst="rect">
              <a:avLst/>
            </a:prstGeom>
          </p:spPr>
        </p:pic>
        <p:pic>
          <p:nvPicPr>
            <p:cNvPr id="22" name="Picture 21">
              <a:extLst>
                <a:ext uri="{FF2B5EF4-FFF2-40B4-BE49-F238E27FC236}">
                  <a16:creationId xmlns:a16="http://schemas.microsoft.com/office/drawing/2014/main" id="{D1883536-C726-4036-A727-AD9988E40CA8}"/>
                </a:ext>
              </a:extLst>
            </p:cNvPr>
            <p:cNvPicPr>
              <a:picLocks noChangeAspect="1"/>
            </p:cNvPicPr>
            <p:nvPr/>
          </p:nvPicPr>
          <p:blipFill>
            <a:blip r:embed="rId7"/>
            <a:stretch>
              <a:fillRect/>
            </a:stretch>
          </p:blipFill>
          <p:spPr>
            <a:xfrm>
              <a:off x="7691267" y="3675774"/>
              <a:ext cx="621846" cy="469433"/>
            </a:xfrm>
            <a:prstGeom prst="rect">
              <a:avLst/>
            </a:prstGeom>
          </p:spPr>
        </p:pic>
        <p:sp>
          <p:nvSpPr>
            <p:cNvPr id="23" name="Rectangle 22">
              <a:extLst>
                <a:ext uri="{FF2B5EF4-FFF2-40B4-BE49-F238E27FC236}">
                  <a16:creationId xmlns:a16="http://schemas.microsoft.com/office/drawing/2014/main" id="{F2E1E3C6-BA28-4271-BD12-98D00B8ED4F3}"/>
                </a:ext>
              </a:extLst>
            </p:cNvPr>
            <p:cNvSpPr/>
            <p:nvPr/>
          </p:nvSpPr>
          <p:spPr>
            <a:xfrm>
              <a:off x="6172138" y="4159746"/>
              <a:ext cx="489236" cy="276999"/>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72C6"/>
                  </a:solidFill>
                  <a:effectLst/>
                  <a:uLnTx/>
                  <a:uFillTx/>
                  <a:latin typeface="Segoe UI"/>
                  <a:ea typeface="+mn-ea"/>
                  <a:cs typeface="+mn-cs"/>
                </a:rPr>
                <a:t>User</a:t>
              </a:r>
              <a:endParaRPr kumimoji="0" lang="en-US" sz="1200" b="0" i="0" u="none" strike="noStrike" kern="1200" cap="none" spc="0" normalizeH="0" baseline="0" noProof="0">
                <a:ln>
                  <a:noFill/>
                </a:ln>
                <a:solidFill>
                  <a:srgbClr val="505050"/>
                </a:solidFill>
                <a:effectLst/>
                <a:uLnTx/>
                <a:uFillTx/>
                <a:latin typeface="Segoe UI"/>
                <a:ea typeface="+mn-ea"/>
                <a:cs typeface="+mn-cs"/>
              </a:endParaRPr>
            </a:p>
          </p:txBody>
        </p:sp>
        <p:sp>
          <p:nvSpPr>
            <p:cNvPr id="24" name="Rectangle 23">
              <a:extLst>
                <a:ext uri="{FF2B5EF4-FFF2-40B4-BE49-F238E27FC236}">
                  <a16:creationId xmlns:a16="http://schemas.microsoft.com/office/drawing/2014/main" id="{9F0C9A37-CE2E-420A-8392-953A2123CCAD}"/>
                </a:ext>
              </a:extLst>
            </p:cNvPr>
            <p:cNvSpPr/>
            <p:nvPr/>
          </p:nvSpPr>
          <p:spPr>
            <a:xfrm>
              <a:off x="6924311" y="4159746"/>
              <a:ext cx="529312" cy="276999"/>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72C6"/>
                  </a:solidFill>
                  <a:effectLst/>
                  <a:uLnTx/>
                  <a:uFillTx/>
                  <a:latin typeface="Segoe UI"/>
                  <a:ea typeface="+mn-ea"/>
                  <a:cs typeface="+mn-cs"/>
                </a:rPr>
                <a:t>Apps</a:t>
              </a:r>
              <a:endParaRPr kumimoji="0" lang="en-US" sz="1200" b="0" i="0" u="none" strike="noStrike" kern="1200" cap="none" spc="0" normalizeH="0" baseline="0" noProof="0">
                <a:ln>
                  <a:noFill/>
                </a:ln>
                <a:solidFill>
                  <a:srgbClr val="505050"/>
                </a:solidFill>
                <a:effectLst/>
                <a:uLnTx/>
                <a:uFillTx/>
                <a:latin typeface="Segoe UI"/>
                <a:ea typeface="+mn-ea"/>
                <a:cs typeface="+mn-cs"/>
              </a:endParaRPr>
            </a:p>
          </p:txBody>
        </p:sp>
        <p:sp>
          <p:nvSpPr>
            <p:cNvPr id="25" name="Rectangle 24">
              <a:extLst>
                <a:ext uri="{FF2B5EF4-FFF2-40B4-BE49-F238E27FC236}">
                  <a16:creationId xmlns:a16="http://schemas.microsoft.com/office/drawing/2014/main" id="{628F00B6-1F4B-478F-A8D4-525A7666CBD4}"/>
                </a:ext>
              </a:extLst>
            </p:cNvPr>
            <p:cNvSpPr/>
            <p:nvPr/>
          </p:nvSpPr>
          <p:spPr>
            <a:xfrm>
              <a:off x="7501824" y="4159746"/>
              <a:ext cx="1004954" cy="276999"/>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72C6"/>
                  </a:solidFill>
                  <a:effectLst/>
                  <a:uLnTx/>
                  <a:uFillTx/>
                  <a:latin typeface="Segoe UI"/>
                  <a:ea typeface="+mn-ea"/>
                  <a:cs typeface="+mn-cs"/>
                </a:rPr>
                <a:t>User groups</a:t>
              </a:r>
              <a:endParaRPr kumimoji="0" lang="en-US" sz="1200" b="0" i="0" u="none" strike="noStrike" kern="1200" cap="none" spc="0" normalizeH="0" baseline="0" noProof="0">
                <a:ln>
                  <a:noFill/>
                </a:ln>
                <a:solidFill>
                  <a:srgbClr val="505050"/>
                </a:solidFill>
                <a:effectLst/>
                <a:uLnTx/>
                <a:uFillTx/>
                <a:latin typeface="Segoe UI"/>
                <a:ea typeface="+mn-ea"/>
                <a:cs typeface="+mn-cs"/>
              </a:endParaRPr>
            </a:p>
          </p:txBody>
        </p:sp>
        <p:sp>
          <p:nvSpPr>
            <p:cNvPr id="26" name="Rectangle 25">
              <a:extLst>
                <a:ext uri="{FF2B5EF4-FFF2-40B4-BE49-F238E27FC236}">
                  <a16:creationId xmlns:a16="http://schemas.microsoft.com/office/drawing/2014/main" id="{044FD503-0CA6-4162-9BA8-3DEA6F1034B1}"/>
                </a:ext>
              </a:extLst>
            </p:cNvPr>
            <p:cNvSpPr/>
            <p:nvPr/>
          </p:nvSpPr>
          <p:spPr>
            <a:xfrm>
              <a:off x="9469108" y="3643313"/>
              <a:ext cx="1008609" cy="461665"/>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72C6"/>
                  </a:solidFill>
                  <a:effectLst/>
                  <a:uLnTx/>
                  <a:uFillTx/>
                  <a:latin typeface="Segoe UI"/>
                  <a:ea typeface="+mn-ea"/>
                  <a:cs typeface="+mn-cs"/>
                </a:rPr>
                <a:t>Azure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72C6"/>
                  </a:solidFill>
                  <a:effectLst/>
                  <a:uLnTx/>
                  <a:uFillTx/>
                  <a:latin typeface="Segoe UI"/>
                  <a:ea typeface="+mn-ea"/>
                  <a:cs typeface="+mn-cs"/>
                </a:rPr>
                <a:t>subscription</a:t>
              </a:r>
              <a:endParaRPr kumimoji="0" lang="en-US" sz="1200" b="0" i="0" u="none" strike="noStrike" kern="1200" cap="none" spc="0" normalizeH="0" baseline="0" noProof="0">
                <a:ln>
                  <a:noFill/>
                </a:ln>
                <a:solidFill>
                  <a:srgbClr val="505050"/>
                </a:solidFill>
                <a:effectLst/>
                <a:uLnTx/>
                <a:uFillTx/>
                <a:latin typeface="Segoe UI"/>
                <a:ea typeface="+mn-ea"/>
                <a:cs typeface="+mn-cs"/>
              </a:endParaRPr>
            </a:p>
          </p:txBody>
        </p:sp>
        <p:pic>
          <p:nvPicPr>
            <p:cNvPr id="27" name="Picture 26">
              <a:extLst>
                <a:ext uri="{FF2B5EF4-FFF2-40B4-BE49-F238E27FC236}">
                  <a16:creationId xmlns:a16="http://schemas.microsoft.com/office/drawing/2014/main" id="{C0EBD996-9BCE-428C-86F7-E60671ED93A0}"/>
                </a:ext>
              </a:extLst>
            </p:cNvPr>
            <p:cNvPicPr>
              <a:picLocks noChangeAspect="1"/>
            </p:cNvPicPr>
            <p:nvPr/>
          </p:nvPicPr>
          <p:blipFill>
            <a:blip r:embed="rId8"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9265155" y="3213636"/>
              <a:ext cx="1361218" cy="476496"/>
            </a:xfrm>
            <a:prstGeom prst="rect">
              <a:avLst/>
            </a:prstGeom>
          </p:spPr>
        </p:pic>
      </p:grpSp>
      <p:sp>
        <p:nvSpPr>
          <p:cNvPr id="6" name="Text Placeholder 5"/>
          <p:cNvSpPr>
            <a:spLocks noGrp="1"/>
          </p:cNvSpPr>
          <p:nvPr>
            <p:ph sz="quarter" idx="10"/>
          </p:nvPr>
        </p:nvSpPr>
        <p:spPr>
          <a:xfrm>
            <a:off x="6050107" y="1669141"/>
            <a:ext cx="5959326" cy="2657138"/>
          </a:xfrm>
        </p:spPr>
        <p:txBody>
          <a:bodyPr vert="horz" wrap="square" lIns="0" tIns="91440" rIns="146304" bIns="91440" rtlCol="0" anchor="t">
            <a:spAutoFit/>
          </a:bodyPr>
          <a:lstStyle/>
          <a:p>
            <a:pPr marL="285750" indent="-285750">
              <a:buFont typeface="Arial" panose="020B0604020202020204" pitchFamily="34" charset="0"/>
              <a:buChar char="•"/>
            </a:pPr>
            <a:r>
              <a:rPr lang="en-US" noProof="0" dirty="0">
                <a:latin typeface="+mn-lt"/>
              </a:rPr>
              <a:t>Fine-grained access management.</a:t>
            </a:r>
            <a:endParaRPr lang="en-US" dirty="0">
              <a:cs typeface="Segoe UI"/>
            </a:endParaRPr>
          </a:p>
          <a:p>
            <a:pPr marL="285750" indent="-285750">
              <a:buFont typeface="Arial" panose="020B0604020202020204" pitchFamily="34" charset="0"/>
              <a:buChar char="•"/>
            </a:pPr>
            <a:r>
              <a:rPr lang="en-US" dirty="0">
                <a:latin typeface="+mn-lt"/>
              </a:rPr>
              <a:t>Segregate duties within the team and grant only the amount of access to users that they need to perform their jobs.</a:t>
            </a:r>
            <a:endParaRPr lang="en-US" dirty="0">
              <a:latin typeface="+mn-lt"/>
              <a:cs typeface="Segoe UI"/>
            </a:endParaRPr>
          </a:p>
          <a:p>
            <a:pPr marL="285750" indent="-285750">
              <a:buFont typeface="Arial" panose="020B0604020202020204" pitchFamily="34" charset="0"/>
              <a:buChar char="•"/>
            </a:pPr>
            <a:r>
              <a:rPr lang="en-US" dirty="0">
                <a:latin typeface="+mn-lt"/>
              </a:rPr>
              <a:t>Enables access to the Azure portal and controlling access to resources.</a:t>
            </a:r>
            <a:endParaRPr lang="en-US" dirty="0">
              <a:latin typeface="+mn-lt"/>
              <a:cs typeface="Segoe UI"/>
            </a:endParaRPr>
          </a:p>
        </p:txBody>
      </p:sp>
    </p:spTree>
    <p:extLst>
      <p:ext uri="{BB962C8B-B14F-4D97-AF65-F5344CB8AC3E}">
        <p14:creationId xmlns:p14="http://schemas.microsoft.com/office/powerpoint/2010/main" val="13618374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p:txBody>
          <a:bodyPr/>
          <a:lstStyle/>
          <a:p>
            <a:r>
              <a:rPr lang="en-US" noProof="0" dirty="0"/>
              <a:t>Microsoft Defender for Cloud</a:t>
            </a:r>
          </a:p>
        </p:txBody>
      </p:sp>
      <p:sp>
        <p:nvSpPr>
          <p:cNvPr id="6" name="Text Placeholder 5"/>
          <p:cNvSpPr>
            <a:spLocks noGrp="1"/>
          </p:cNvSpPr>
          <p:nvPr>
            <p:ph sz="quarter" idx="4294967295"/>
          </p:nvPr>
        </p:nvSpPr>
        <p:spPr>
          <a:xfrm>
            <a:off x="419100" y="1456897"/>
            <a:ext cx="11340811" cy="724173"/>
          </a:xfrm>
        </p:spPr>
        <p:txBody>
          <a:bodyPr vert="horz" wrap="square" lIns="0" tIns="0" rIns="0" bIns="0" rtlCol="0" anchor="t">
            <a:spAutoFit/>
          </a:bodyPr>
          <a:lstStyle/>
          <a:p>
            <a:r>
              <a:rPr lang="en-US" b="0" i="0" dirty="0">
                <a:solidFill>
                  <a:srgbClr val="171717"/>
                </a:solidFill>
                <a:effectLst/>
                <a:latin typeface="Segoe UI" panose="020B0502040204020203" pitchFamily="34" charset="0"/>
              </a:rPr>
              <a:t>Microsoft Defender for Cloud is a monitoring service that provides threat protection across both Azure and on-premises datacenters. </a:t>
            </a:r>
            <a:endParaRPr lang="en-US" dirty="0">
              <a:latin typeface="Segoe UI" panose="020B0502040204020203" pitchFamily="34" charset="0"/>
              <a:cs typeface="Segoe UI" panose="020B0502040204020203" pitchFamily="34" charset="0"/>
            </a:endParaRPr>
          </a:p>
        </p:txBody>
      </p:sp>
      <p:pic>
        <p:nvPicPr>
          <p:cNvPr id="5" name="Picture 4" descr="Screenshot of Microsoft Defender for Cloud with the Secure Score, and other basic security information about your Azure solutions.">
            <a:extLst>
              <a:ext uri="{FF2B5EF4-FFF2-40B4-BE49-F238E27FC236}">
                <a16:creationId xmlns:a16="http://schemas.microsoft.com/office/drawing/2014/main" id="{1E8D364E-AD64-454E-AC12-C221674BFFB8}"/>
              </a:ext>
            </a:extLst>
          </p:cNvPr>
          <p:cNvPicPr>
            <a:picLocks noChangeAspect="1"/>
          </p:cNvPicPr>
          <p:nvPr/>
        </p:nvPicPr>
        <p:blipFill rotWithShape="1">
          <a:blip r:embed="rId3"/>
          <a:srcRect r="15154" b="30285"/>
          <a:stretch/>
        </p:blipFill>
        <p:spPr>
          <a:xfrm>
            <a:off x="6155354" y="2310317"/>
            <a:ext cx="5418653" cy="3090785"/>
          </a:xfrm>
          <a:prstGeom prst="rect">
            <a:avLst/>
          </a:prstGeom>
          <a:ln>
            <a:solidFill>
              <a:schemeClr val="tx1"/>
            </a:solidFill>
          </a:ln>
        </p:spPr>
      </p:pic>
      <p:sp>
        <p:nvSpPr>
          <p:cNvPr id="2" name="TextBox 1">
            <a:extLst>
              <a:ext uri="{FF2B5EF4-FFF2-40B4-BE49-F238E27FC236}">
                <a16:creationId xmlns:a16="http://schemas.microsoft.com/office/drawing/2014/main" id="{7E6F8004-514A-4639-9F04-B80EC2085751}"/>
              </a:ext>
            </a:extLst>
          </p:cNvPr>
          <p:cNvSpPr txBox="1"/>
          <p:nvPr/>
        </p:nvSpPr>
        <p:spPr>
          <a:xfrm>
            <a:off x="418643" y="2310318"/>
            <a:ext cx="6123208" cy="1772793"/>
          </a:xfrm>
          <a:prstGeom prst="rect">
            <a:avLst/>
          </a:prstGeom>
          <a:noFill/>
        </p:spPr>
        <p:txBody>
          <a:bodyPr wrap="square" lIns="182880" tIns="146304" rIns="182880" bIns="146304" rtlCol="0">
            <a:spAutoFit/>
          </a:bodyPr>
          <a:lstStyle/>
          <a:p>
            <a:pPr marL="342900" indent="-342900" algn="l">
              <a:buFont typeface="Arial" panose="020B0604020202020204" pitchFamily="34" charset="0"/>
              <a:buChar char="•"/>
            </a:pPr>
            <a:r>
              <a:rPr lang="en-US" sz="2400" dirty="0">
                <a:solidFill>
                  <a:srgbClr val="171717"/>
                </a:solidFill>
                <a:latin typeface="Segoe UI" panose="020B0502040204020203" pitchFamily="34" charset="0"/>
              </a:rPr>
              <a:t>Provides security recommendations</a:t>
            </a:r>
          </a:p>
          <a:p>
            <a:pPr marL="342900" indent="-342900" algn="l">
              <a:buFont typeface="Arial" panose="020B0604020202020204" pitchFamily="34" charset="0"/>
              <a:buChar char="•"/>
            </a:pPr>
            <a:r>
              <a:rPr lang="en-US" sz="2400" dirty="0">
                <a:solidFill>
                  <a:srgbClr val="171717"/>
                </a:solidFill>
                <a:latin typeface="Segoe UI" panose="020B0502040204020203" pitchFamily="34" charset="0"/>
              </a:rPr>
              <a:t>Detect and block malware</a:t>
            </a:r>
          </a:p>
          <a:p>
            <a:pPr marL="342900" indent="-342900" algn="l">
              <a:buFont typeface="Arial" panose="020B0604020202020204" pitchFamily="34" charset="0"/>
              <a:buChar char="•"/>
            </a:pPr>
            <a:r>
              <a:rPr lang="en-US" sz="2400" dirty="0">
                <a:solidFill>
                  <a:srgbClr val="171717"/>
                </a:solidFill>
                <a:latin typeface="Segoe UI" panose="020B0502040204020203" pitchFamily="34" charset="0"/>
              </a:rPr>
              <a:t>Analyze and identify potential attacks</a:t>
            </a:r>
          </a:p>
          <a:p>
            <a:pPr marL="342900" indent="-342900" algn="l">
              <a:buFont typeface="Arial" panose="020B0604020202020204" pitchFamily="34" charset="0"/>
              <a:buChar char="•"/>
            </a:pPr>
            <a:r>
              <a:rPr lang="en-US" sz="2400" dirty="0">
                <a:solidFill>
                  <a:srgbClr val="171717"/>
                </a:solidFill>
                <a:latin typeface="Segoe UI" panose="020B0502040204020203" pitchFamily="34" charset="0"/>
              </a:rPr>
              <a:t>Just-in-time access control for ports</a:t>
            </a:r>
            <a:endParaRPr lang="en-US" sz="2400" dirty="0">
              <a:gradFill>
                <a:gsLst>
                  <a:gs pos="2917">
                    <a:schemeClr val="tx1"/>
                  </a:gs>
                  <a:gs pos="30000">
                    <a:schemeClr val="tx1"/>
                  </a:gs>
                </a:gsLst>
                <a:lin ang="5400000" scaled="0"/>
              </a:gradFill>
            </a:endParaRPr>
          </a:p>
        </p:txBody>
      </p:sp>
    </p:spTree>
    <p:extLst>
      <p:ext uri="{BB962C8B-B14F-4D97-AF65-F5344CB8AC3E}">
        <p14:creationId xmlns:p14="http://schemas.microsoft.com/office/powerpoint/2010/main" val="8977101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FF388A-DA23-47B5-B1B4-5AA1C4F44269}"/>
              </a:ext>
            </a:extLst>
          </p:cNvPr>
          <p:cNvSpPr>
            <a:spLocks noGrp="1"/>
          </p:cNvSpPr>
          <p:nvPr>
            <p:ph type="title"/>
          </p:nvPr>
        </p:nvSpPr>
        <p:spPr/>
        <p:txBody>
          <a:bodyPr/>
          <a:lstStyle/>
          <a:p>
            <a:r>
              <a:rPr lang="en-US" dirty="0">
                <a:cs typeface="Segoe UI"/>
              </a:rPr>
              <a:t>Governance and compliance</a:t>
            </a:r>
          </a:p>
        </p:txBody>
      </p:sp>
      <p:pic>
        <p:nvPicPr>
          <p:cNvPr id="5" name="Graphic 4" descr="Internet Of Things">
            <a:extLst>
              <a:ext uri="{FF2B5EF4-FFF2-40B4-BE49-F238E27FC236}">
                <a16:creationId xmlns:a16="http://schemas.microsoft.com/office/drawing/2014/main" id="{26528163-8608-4C7E-AEC3-3A2D83DA047C}"/>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248122" y="2824843"/>
            <a:ext cx="1208314" cy="1208314"/>
          </a:xfrm>
          <a:prstGeom prst="rect">
            <a:avLst/>
          </a:prstGeom>
        </p:spPr>
      </p:pic>
    </p:spTree>
    <p:extLst>
      <p:ext uri="{BB962C8B-B14F-4D97-AF65-F5344CB8AC3E}">
        <p14:creationId xmlns:p14="http://schemas.microsoft.com/office/powerpoint/2010/main" val="36151973"/>
      </p:ext>
    </p:extLst>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p:txBody>
          <a:bodyPr/>
          <a:lstStyle/>
          <a:p>
            <a:r>
              <a:rPr lang="en-US" noProof="0"/>
              <a:t>Azure Policy</a:t>
            </a:r>
          </a:p>
        </p:txBody>
      </p:sp>
      <p:sp>
        <p:nvSpPr>
          <p:cNvPr id="6" name="Text Placeholder 5"/>
          <p:cNvSpPr>
            <a:spLocks noGrp="1"/>
          </p:cNvSpPr>
          <p:nvPr>
            <p:ph sz="quarter" idx="10"/>
          </p:nvPr>
        </p:nvSpPr>
        <p:spPr>
          <a:xfrm>
            <a:off x="419100" y="1456897"/>
            <a:ext cx="11340811" cy="1292662"/>
          </a:xfrm>
        </p:spPr>
        <p:txBody>
          <a:bodyPr/>
          <a:lstStyle/>
          <a:p>
            <a:pPr marL="0" indent="0">
              <a:buNone/>
            </a:pPr>
            <a:r>
              <a:rPr lang="en-US" i="0" dirty="0">
                <a:solidFill>
                  <a:srgbClr val="171717"/>
                </a:solidFill>
                <a:effectLst/>
                <a:latin typeface="+mj-lt"/>
              </a:rPr>
              <a:t>Azure Policy</a:t>
            </a:r>
            <a:r>
              <a:rPr lang="en-US" b="1" i="0" dirty="0">
                <a:solidFill>
                  <a:srgbClr val="171717"/>
                </a:solidFill>
                <a:effectLst/>
                <a:latin typeface="Segoe UI" panose="020B0502040204020203" pitchFamily="34" charset="0"/>
              </a:rPr>
              <a:t> </a:t>
            </a:r>
            <a:r>
              <a:rPr lang="en-US" b="0" i="0" dirty="0">
                <a:solidFill>
                  <a:srgbClr val="171717"/>
                </a:solidFill>
                <a:effectLst/>
                <a:latin typeface="Segoe UI" panose="020B0502040204020203" pitchFamily="34" charset="0"/>
              </a:rPr>
              <a:t>helps to enforce organizational standards and to assess compliance at-scale. Provides governance and resource consistency </a:t>
            </a:r>
            <a:r>
              <a:rPr lang="en-US" dirty="0">
                <a:solidFill>
                  <a:srgbClr val="171717"/>
                </a:solidFill>
                <a:latin typeface="Segoe UI" panose="020B0502040204020203" pitchFamily="34" charset="0"/>
              </a:rPr>
              <a:t>with regulatory compliance, security, cost, and management. </a:t>
            </a:r>
            <a:endParaRPr lang="en-US" noProof="0" dirty="0">
              <a:latin typeface="+mn-lt"/>
            </a:endParaRPr>
          </a:p>
        </p:txBody>
      </p:sp>
      <p:sp>
        <p:nvSpPr>
          <p:cNvPr id="7" name="Text Placeholder 5">
            <a:extLst>
              <a:ext uri="{FF2B5EF4-FFF2-40B4-BE49-F238E27FC236}">
                <a16:creationId xmlns:a16="http://schemas.microsoft.com/office/drawing/2014/main" id="{21EC92CC-3C04-417A-AA1B-5A88FBCBD7F4}"/>
              </a:ext>
            </a:extLst>
          </p:cNvPr>
          <p:cNvSpPr txBox="1">
            <a:spLocks/>
          </p:cNvSpPr>
          <p:nvPr/>
        </p:nvSpPr>
        <p:spPr>
          <a:xfrm>
            <a:off x="652781" y="2745758"/>
            <a:ext cx="6799580" cy="2803460"/>
          </a:xfrm>
          <a:prstGeom prst="rect">
            <a:avLst/>
          </a:prstGeom>
        </p:spPr>
        <p:txBody>
          <a:bodyPr vert="horz" wrap="square" lIns="0" tIns="91440" rIns="146304" bIns="91440" rtlCol="0">
            <a:spAutoFit/>
          </a:bodyPr>
          <a:lstStyle>
            <a:lvl1pPr marL="0" marR="0" indent="0" algn="l" defTabSz="914367" rtl="0" eaLnBrk="1" fontAlgn="auto" latinLnBrk="0" hangingPunct="1">
              <a:lnSpc>
                <a:spcPct val="100000"/>
              </a:lnSpc>
              <a:spcBef>
                <a:spcPts val="392"/>
              </a:spcBef>
              <a:spcAft>
                <a:spcPts val="588"/>
              </a:spcAft>
              <a:buClrTx/>
              <a:buSzPct val="90000"/>
              <a:buFont typeface="Wingdings" panose="05000000000000000000" pitchFamily="2" charset="2"/>
              <a:buNone/>
              <a:tabLst/>
              <a:defRPr sz="2400" kern="1200" spc="-49" baseline="0">
                <a:solidFill>
                  <a:srgbClr val="000000"/>
                </a:solidFill>
                <a:latin typeface="+mj-lt"/>
                <a:ea typeface="+mn-ea"/>
                <a:cs typeface="+mn-cs"/>
              </a:defRPr>
            </a:lvl1pPr>
            <a:lvl2pPr marL="0" marR="0" indent="0" algn="l" defTabSz="914367" rtl="0" eaLnBrk="1" fontAlgn="auto" latinLnBrk="0" hangingPunct="1">
              <a:lnSpc>
                <a:spcPct val="100000"/>
              </a:lnSpc>
              <a:spcBef>
                <a:spcPts val="392"/>
              </a:spcBef>
              <a:spcAft>
                <a:spcPts val="588"/>
              </a:spcAft>
              <a:buClrTx/>
              <a:buSzPct val="90000"/>
              <a:buFontTx/>
              <a:buNone/>
              <a:tabLst/>
              <a:defRPr sz="2000" kern="1200" spc="0" baseline="0">
                <a:solidFill>
                  <a:schemeClr val="tx1"/>
                </a:solidFill>
                <a:latin typeface="+mn-lt"/>
                <a:ea typeface="+mn-ea"/>
                <a:cs typeface="+mn-cs"/>
              </a:defRPr>
            </a:lvl2pPr>
            <a:lvl3pPr marL="0" marR="0" indent="0" algn="l" defTabSz="914367" rtl="0" eaLnBrk="1" fontAlgn="auto" latinLnBrk="0" hangingPunct="1">
              <a:lnSpc>
                <a:spcPct val="100000"/>
              </a:lnSpc>
              <a:spcBef>
                <a:spcPts val="392"/>
              </a:spcBef>
              <a:spcAft>
                <a:spcPts val="588"/>
              </a:spcAft>
              <a:buClrTx/>
              <a:buSzPct val="90000"/>
              <a:buFont typeface="Wingdings" panose="05000000000000000000" pitchFamily="2" charset="2"/>
              <a:buNone/>
              <a:tabLst/>
              <a:defRPr sz="1600" kern="1200" spc="0" baseline="0">
                <a:solidFill>
                  <a:schemeClr val="tx1"/>
                </a:solidFill>
                <a:latin typeface="+mj-lt"/>
                <a:ea typeface="+mn-ea"/>
                <a:cs typeface="+mn-cs"/>
              </a:defRPr>
            </a:lvl3pPr>
            <a:lvl4pPr marL="0" marR="0" indent="0" algn="l" defTabSz="914367" rtl="0" eaLnBrk="1" fontAlgn="auto" latinLnBrk="0" hangingPunct="1">
              <a:lnSpc>
                <a:spcPct val="100000"/>
              </a:lnSpc>
              <a:spcBef>
                <a:spcPts val="392"/>
              </a:spcBef>
              <a:spcAft>
                <a:spcPts val="588"/>
              </a:spcAft>
              <a:buClrTx/>
              <a:buSzPct val="90000"/>
              <a:buFont typeface="Wingdings" panose="05000000000000000000" pitchFamily="2" charset="2"/>
              <a:buNone/>
              <a:tabLst/>
              <a:defRPr sz="1600" kern="1200" spc="0" baseline="0">
                <a:solidFill>
                  <a:schemeClr val="tx1"/>
                </a:solidFill>
                <a:latin typeface="+mn-lt"/>
                <a:ea typeface="+mn-ea"/>
                <a:cs typeface="+mn-cs"/>
              </a:defRPr>
            </a:lvl4pPr>
            <a:lvl5pPr marL="0" marR="0" indent="0" algn="l" defTabSz="914367" rtl="0" eaLnBrk="1" fontAlgn="auto" latinLnBrk="0" hangingPunct="1">
              <a:lnSpc>
                <a:spcPct val="100000"/>
              </a:lnSpc>
              <a:spcBef>
                <a:spcPts val="392"/>
              </a:spcBef>
              <a:spcAft>
                <a:spcPts val="588"/>
              </a:spcAft>
              <a:buClrTx/>
              <a:buSzPct val="90000"/>
              <a:buFont typeface="Wingdings" panose="05000000000000000000" pitchFamily="2" charset="2"/>
              <a:buNone/>
              <a:tabLst/>
              <a:defRPr sz="1200" b="1" kern="1200" spc="0" baseline="0">
                <a:solidFill>
                  <a:schemeClr val="tx1"/>
                </a:solidFill>
                <a:latin typeface="+mn-lt"/>
                <a:ea typeface="+mn-ea"/>
                <a:cs typeface="+mn-cs"/>
              </a:defRPr>
            </a:lvl5pPr>
            <a:lvl6pPr marL="2285916" indent="0" algn="l" defTabSz="914367" rtl="0" eaLnBrk="1" latinLnBrk="0" hangingPunct="1">
              <a:spcBef>
                <a:spcPct val="20000"/>
              </a:spcBef>
              <a:buFont typeface="Arial" pitchFamily="34" charset="0"/>
              <a:buNone/>
              <a:defRPr sz="1961" kern="1200">
                <a:solidFill>
                  <a:schemeClr val="tx1"/>
                </a:solidFill>
                <a:latin typeface="+mn-lt"/>
                <a:ea typeface="+mn-ea"/>
                <a:cs typeface="+mn-cs"/>
              </a:defRPr>
            </a:lvl6pPr>
            <a:lvl7pPr marL="0" indent="0" algn="l" defTabSz="914367" rtl="0" eaLnBrk="1" latinLnBrk="0" hangingPunct="1">
              <a:lnSpc>
                <a:spcPct val="100000"/>
              </a:lnSpc>
              <a:spcBef>
                <a:spcPts val="392"/>
              </a:spcBef>
              <a:spcAft>
                <a:spcPts val="588"/>
              </a:spcAft>
              <a:buFont typeface="Arial" pitchFamily="34" charset="0"/>
              <a:buNone/>
              <a:defRPr sz="1200" kern="1200">
                <a:solidFill>
                  <a:schemeClr val="tx1"/>
                </a:solidFill>
                <a:latin typeface="+mn-lt"/>
                <a:ea typeface="+mn-ea"/>
                <a:cs typeface="+mn-cs"/>
              </a:defRPr>
            </a:lvl7pPr>
            <a:lvl8pPr marL="3428877"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8pPr>
            <a:lvl9pPr marL="3886061"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9pPr>
          </a:lstStyle>
          <a:p>
            <a:pPr marL="457200" lvl="1" indent="-457200">
              <a:lnSpc>
                <a:spcPct val="114000"/>
              </a:lnSpc>
              <a:buFont typeface="Arial" panose="020B0604020202020204" pitchFamily="34" charset="0"/>
              <a:buChar char="•"/>
            </a:pPr>
            <a:r>
              <a:rPr lang="en-US" sz="2400" dirty="0">
                <a:cs typeface="Segoe UI Semilight" panose="020B0402040204020203" pitchFamily="34" charset="0"/>
              </a:rPr>
              <a:t>Evaluates and identifies Azure resources that do not comply with your policies.</a:t>
            </a:r>
          </a:p>
          <a:p>
            <a:pPr marL="457200" lvl="1" indent="-457200">
              <a:lnSpc>
                <a:spcPct val="114000"/>
              </a:lnSpc>
              <a:buFont typeface="Arial" panose="020B0604020202020204" pitchFamily="34" charset="0"/>
              <a:buChar char="•"/>
            </a:pPr>
            <a:r>
              <a:rPr lang="en-US" sz="2400" dirty="0">
                <a:cs typeface="Segoe UI Semilight" panose="020B0402040204020203" pitchFamily="34" charset="0"/>
              </a:rPr>
              <a:t>Provides built-in policy and initiative definitions, under categories such as Storage, Networking, Compute, Security Center, and Monitoring.</a:t>
            </a:r>
          </a:p>
        </p:txBody>
      </p:sp>
      <p:pic>
        <p:nvPicPr>
          <p:cNvPr id="3" name="Graphic 2">
            <a:extLst>
              <a:ext uri="{FF2B5EF4-FFF2-40B4-BE49-F238E27FC236}">
                <a16:creationId xmlns:a16="http://schemas.microsoft.com/office/drawing/2014/main" id="{ABD3E443-456F-42C4-B57B-F32DC1649FD3}"/>
              </a:ext>
              <a:ext uri="{C183D7F6-B498-43B3-948B-1728B52AA6E4}">
                <adec:decorative xmlns:adec="http://schemas.microsoft.com/office/drawing/2017/decorative" val="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168813" y="2775335"/>
            <a:ext cx="2748107" cy="2748107"/>
          </a:xfrm>
          <a:prstGeom prst="rect">
            <a:avLst/>
          </a:prstGeom>
        </p:spPr>
      </p:pic>
    </p:spTree>
    <p:extLst>
      <p:ext uri="{BB962C8B-B14F-4D97-AF65-F5344CB8AC3E}">
        <p14:creationId xmlns:p14="http://schemas.microsoft.com/office/powerpoint/2010/main" val="33902380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p:txBody>
          <a:bodyPr/>
          <a:lstStyle/>
          <a:p>
            <a:r>
              <a:rPr lang="en-US" noProof="0"/>
              <a:t>Azure Blueprints</a:t>
            </a:r>
          </a:p>
        </p:txBody>
      </p:sp>
      <p:sp>
        <p:nvSpPr>
          <p:cNvPr id="6" name="Text Placeholder 5"/>
          <p:cNvSpPr>
            <a:spLocks noGrp="1"/>
          </p:cNvSpPr>
          <p:nvPr>
            <p:ph sz="quarter" idx="10"/>
          </p:nvPr>
        </p:nvSpPr>
        <p:spPr>
          <a:xfrm>
            <a:off x="419100" y="1456897"/>
            <a:ext cx="11340811" cy="3652282"/>
          </a:xfrm>
        </p:spPr>
        <p:txBody>
          <a:bodyPr/>
          <a:lstStyle/>
          <a:p>
            <a:r>
              <a:rPr lang="en-US" i="0" dirty="0">
                <a:solidFill>
                  <a:srgbClr val="171717"/>
                </a:solidFill>
                <a:effectLst/>
                <a:latin typeface="+mj-lt"/>
              </a:rPr>
              <a:t>Azure Blueprints</a:t>
            </a:r>
            <a:r>
              <a:rPr lang="en-US" b="1" i="0" dirty="0">
                <a:solidFill>
                  <a:srgbClr val="171717"/>
                </a:solidFill>
                <a:effectLst/>
                <a:latin typeface="Segoe UI" panose="020B0502040204020203" pitchFamily="34" charset="0"/>
              </a:rPr>
              <a:t> </a:t>
            </a:r>
            <a:r>
              <a:rPr lang="en-US" b="0" i="0" dirty="0">
                <a:solidFill>
                  <a:srgbClr val="171717"/>
                </a:solidFill>
                <a:effectLst/>
                <a:latin typeface="Segoe UI" panose="020B0502040204020203" pitchFamily="34" charset="0"/>
              </a:rPr>
              <a:t>makes it possible for development teams to rapidly build and stand up new environments. Development teams can quickly build trust through organizational compliance with a set of built-in components</a:t>
            </a:r>
            <a:r>
              <a:rPr lang="en-US" dirty="0">
                <a:solidFill>
                  <a:srgbClr val="171717"/>
                </a:solidFill>
                <a:latin typeface="Segoe UI" panose="020B0502040204020203" pitchFamily="34" charset="0"/>
              </a:rPr>
              <a:t> </a:t>
            </a:r>
            <a:r>
              <a:rPr lang="en-US" b="0" i="0" dirty="0">
                <a:solidFill>
                  <a:srgbClr val="171717"/>
                </a:solidFill>
                <a:effectLst/>
                <a:latin typeface="Segoe UI" panose="020B0502040204020203" pitchFamily="34" charset="0"/>
              </a:rPr>
              <a:t>(such as networking</a:t>
            </a:r>
            <a:r>
              <a:rPr lang="en-US" dirty="0">
                <a:solidFill>
                  <a:srgbClr val="171717"/>
                </a:solidFill>
                <a:latin typeface="Segoe UI" panose="020B0502040204020203" pitchFamily="34" charset="0"/>
              </a:rPr>
              <a:t>)</a:t>
            </a:r>
            <a:r>
              <a:rPr lang="en-US" b="0" i="0" dirty="0">
                <a:solidFill>
                  <a:srgbClr val="171717"/>
                </a:solidFill>
                <a:effectLst/>
                <a:latin typeface="Segoe UI" panose="020B0502040204020203" pitchFamily="34" charset="0"/>
              </a:rPr>
              <a:t> in order to speed up development and delivery.</a:t>
            </a:r>
          </a:p>
          <a:p>
            <a:pPr marL="342900" indent="-342900">
              <a:buFont typeface="Arial" panose="020B0604020202020204" pitchFamily="34" charset="0"/>
              <a:buChar char="•"/>
            </a:pPr>
            <a:r>
              <a:rPr lang="en-US" sz="2400" noProof="0" dirty="0">
                <a:solidFill>
                  <a:srgbClr val="171717"/>
                </a:solidFill>
                <a:latin typeface="Segoe UI" panose="020B0502040204020203" pitchFamily="34" charset="0"/>
                <a:cs typeface="Segoe UI" panose="020B0502040204020203" pitchFamily="34" charset="0"/>
              </a:rPr>
              <a:t>Role Assignments</a:t>
            </a:r>
          </a:p>
          <a:p>
            <a:pPr marL="342900" indent="-342900">
              <a:buFont typeface="Arial" panose="020B0604020202020204" pitchFamily="34" charset="0"/>
              <a:buChar char="•"/>
            </a:pPr>
            <a:r>
              <a:rPr lang="en-US" sz="2400" noProof="0" dirty="0">
                <a:solidFill>
                  <a:srgbClr val="171717"/>
                </a:solidFill>
                <a:latin typeface="Segoe UI" panose="020B0502040204020203" pitchFamily="34" charset="0"/>
                <a:cs typeface="Segoe UI" panose="020B0502040204020203" pitchFamily="34" charset="0"/>
              </a:rPr>
              <a:t>Policy Assignments</a:t>
            </a:r>
          </a:p>
          <a:p>
            <a:pPr marL="342900" indent="-342900">
              <a:buFont typeface="Arial" panose="020B0604020202020204" pitchFamily="34" charset="0"/>
              <a:buChar char="•"/>
            </a:pPr>
            <a:r>
              <a:rPr lang="en-US" dirty="0">
                <a:solidFill>
                  <a:srgbClr val="171717"/>
                </a:solidFill>
                <a:latin typeface="Segoe UI" panose="020B0502040204020203" pitchFamily="34" charset="0"/>
                <a:cs typeface="Segoe UI" panose="020B0502040204020203" pitchFamily="34" charset="0"/>
              </a:rPr>
              <a:t>Azure Resource Manager Templates</a:t>
            </a:r>
          </a:p>
          <a:p>
            <a:pPr marL="342900" indent="-342900">
              <a:buFont typeface="Arial" panose="020B0604020202020204" pitchFamily="34" charset="0"/>
              <a:buChar char="•"/>
            </a:pPr>
            <a:r>
              <a:rPr lang="en-US" sz="2400" noProof="0" dirty="0">
                <a:solidFill>
                  <a:srgbClr val="171717"/>
                </a:solidFill>
                <a:latin typeface="Segoe UI" panose="020B0502040204020203" pitchFamily="34" charset="0"/>
                <a:cs typeface="Segoe UI" panose="020B0502040204020203" pitchFamily="34" charset="0"/>
              </a:rPr>
              <a:t>Resource Groups</a:t>
            </a:r>
            <a:endParaRPr lang="en-US" sz="2400" noProof="0" dirty="0">
              <a:latin typeface="Segoe UI" panose="020B0502040204020203" pitchFamily="34" charset="0"/>
              <a:cs typeface="Segoe UI" panose="020B0502040204020203" pitchFamily="34" charset="0"/>
            </a:endParaRPr>
          </a:p>
        </p:txBody>
      </p:sp>
      <p:pic>
        <p:nvPicPr>
          <p:cNvPr id="3" name="Graphic 2">
            <a:extLst>
              <a:ext uri="{FF2B5EF4-FFF2-40B4-BE49-F238E27FC236}">
                <a16:creationId xmlns:a16="http://schemas.microsoft.com/office/drawing/2014/main" id="{4C59E150-A658-4E5C-89AE-7A5B0C94EE38}"/>
              </a:ext>
              <a:ext uri="{C183D7F6-B498-43B3-948B-1728B52AA6E4}">
                <adec:decorative xmlns:adec="http://schemas.microsoft.com/office/drawing/2017/decorative" val="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212849" y="2893603"/>
            <a:ext cx="2507500" cy="2507500"/>
          </a:xfrm>
          <a:prstGeom prst="rect">
            <a:avLst/>
          </a:prstGeom>
        </p:spPr>
      </p:pic>
    </p:spTree>
    <p:extLst>
      <p:ext uri="{BB962C8B-B14F-4D97-AF65-F5344CB8AC3E}">
        <p14:creationId xmlns:p14="http://schemas.microsoft.com/office/powerpoint/2010/main" val="34106500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13">
            <a:extLst>
              <a:ext uri="{FF2B5EF4-FFF2-40B4-BE49-F238E27FC236}">
                <a16:creationId xmlns:a16="http://schemas.microsoft.com/office/drawing/2014/main" id="{E307D465-5D56-0B41-96C4-901FFC2422DF}"/>
              </a:ext>
            </a:extLst>
          </p:cNvPr>
          <p:cNvSpPr>
            <a:spLocks noGrp="1"/>
          </p:cNvSpPr>
          <p:nvPr>
            <p:ph type="title"/>
          </p:nvPr>
        </p:nvSpPr>
        <p:spPr/>
        <p:txBody>
          <a:bodyPr/>
          <a:lstStyle/>
          <a:p>
            <a:r>
              <a:rPr lang="en-US" dirty="0"/>
              <a:t>Identifying Non-Compliant Resources</a:t>
            </a:r>
          </a:p>
        </p:txBody>
      </p:sp>
      <p:sp>
        <p:nvSpPr>
          <p:cNvPr id="15" name="Text Placeholder 14">
            <a:extLst>
              <a:ext uri="{FF2B5EF4-FFF2-40B4-BE49-F238E27FC236}">
                <a16:creationId xmlns:a16="http://schemas.microsoft.com/office/drawing/2014/main" id="{7AFD9358-0F0F-DD41-8430-DD40142A3348}"/>
              </a:ext>
            </a:extLst>
          </p:cNvPr>
          <p:cNvSpPr>
            <a:spLocks noGrp="1"/>
          </p:cNvSpPr>
          <p:nvPr>
            <p:ph type="body" sz="quarter" idx="10"/>
          </p:nvPr>
        </p:nvSpPr>
        <p:spPr>
          <a:xfrm>
            <a:off x="372408" y="1288826"/>
            <a:ext cx="11027012" cy="830997"/>
          </a:xfrm>
        </p:spPr>
        <p:txBody>
          <a:bodyPr/>
          <a:lstStyle/>
          <a:p>
            <a:r>
              <a:rPr lang="en-US" dirty="0">
                <a:latin typeface="+mn-lt"/>
                <a:cs typeface="Segoe UI Light" panose="020B0502040204020203" pitchFamily="34" charset="0"/>
              </a:rPr>
              <a:t>Use the applied policy definition to identify resources that aren't compliant with the policy assignment using the Azure portal</a:t>
            </a:r>
          </a:p>
        </p:txBody>
      </p:sp>
      <p:pic>
        <p:nvPicPr>
          <p:cNvPr id="5" name="Picture 4">
            <a:extLst>
              <a:ext uri="{FF2B5EF4-FFF2-40B4-BE49-F238E27FC236}">
                <a16:creationId xmlns:a16="http://schemas.microsoft.com/office/drawing/2014/main" id="{EBB30BC0-EB69-4B75-87F4-9AD87F25F6CB}"/>
              </a:ext>
            </a:extLst>
          </p:cNvPr>
          <p:cNvPicPr>
            <a:picLocks noChangeAspect="1"/>
          </p:cNvPicPr>
          <p:nvPr/>
        </p:nvPicPr>
        <p:blipFill>
          <a:blip r:embed="rId3"/>
          <a:stretch>
            <a:fillRect/>
          </a:stretch>
        </p:blipFill>
        <p:spPr>
          <a:xfrm>
            <a:off x="469017" y="2544875"/>
            <a:ext cx="10496588" cy="3373342"/>
          </a:xfrm>
          <a:prstGeom prst="rect">
            <a:avLst/>
          </a:prstGeom>
        </p:spPr>
      </p:pic>
      <p:pic>
        <p:nvPicPr>
          <p:cNvPr id="6" name="Picture 5">
            <a:extLst>
              <a:ext uri="{FF2B5EF4-FFF2-40B4-BE49-F238E27FC236}">
                <a16:creationId xmlns:a16="http://schemas.microsoft.com/office/drawing/2014/main" id="{E44F1669-1AEC-494D-8611-CD5FF9757BD8}"/>
              </a:ext>
            </a:extLst>
          </p:cNvPr>
          <p:cNvPicPr>
            <a:picLocks noChangeAspect="1"/>
          </p:cNvPicPr>
          <p:nvPr/>
        </p:nvPicPr>
        <p:blipFill>
          <a:blip r:embed="rId4"/>
          <a:stretch>
            <a:fillRect/>
          </a:stretch>
        </p:blipFill>
        <p:spPr>
          <a:xfrm>
            <a:off x="11038930" y="6046757"/>
            <a:ext cx="720981" cy="663302"/>
          </a:xfrm>
          <a:prstGeom prst="rect">
            <a:avLst/>
          </a:prstGeom>
        </p:spPr>
      </p:pic>
    </p:spTree>
    <p:extLst>
      <p:ext uri="{BB962C8B-B14F-4D97-AF65-F5344CB8AC3E}">
        <p14:creationId xmlns:p14="http://schemas.microsoft.com/office/powerpoint/2010/main" val="2683363381"/>
      </p:ext>
    </p:extLst>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13">
            <a:extLst>
              <a:ext uri="{FF2B5EF4-FFF2-40B4-BE49-F238E27FC236}">
                <a16:creationId xmlns:a16="http://schemas.microsoft.com/office/drawing/2014/main" id="{E307D465-5D56-0B41-96C4-901FFC2422DF}"/>
              </a:ext>
            </a:extLst>
          </p:cNvPr>
          <p:cNvSpPr>
            <a:spLocks noGrp="1"/>
          </p:cNvSpPr>
          <p:nvPr>
            <p:ph type="title"/>
          </p:nvPr>
        </p:nvSpPr>
        <p:spPr>
          <a:xfrm>
            <a:off x="442766" y="469799"/>
            <a:ext cx="11306469" cy="403079"/>
          </a:xfrm>
        </p:spPr>
        <p:txBody>
          <a:bodyPr/>
          <a:lstStyle/>
          <a:p>
            <a:r>
              <a:rPr lang="en-US" dirty="0"/>
              <a:t>View Policy Evaluation Results</a:t>
            </a:r>
          </a:p>
        </p:txBody>
      </p:sp>
      <p:sp>
        <p:nvSpPr>
          <p:cNvPr id="15" name="Text Placeholder 14">
            <a:extLst>
              <a:ext uri="{FF2B5EF4-FFF2-40B4-BE49-F238E27FC236}">
                <a16:creationId xmlns:a16="http://schemas.microsoft.com/office/drawing/2014/main" id="{7AFD9358-0F0F-DD41-8430-DD40142A3348}"/>
              </a:ext>
            </a:extLst>
          </p:cNvPr>
          <p:cNvSpPr>
            <a:spLocks noGrp="1"/>
          </p:cNvSpPr>
          <p:nvPr>
            <p:ph type="body" sz="quarter" idx="10"/>
          </p:nvPr>
        </p:nvSpPr>
        <p:spPr>
          <a:xfrm>
            <a:off x="455995" y="1922800"/>
            <a:ext cx="9384447" cy="514756"/>
          </a:xfrm>
        </p:spPr>
        <p:txBody>
          <a:bodyPr/>
          <a:lstStyle/>
          <a:p>
            <a:pPr>
              <a:lnSpc>
                <a:spcPct val="100000"/>
              </a:lnSpc>
            </a:pPr>
            <a:r>
              <a:rPr lang="en-US" sz="2745" dirty="0">
                <a:latin typeface="Segoe UI Light" panose="020B0502040204020203" pitchFamily="34" charset="0"/>
                <a:cs typeface="Segoe UI Light" panose="020B0502040204020203" pitchFamily="34" charset="0"/>
              </a:rPr>
              <a:t>Lorem</a:t>
            </a:r>
          </a:p>
        </p:txBody>
      </p:sp>
      <p:pic>
        <p:nvPicPr>
          <p:cNvPr id="5" name="Picture 4">
            <a:extLst>
              <a:ext uri="{FF2B5EF4-FFF2-40B4-BE49-F238E27FC236}">
                <a16:creationId xmlns:a16="http://schemas.microsoft.com/office/drawing/2014/main" id="{BFDB063E-B624-4C1C-93C8-508CA4D6E983}"/>
              </a:ext>
            </a:extLst>
          </p:cNvPr>
          <p:cNvPicPr>
            <a:picLocks noChangeAspect="1"/>
          </p:cNvPicPr>
          <p:nvPr/>
        </p:nvPicPr>
        <p:blipFill>
          <a:blip r:embed="rId3"/>
          <a:stretch>
            <a:fillRect/>
          </a:stretch>
        </p:blipFill>
        <p:spPr>
          <a:xfrm>
            <a:off x="313018" y="1249325"/>
            <a:ext cx="11348997" cy="4830122"/>
          </a:xfrm>
          <a:prstGeom prst="rect">
            <a:avLst/>
          </a:prstGeom>
        </p:spPr>
      </p:pic>
    </p:spTree>
    <p:extLst>
      <p:ext uri="{BB962C8B-B14F-4D97-AF65-F5344CB8AC3E}">
        <p14:creationId xmlns:p14="http://schemas.microsoft.com/office/powerpoint/2010/main" val="159434234"/>
      </p:ext>
    </p:extLst>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p:txBody>
          <a:bodyPr/>
          <a:lstStyle/>
          <a:p>
            <a:r>
              <a:rPr lang="en-US" noProof="0" dirty="0"/>
              <a:t>Resource locks</a:t>
            </a:r>
          </a:p>
        </p:txBody>
      </p:sp>
      <p:sp>
        <p:nvSpPr>
          <p:cNvPr id="6" name="Text Placeholder 5"/>
          <p:cNvSpPr>
            <a:spLocks noGrp="1"/>
          </p:cNvSpPr>
          <p:nvPr>
            <p:ph sz="quarter" idx="10"/>
          </p:nvPr>
        </p:nvSpPr>
        <p:spPr>
          <a:xfrm>
            <a:off x="419100" y="1456897"/>
            <a:ext cx="11340811" cy="1420902"/>
          </a:xfrm>
        </p:spPr>
        <p:txBody>
          <a:bodyPr/>
          <a:lstStyle/>
          <a:p>
            <a:pPr marL="457200" indent="-457200">
              <a:buFont typeface="Arial" panose="020B0604020202020204" pitchFamily="34" charset="0"/>
              <a:buChar char="•"/>
            </a:pPr>
            <a:r>
              <a:rPr lang="en-US" noProof="0" dirty="0">
                <a:latin typeface="+mn-lt"/>
              </a:rPr>
              <a:t>Protect your Azure resources from accidental deletion or modification. </a:t>
            </a:r>
          </a:p>
          <a:p>
            <a:pPr marL="457200" indent="-457200">
              <a:buFont typeface="Arial" panose="020B0604020202020204" pitchFamily="34" charset="0"/>
              <a:buChar char="•"/>
            </a:pPr>
            <a:r>
              <a:rPr lang="en-US" noProof="0" dirty="0">
                <a:latin typeface="+mn-lt"/>
              </a:rPr>
              <a:t>Manage locks at subscription, resource group, or individual resource levels within Azure Portal.</a:t>
            </a:r>
          </a:p>
        </p:txBody>
      </p:sp>
      <p:graphicFrame>
        <p:nvGraphicFramePr>
          <p:cNvPr id="2" name="Table 1"/>
          <p:cNvGraphicFramePr>
            <a:graphicFrameLocks noGrp="1"/>
          </p:cNvGraphicFramePr>
          <p:nvPr>
            <p:extLst>
              <p:ext uri="{D42A27DB-BD31-4B8C-83A1-F6EECF244321}">
                <p14:modId xmlns:p14="http://schemas.microsoft.com/office/powerpoint/2010/main" val="242997275"/>
              </p:ext>
            </p:extLst>
          </p:nvPr>
        </p:nvGraphicFramePr>
        <p:xfrm>
          <a:off x="1115161" y="3371581"/>
          <a:ext cx="9948232" cy="1645920"/>
        </p:xfrm>
        <a:graphic>
          <a:graphicData uri="http://schemas.openxmlformats.org/drawingml/2006/table">
            <a:tbl>
              <a:tblPr firstRow="1" firstCol="1" bandRow="1">
                <a:tableStyleId>{5C22544A-7EE6-4342-B048-85BDC9FD1C3A}</a:tableStyleId>
              </a:tblPr>
              <a:tblGrid>
                <a:gridCol w="3295352">
                  <a:extLst>
                    <a:ext uri="{9D8B030D-6E8A-4147-A177-3AD203B41FA5}">
                      <a16:colId xmlns:a16="http://schemas.microsoft.com/office/drawing/2014/main" val="20000"/>
                    </a:ext>
                  </a:extLst>
                </a:gridCol>
                <a:gridCol w="1994056">
                  <a:extLst>
                    <a:ext uri="{9D8B030D-6E8A-4147-A177-3AD203B41FA5}">
                      <a16:colId xmlns:a16="http://schemas.microsoft.com/office/drawing/2014/main" val="20001"/>
                    </a:ext>
                  </a:extLst>
                </a:gridCol>
                <a:gridCol w="2362200">
                  <a:extLst>
                    <a:ext uri="{9D8B030D-6E8A-4147-A177-3AD203B41FA5}">
                      <a16:colId xmlns:a16="http://schemas.microsoft.com/office/drawing/2014/main" val="20002"/>
                    </a:ext>
                  </a:extLst>
                </a:gridCol>
                <a:gridCol w="2296624">
                  <a:extLst>
                    <a:ext uri="{9D8B030D-6E8A-4147-A177-3AD203B41FA5}">
                      <a16:colId xmlns:a16="http://schemas.microsoft.com/office/drawing/2014/main" val="20003"/>
                    </a:ext>
                  </a:extLst>
                </a:gridCol>
              </a:tblGrid>
              <a:tr h="548640">
                <a:tc>
                  <a:txBody>
                    <a:bodyPr/>
                    <a:lstStyle/>
                    <a:p>
                      <a:pPr algn="ctr"/>
                      <a:r>
                        <a:rPr lang="en-US" sz="2400" b="0" dirty="0">
                          <a:latin typeface="+mj-lt"/>
                        </a:rPr>
                        <a:t>Lock Types</a:t>
                      </a:r>
                      <a:endParaRPr lang="en-US" sz="2400" b="0" dirty="0">
                        <a:solidFill>
                          <a:schemeClr val="bg1"/>
                        </a:solidFill>
                        <a:latin typeface="+mj-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400" b="0" dirty="0">
                          <a:latin typeface="+mj-lt"/>
                        </a:rPr>
                        <a:t>Read</a:t>
                      </a:r>
                      <a:endParaRPr lang="en-US" sz="2400" b="0" dirty="0">
                        <a:solidFill>
                          <a:schemeClr val="bg1"/>
                        </a:solidFill>
                        <a:latin typeface="+mj-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400" b="0" dirty="0">
                          <a:latin typeface="+mj-lt"/>
                        </a:rPr>
                        <a:t>Update</a:t>
                      </a:r>
                      <a:endParaRPr lang="en-US" sz="2400" b="0" dirty="0">
                        <a:solidFill>
                          <a:schemeClr val="bg1"/>
                        </a:solidFill>
                        <a:latin typeface="+mj-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400" b="0" dirty="0">
                          <a:latin typeface="+mj-lt"/>
                        </a:rPr>
                        <a:t>Delete</a:t>
                      </a:r>
                      <a:endParaRPr lang="en-US" sz="2400" b="0" dirty="0">
                        <a:solidFill>
                          <a:schemeClr val="bg1"/>
                        </a:solidFill>
                        <a:latin typeface="+mj-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548640">
                <a:tc>
                  <a:txBody>
                    <a:bodyPr/>
                    <a:lstStyle/>
                    <a:p>
                      <a:pPr algn="ctr"/>
                      <a:r>
                        <a:rPr lang="en-US" sz="2400" b="0" dirty="0"/>
                        <a:t>Delete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400" b="0" dirty="0"/>
                        <a:t>Yes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400" b="0" dirty="0"/>
                        <a:t>Yes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400" b="0" dirty="0"/>
                        <a:t>No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2"/>
                  </a:ext>
                </a:extLst>
              </a:tr>
              <a:tr h="548640">
                <a:tc>
                  <a:txBody>
                    <a:bodyPr/>
                    <a:lstStyle/>
                    <a:p>
                      <a:pPr algn="ctr"/>
                      <a:r>
                        <a:rPr lang="en-US" sz="2400" b="0" dirty="0" err="1"/>
                        <a:t>ReadOnly</a:t>
                      </a:r>
                      <a:endParaRPr lang="en-US" sz="2400" b="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400" b="0" dirty="0"/>
                        <a:t>Yes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400" b="0" dirty="0"/>
                        <a:t>No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400" b="0" dirty="0"/>
                        <a:t>No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39092771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p:txBody>
          <a:bodyPr/>
          <a:lstStyle/>
          <a:p>
            <a:r>
              <a:rPr lang="en-US" dirty="0"/>
              <a:t>T</a:t>
            </a:r>
            <a:r>
              <a:rPr lang="en-US" noProof="0" dirty="0" err="1"/>
              <a:t>ags</a:t>
            </a:r>
            <a:endParaRPr lang="en-US" noProof="0" dirty="0"/>
          </a:p>
        </p:txBody>
      </p:sp>
      <p:sp>
        <p:nvSpPr>
          <p:cNvPr id="2" name="Content Placeholder 1">
            <a:extLst>
              <a:ext uri="{FF2B5EF4-FFF2-40B4-BE49-F238E27FC236}">
                <a16:creationId xmlns:a16="http://schemas.microsoft.com/office/drawing/2014/main" id="{C167F9FB-F2C5-4D64-A5CF-249374BD8B9F}"/>
              </a:ext>
            </a:extLst>
          </p:cNvPr>
          <p:cNvSpPr>
            <a:spLocks noGrp="1"/>
          </p:cNvSpPr>
          <p:nvPr>
            <p:ph sz="quarter" idx="10"/>
          </p:nvPr>
        </p:nvSpPr>
        <p:spPr>
          <a:xfrm>
            <a:off x="419101" y="1456896"/>
            <a:ext cx="5958580" cy="3932983"/>
          </a:xfrm>
        </p:spPr>
        <p:txBody>
          <a:bodyPr/>
          <a:lstStyle/>
          <a:p>
            <a:pPr marL="282575" indent="-282575">
              <a:buFont typeface="Arial" panose="020B0604020202020204" pitchFamily="34" charset="0"/>
              <a:buChar char="•"/>
            </a:pPr>
            <a:r>
              <a:rPr lang="en-IE" dirty="0">
                <a:latin typeface="+mn-lt"/>
              </a:rPr>
              <a:t>Provides metadata for your Azure resources. </a:t>
            </a:r>
          </a:p>
          <a:p>
            <a:pPr marL="282575" indent="-282575">
              <a:buFont typeface="Arial" panose="020B0604020202020204" pitchFamily="34" charset="0"/>
              <a:buChar char="•"/>
            </a:pPr>
            <a:r>
              <a:rPr lang="en-IE" dirty="0">
                <a:latin typeface="+mn-lt"/>
              </a:rPr>
              <a:t>Logically organizes resources into a taxonomy. </a:t>
            </a:r>
          </a:p>
          <a:p>
            <a:pPr marL="282575" indent="-282575">
              <a:buFont typeface="Arial" panose="020B0604020202020204" pitchFamily="34" charset="0"/>
              <a:buChar char="•"/>
            </a:pPr>
            <a:r>
              <a:rPr lang="en-IE" dirty="0">
                <a:latin typeface="+mn-lt"/>
              </a:rPr>
              <a:t>Consists of a name-value pair.</a:t>
            </a:r>
          </a:p>
          <a:p>
            <a:pPr marL="282575" indent="-282575">
              <a:buFont typeface="Arial" panose="020B0604020202020204" pitchFamily="34" charset="0"/>
              <a:buChar char="•"/>
            </a:pPr>
            <a:r>
              <a:rPr lang="en-IE" dirty="0">
                <a:latin typeface="+mn-lt"/>
              </a:rPr>
              <a:t>Very useful for rolling up billing information.</a:t>
            </a:r>
          </a:p>
        </p:txBody>
      </p:sp>
      <p:grpSp>
        <p:nvGrpSpPr>
          <p:cNvPr id="3" name="Group 2" descr="Package with a tag on it that shows the Owner is Joe in marketing with another tag showing the cost-center of the package is marketing.">
            <a:extLst>
              <a:ext uri="{FF2B5EF4-FFF2-40B4-BE49-F238E27FC236}">
                <a16:creationId xmlns:a16="http://schemas.microsoft.com/office/drawing/2014/main" id="{0C0164D0-C180-419A-8A84-F5C1135AC719}"/>
              </a:ext>
            </a:extLst>
          </p:cNvPr>
          <p:cNvGrpSpPr/>
          <p:nvPr/>
        </p:nvGrpSpPr>
        <p:grpSpPr>
          <a:xfrm>
            <a:off x="5908564" y="695033"/>
            <a:ext cx="5628116" cy="4658360"/>
            <a:chOff x="6389914" y="1189038"/>
            <a:chExt cx="5698039" cy="4718086"/>
          </a:xfrm>
        </p:grpSpPr>
        <p:grpSp>
          <p:nvGrpSpPr>
            <p:cNvPr id="10" name="Group 9" descr="Several tags are shown: owner:joe, department:marketing,environment:production, and cost-center:marketing. ">
              <a:extLst>
                <a:ext uri="{FF2B5EF4-FFF2-40B4-BE49-F238E27FC236}">
                  <a16:creationId xmlns:a16="http://schemas.microsoft.com/office/drawing/2014/main" id="{82F74496-61E1-477D-9885-26F1AA54C56E}"/>
                </a:ext>
              </a:extLst>
            </p:cNvPr>
            <p:cNvGrpSpPr/>
            <p:nvPr/>
          </p:nvGrpSpPr>
          <p:grpSpPr>
            <a:xfrm>
              <a:off x="6389914" y="4791210"/>
              <a:ext cx="5698039" cy="1115914"/>
              <a:chOff x="5085557" y="5445224"/>
              <a:chExt cx="7400359" cy="1115914"/>
            </a:xfrm>
          </p:grpSpPr>
          <p:sp>
            <p:nvSpPr>
              <p:cNvPr id="11" name="Rectangle 10">
                <a:extLst>
                  <a:ext uri="{FF2B5EF4-FFF2-40B4-BE49-F238E27FC236}">
                    <a16:creationId xmlns:a16="http://schemas.microsoft.com/office/drawing/2014/main" id="{4E66ACC0-1EC6-4F42-9FE9-36D4490E359F}"/>
                  </a:ext>
                </a:extLst>
              </p:cNvPr>
              <p:cNvSpPr>
                <a:spLocks/>
              </p:cNvSpPr>
              <p:nvPr/>
            </p:nvSpPr>
            <p:spPr>
              <a:xfrm>
                <a:off x="5085557" y="5445224"/>
                <a:ext cx="3661436" cy="1115914"/>
              </a:xfrm>
              <a:prstGeom prst="rect">
                <a:avLst/>
              </a:prstGeom>
              <a:solidFill>
                <a:schemeClr val="bg1">
                  <a:lumMod val="95000"/>
                </a:schemeClr>
              </a:solidFill>
              <a:ln>
                <a:solidFill>
                  <a:schemeClr val="bg1">
                    <a:lumMod val="75000"/>
                  </a:schemeClr>
                </a:solidFill>
              </a:ln>
            </p:spPr>
            <p:txBody>
              <a:bodyPr wrap="none" lIns="146304"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505050"/>
                    </a:solidFill>
                    <a:effectLst/>
                    <a:uLnTx/>
                    <a:uFillTx/>
                    <a:latin typeface="Segoe UI"/>
                    <a:ea typeface="+mn-ea"/>
                    <a:cs typeface="+mn-cs"/>
                  </a:rPr>
                  <a:t>owner: joe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505050"/>
                    </a:solidFill>
                    <a:effectLst/>
                    <a:uLnTx/>
                    <a:uFillTx/>
                    <a:latin typeface="Segoe UI"/>
                    <a:ea typeface="+mn-ea"/>
                    <a:cs typeface="+mn-cs"/>
                  </a:rPr>
                  <a:t>department: marketing</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505050"/>
                    </a:solidFill>
                    <a:effectLst/>
                    <a:uLnTx/>
                    <a:uFillTx/>
                    <a:latin typeface="Segoe UI"/>
                    <a:ea typeface="+mn-ea"/>
                    <a:cs typeface="+mn-cs"/>
                  </a:rPr>
                  <a:t>environment: production	</a:t>
                </a:r>
              </a:p>
            </p:txBody>
          </p:sp>
          <p:sp>
            <p:nvSpPr>
              <p:cNvPr id="12" name="Rectangle 11">
                <a:extLst>
                  <a:ext uri="{FF2B5EF4-FFF2-40B4-BE49-F238E27FC236}">
                    <a16:creationId xmlns:a16="http://schemas.microsoft.com/office/drawing/2014/main" id="{3A82C1E5-5C94-4E3C-ACE3-6FB07AB3A6F7}"/>
                  </a:ext>
                </a:extLst>
              </p:cNvPr>
              <p:cNvSpPr>
                <a:spLocks/>
              </p:cNvSpPr>
              <p:nvPr/>
            </p:nvSpPr>
            <p:spPr>
              <a:xfrm>
                <a:off x="8918109" y="5445224"/>
                <a:ext cx="3567807" cy="1115914"/>
              </a:xfrm>
              <a:prstGeom prst="rect">
                <a:avLst/>
              </a:prstGeom>
              <a:solidFill>
                <a:schemeClr val="bg1">
                  <a:lumMod val="95000"/>
                </a:schemeClr>
              </a:solidFill>
              <a:ln>
                <a:solidFill>
                  <a:schemeClr val="bg1">
                    <a:lumMod val="75000"/>
                  </a:schemeClr>
                </a:solidFill>
              </a:ln>
            </p:spPr>
            <p:txBody>
              <a:bodyPr wrap="none" lIns="146304"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505050"/>
                    </a:solidFill>
                    <a:effectLst/>
                    <a:uLnTx/>
                    <a:uFillTx/>
                    <a:latin typeface="Segoe UI"/>
                    <a:ea typeface="+mn-ea"/>
                    <a:cs typeface="+mn-cs"/>
                  </a:rPr>
                  <a:t>cost-center: marketing</a:t>
                </a:r>
              </a:p>
            </p:txBody>
          </p:sp>
        </p:grpSp>
        <p:grpSp>
          <p:nvGrpSpPr>
            <p:cNvPr id="13" name="Group 12" descr="A tag is associated with a resource or a resource group. ">
              <a:extLst>
                <a:ext uri="{FF2B5EF4-FFF2-40B4-BE49-F238E27FC236}">
                  <a16:creationId xmlns:a16="http://schemas.microsoft.com/office/drawing/2014/main" id="{59658300-E451-4B82-B3CC-5FDFB528B92B}"/>
                </a:ext>
              </a:extLst>
            </p:cNvPr>
            <p:cNvGrpSpPr/>
            <p:nvPr/>
          </p:nvGrpSpPr>
          <p:grpSpPr>
            <a:xfrm>
              <a:off x="7399446" y="1189038"/>
              <a:ext cx="3678974" cy="3176133"/>
              <a:chOff x="6121227" y="1189038"/>
              <a:chExt cx="4698776" cy="3830684"/>
            </a:xfrm>
          </p:grpSpPr>
          <p:sp>
            <p:nvSpPr>
              <p:cNvPr id="14" name="Freeform 25">
                <a:extLst>
                  <a:ext uri="{FF2B5EF4-FFF2-40B4-BE49-F238E27FC236}">
                    <a16:creationId xmlns:a16="http://schemas.microsoft.com/office/drawing/2014/main" id="{8B49AC04-3C49-4563-8FD2-DFADD8091D24}"/>
                  </a:ext>
                </a:extLst>
              </p:cNvPr>
              <p:cNvSpPr>
                <a:spLocks/>
              </p:cNvSpPr>
              <p:nvPr/>
            </p:nvSpPr>
            <p:spPr bwMode="auto">
              <a:xfrm>
                <a:off x="6734879" y="2979738"/>
                <a:ext cx="3548515" cy="577850"/>
              </a:xfrm>
              <a:custGeom>
                <a:avLst/>
                <a:gdLst>
                  <a:gd name="T0" fmla="*/ 1315 w 1315"/>
                  <a:gd name="T1" fmla="*/ 283 h 283"/>
                  <a:gd name="T2" fmla="*/ 1315 w 1315"/>
                  <a:gd name="T3" fmla="*/ 46 h 283"/>
                  <a:gd name="T4" fmla="*/ 1268 w 1315"/>
                  <a:gd name="T5" fmla="*/ 0 h 283"/>
                  <a:gd name="T6" fmla="*/ 46 w 1315"/>
                  <a:gd name="T7" fmla="*/ 0 h 283"/>
                  <a:gd name="T8" fmla="*/ 0 w 1315"/>
                  <a:gd name="T9" fmla="*/ 46 h 283"/>
                  <a:gd name="T10" fmla="*/ 0 w 1315"/>
                  <a:gd name="T11" fmla="*/ 283 h 283"/>
                </a:gdLst>
                <a:ahLst/>
                <a:cxnLst>
                  <a:cxn ang="0">
                    <a:pos x="T0" y="T1"/>
                  </a:cxn>
                  <a:cxn ang="0">
                    <a:pos x="T2" y="T3"/>
                  </a:cxn>
                  <a:cxn ang="0">
                    <a:pos x="T4" y="T5"/>
                  </a:cxn>
                  <a:cxn ang="0">
                    <a:pos x="T6" y="T7"/>
                  </a:cxn>
                  <a:cxn ang="0">
                    <a:pos x="T8" y="T9"/>
                  </a:cxn>
                  <a:cxn ang="0">
                    <a:pos x="T10" y="T11"/>
                  </a:cxn>
                </a:cxnLst>
                <a:rect l="0" t="0" r="r" b="b"/>
                <a:pathLst>
                  <a:path w="1315" h="283">
                    <a:moveTo>
                      <a:pt x="1315" y="283"/>
                    </a:moveTo>
                    <a:cubicBezTo>
                      <a:pt x="1315" y="46"/>
                      <a:pt x="1315" y="46"/>
                      <a:pt x="1315" y="46"/>
                    </a:cubicBezTo>
                    <a:cubicBezTo>
                      <a:pt x="1315" y="21"/>
                      <a:pt x="1294" y="0"/>
                      <a:pt x="1268" y="0"/>
                    </a:cubicBezTo>
                    <a:cubicBezTo>
                      <a:pt x="46" y="0"/>
                      <a:pt x="46" y="0"/>
                      <a:pt x="46" y="0"/>
                    </a:cubicBezTo>
                    <a:cubicBezTo>
                      <a:pt x="21" y="0"/>
                      <a:pt x="0" y="21"/>
                      <a:pt x="0" y="46"/>
                    </a:cubicBezTo>
                    <a:cubicBezTo>
                      <a:pt x="0" y="283"/>
                      <a:pt x="0" y="283"/>
                      <a:pt x="0" y="283"/>
                    </a:cubicBezTo>
                  </a:path>
                </a:pathLst>
              </a:custGeom>
              <a:noFill/>
              <a:ln w="3175" cap="flat">
                <a:solidFill>
                  <a:schemeClr val="bg1">
                    <a:lumMod val="75000"/>
                  </a:schemeClr>
                </a:solidFill>
                <a:prstDash val="solid"/>
                <a:miter lim="800000"/>
                <a:headEnd type="oval" w="med" len="med"/>
                <a:tailEnd type="oval" w="med" len="me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505050"/>
                  </a:solidFill>
                  <a:effectLst/>
                  <a:uLnTx/>
                  <a:uFillTx/>
                  <a:latin typeface="Segoe UI"/>
                  <a:ea typeface="+mn-ea"/>
                  <a:cs typeface="+mn-cs"/>
                </a:endParaRPr>
              </a:p>
            </p:txBody>
          </p:sp>
          <p:grpSp>
            <p:nvGrpSpPr>
              <p:cNvPr id="16" name="Group 15">
                <a:extLst>
                  <a:ext uri="{FF2B5EF4-FFF2-40B4-BE49-F238E27FC236}">
                    <a16:creationId xmlns:a16="http://schemas.microsoft.com/office/drawing/2014/main" id="{C18B0276-A4BC-4219-B3D8-D10F861742E2}"/>
                  </a:ext>
                </a:extLst>
              </p:cNvPr>
              <p:cNvGrpSpPr/>
              <p:nvPr/>
            </p:nvGrpSpPr>
            <p:grpSpPr>
              <a:xfrm>
                <a:off x="7514568" y="1189038"/>
                <a:ext cx="2005012" cy="1966912"/>
                <a:chOff x="7797800" y="1189038"/>
                <a:chExt cx="2005012" cy="1966912"/>
              </a:xfrm>
            </p:grpSpPr>
            <p:sp>
              <p:nvSpPr>
                <p:cNvPr id="47" name="Freeform 28">
                  <a:extLst>
                    <a:ext uri="{FF2B5EF4-FFF2-40B4-BE49-F238E27FC236}">
                      <a16:creationId xmlns:a16="http://schemas.microsoft.com/office/drawing/2014/main" id="{FF302027-7202-4EA6-9A1B-EC7798282C37}"/>
                    </a:ext>
                  </a:extLst>
                </p:cNvPr>
                <p:cNvSpPr>
                  <a:spLocks noEditPoints="1"/>
                </p:cNvSpPr>
                <p:nvPr/>
              </p:nvSpPr>
              <p:spPr bwMode="auto">
                <a:xfrm>
                  <a:off x="7797800" y="1189038"/>
                  <a:ext cx="2005012" cy="1963737"/>
                </a:xfrm>
                <a:custGeom>
                  <a:avLst/>
                  <a:gdLst>
                    <a:gd name="T0" fmla="*/ 0 w 982"/>
                    <a:gd name="T1" fmla="*/ 89 h 963"/>
                    <a:gd name="T2" fmla="*/ 6 w 982"/>
                    <a:gd name="T3" fmla="*/ 396 h 963"/>
                    <a:gd name="T4" fmla="*/ 590 w 982"/>
                    <a:gd name="T5" fmla="*/ 963 h 963"/>
                    <a:gd name="T6" fmla="*/ 982 w 982"/>
                    <a:gd name="T7" fmla="*/ 557 h 963"/>
                    <a:gd name="T8" fmla="*/ 404 w 982"/>
                    <a:gd name="T9" fmla="*/ 0 h 963"/>
                    <a:gd name="T10" fmla="*/ 80 w 982"/>
                    <a:gd name="T11" fmla="*/ 5 h 963"/>
                    <a:gd name="T12" fmla="*/ 0 w 982"/>
                    <a:gd name="T13" fmla="*/ 89 h 963"/>
                    <a:gd name="T14" fmla="*/ 221 w 982"/>
                    <a:gd name="T15" fmla="*/ 100 h 963"/>
                    <a:gd name="T16" fmla="*/ 223 w 982"/>
                    <a:gd name="T17" fmla="*/ 217 h 963"/>
                    <a:gd name="T18" fmla="*/ 106 w 982"/>
                    <a:gd name="T19" fmla="*/ 219 h 963"/>
                    <a:gd name="T20" fmla="*/ 104 w 982"/>
                    <a:gd name="T21" fmla="*/ 103 h 963"/>
                    <a:gd name="T22" fmla="*/ 221 w 982"/>
                    <a:gd name="T23" fmla="*/ 100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982" h="963">
                      <a:moveTo>
                        <a:pt x="0" y="89"/>
                      </a:moveTo>
                      <a:cubicBezTo>
                        <a:pt x="6" y="396"/>
                        <a:pt x="6" y="396"/>
                        <a:pt x="6" y="396"/>
                      </a:cubicBezTo>
                      <a:cubicBezTo>
                        <a:pt x="590" y="963"/>
                        <a:pt x="590" y="963"/>
                        <a:pt x="590" y="963"/>
                      </a:cubicBezTo>
                      <a:cubicBezTo>
                        <a:pt x="982" y="557"/>
                        <a:pt x="982" y="557"/>
                        <a:pt x="982" y="557"/>
                      </a:cubicBezTo>
                      <a:cubicBezTo>
                        <a:pt x="404" y="0"/>
                        <a:pt x="404" y="0"/>
                        <a:pt x="404" y="0"/>
                      </a:cubicBezTo>
                      <a:cubicBezTo>
                        <a:pt x="80" y="5"/>
                        <a:pt x="80" y="5"/>
                        <a:pt x="80" y="5"/>
                      </a:cubicBezTo>
                      <a:lnTo>
                        <a:pt x="0" y="89"/>
                      </a:lnTo>
                      <a:close/>
                      <a:moveTo>
                        <a:pt x="221" y="100"/>
                      </a:moveTo>
                      <a:cubicBezTo>
                        <a:pt x="254" y="132"/>
                        <a:pt x="255" y="184"/>
                        <a:pt x="223" y="217"/>
                      </a:cubicBezTo>
                      <a:cubicBezTo>
                        <a:pt x="191" y="250"/>
                        <a:pt x="139" y="251"/>
                        <a:pt x="106" y="219"/>
                      </a:cubicBezTo>
                      <a:cubicBezTo>
                        <a:pt x="74" y="187"/>
                        <a:pt x="73" y="135"/>
                        <a:pt x="104" y="103"/>
                      </a:cubicBezTo>
                      <a:cubicBezTo>
                        <a:pt x="136" y="70"/>
                        <a:pt x="188" y="69"/>
                        <a:pt x="221" y="100"/>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505050"/>
                    </a:solidFill>
                    <a:effectLst/>
                    <a:uLnTx/>
                    <a:uFillTx/>
                    <a:latin typeface="Segoe UI"/>
                    <a:ea typeface="+mn-ea"/>
                    <a:cs typeface="+mn-cs"/>
                  </a:endParaRPr>
                </a:p>
              </p:txBody>
            </p:sp>
            <p:sp>
              <p:nvSpPr>
                <p:cNvPr id="48" name="Freeform 32">
                  <a:extLst>
                    <a:ext uri="{FF2B5EF4-FFF2-40B4-BE49-F238E27FC236}">
                      <a16:creationId xmlns:a16="http://schemas.microsoft.com/office/drawing/2014/main" id="{C2698FF6-5B0F-452D-B799-0C4CE5E474BD}"/>
                    </a:ext>
                  </a:extLst>
                </p:cNvPr>
                <p:cNvSpPr>
                  <a:spLocks/>
                </p:cNvSpPr>
                <p:nvPr/>
              </p:nvSpPr>
              <p:spPr bwMode="auto">
                <a:xfrm>
                  <a:off x="9559924" y="2514600"/>
                  <a:ext cx="50800" cy="58737"/>
                </a:xfrm>
                <a:custGeom>
                  <a:avLst/>
                  <a:gdLst>
                    <a:gd name="T0" fmla="*/ 24 w 25"/>
                    <a:gd name="T1" fmla="*/ 0 h 29"/>
                    <a:gd name="T2" fmla="*/ 24 w 25"/>
                    <a:gd name="T3" fmla="*/ 22 h 29"/>
                    <a:gd name="T4" fmla="*/ 16 w 25"/>
                    <a:gd name="T5" fmla="*/ 29 h 29"/>
                    <a:gd name="T6" fmla="*/ 5 w 25"/>
                    <a:gd name="T7" fmla="*/ 28 h 29"/>
                    <a:gd name="T8" fmla="*/ 3 w 25"/>
                    <a:gd name="T9" fmla="*/ 23 h 29"/>
                    <a:gd name="T10" fmla="*/ 25 w 25"/>
                    <a:gd name="T11" fmla="*/ 0 h 29"/>
                  </a:gdLst>
                  <a:ahLst/>
                  <a:cxnLst>
                    <a:cxn ang="0">
                      <a:pos x="T0" y="T1"/>
                    </a:cxn>
                    <a:cxn ang="0">
                      <a:pos x="T2" y="T3"/>
                    </a:cxn>
                    <a:cxn ang="0">
                      <a:pos x="T4" y="T5"/>
                    </a:cxn>
                    <a:cxn ang="0">
                      <a:pos x="T6" y="T7"/>
                    </a:cxn>
                    <a:cxn ang="0">
                      <a:pos x="T8" y="T9"/>
                    </a:cxn>
                    <a:cxn ang="0">
                      <a:pos x="T10" y="T11"/>
                    </a:cxn>
                  </a:cxnLst>
                  <a:rect l="0" t="0" r="r" b="b"/>
                  <a:pathLst>
                    <a:path w="25" h="29">
                      <a:moveTo>
                        <a:pt x="24" y="0"/>
                      </a:moveTo>
                      <a:cubicBezTo>
                        <a:pt x="24" y="22"/>
                        <a:pt x="24" y="22"/>
                        <a:pt x="24" y="22"/>
                      </a:cubicBezTo>
                      <a:cubicBezTo>
                        <a:pt x="24" y="26"/>
                        <a:pt x="20" y="29"/>
                        <a:pt x="16" y="29"/>
                      </a:cubicBezTo>
                      <a:cubicBezTo>
                        <a:pt x="5" y="28"/>
                        <a:pt x="5" y="28"/>
                        <a:pt x="5" y="28"/>
                      </a:cubicBezTo>
                      <a:cubicBezTo>
                        <a:pt x="1" y="28"/>
                        <a:pt x="0" y="26"/>
                        <a:pt x="3" y="23"/>
                      </a:cubicBezTo>
                      <a:cubicBezTo>
                        <a:pt x="25" y="0"/>
                        <a:pt x="25" y="0"/>
                        <a:pt x="25" y="0"/>
                      </a:cubicBezTo>
                    </a:path>
                  </a:pathLst>
                </a:custGeom>
                <a:solidFill>
                  <a:schemeClr val="accent5">
                    <a:lumMod val="25000"/>
                    <a:lumOff val="75000"/>
                  </a:scheme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505050"/>
                    </a:solidFill>
                    <a:effectLst/>
                    <a:uLnTx/>
                    <a:uFillTx/>
                    <a:latin typeface="Segoe UI"/>
                    <a:ea typeface="+mn-ea"/>
                    <a:cs typeface="+mn-cs"/>
                  </a:endParaRPr>
                </a:p>
              </p:txBody>
            </p:sp>
            <p:sp>
              <p:nvSpPr>
                <p:cNvPr id="49" name="Freeform 33">
                  <a:extLst>
                    <a:ext uri="{FF2B5EF4-FFF2-40B4-BE49-F238E27FC236}">
                      <a16:creationId xmlns:a16="http://schemas.microsoft.com/office/drawing/2014/main" id="{B1508F63-FF60-41F2-A34A-D4F4276B54DB}"/>
                    </a:ext>
                  </a:extLst>
                </p:cNvPr>
                <p:cNvSpPr>
                  <a:spLocks/>
                </p:cNvSpPr>
                <p:nvPr/>
              </p:nvSpPr>
              <p:spPr bwMode="auto">
                <a:xfrm>
                  <a:off x="9502774" y="2573338"/>
                  <a:ext cx="50800" cy="57150"/>
                </a:xfrm>
                <a:custGeom>
                  <a:avLst/>
                  <a:gdLst>
                    <a:gd name="T0" fmla="*/ 25 w 25"/>
                    <a:gd name="T1" fmla="*/ 0 h 28"/>
                    <a:gd name="T2" fmla="*/ 24 w 25"/>
                    <a:gd name="T3" fmla="*/ 21 h 28"/>
                    <a:gd name="T4" fmla="*/ 17 w 25"/>
                    <a:gd name="T5" fmla="*/ 28 h 28"/>
                    <a:gd name="T6" fmla="*/ 5 w 25"/>
                    <a:gd name="T7" fmla="*/ 28 h 28"/>
                    <a:gd name="T8" fmla="*/ 3 w 25"/>
                    <a:gd name="T9" fmla="*/ 22 h 28"/>
                    <a:gd name="T10" fmla="*/ 25 w 25"/>
                    <a:gd name="T11" fmla="*/ 0 h 28"/>
                  </a:gdLst>
                  <a:ahLst/>
                  <a:cxnLst>
                    <a:cxn ang="0">
                      <a:pos x="T0" y="T1"/>
                    </a:cxn>
                    <a:cxn ang="0">
                      <a:pos x="T2" y="T3"/>
                    </a:cxn>
                    <a:cxn ang="0">
                      <a:pos x="T4" y="T5"/>
                    </a:cxn>
                    <a:cxn ang="0">
                      <a:pos x="T6" y="T7"/>
                    </a:cxn>
                    <a:cxn ang="0">
                      <a:pos x="T8" y="T9"/>
                    </a:cxn>
                    <a:cxn ang="0">
                      <a:pos x="T10" y="T11"/>
                    </a:cxn>
                  </a:cxnLst>
                  <a:rect l="0" t="0" r="r" b="b"/>
                  <a:pathLst>
                    <a:path w="25" h="28">
                      <a:moveTo>
                        <a:pt x="25" y="0"/>
                      </a:moveTo>
                      <a:cubicBezTo>
                        <a:pt x="24" y="21"/>
                        <a:pt x="24" y="21"/>
                        <a:pt x="24" y="21"/>
                      </a:cubicBezTo>
                      <a:cubicBezTo>
                        <a:pt x="24" y="25"/>
                        <a:pt x="21" y="28"/>
                        <a:pt x="17" y="28"/>
                      </a:cubicBezTo>
                      <a:cubicBezTo>
                        <a:pt x="5" y="28"/>
                        <a:pt x="5" y="28"/>
                        <a:pt x="5" y="28"/>
                      </a:cubicBezTo>
                      <a:cubicBezTo>
                        <a:pt x="1" y="28"/>
                        <a:pt x="0" y="25"/>
                        <a:pt x="3" y="22"/>
                      </a:cubicBezTo>
                      <a:cubicBezTo>
                        <a:pt x="25" y="0"/>
                        <a:pt x="25" y="0"/>
                        <a:pt x="25" y="0"/>
                      </a:cubicBezTo>
                    </a:path>
                  </a:pathLst>
                </a:custGeom>
                <a:solidFill>
                  <a:schemeClr val="accent5">
                    <a:lumMod val="25000"/>
                    <a:lumOff val="75000"/>
                  </a:scheme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505050"/>
                    </a:solidFill>
                    <a:effectLst/>
                    <a:uLnTx/>
                    <a:uFillTx/>
                    <a:latin typeface="Segoe UI"/>
                    <a:ea typeface="+mn-ea"/>
                    <a:cs typeface="+mn-cs"/>
                  </a:endParaRPr>
                </a:p>
              </p:txBody>
            </p:sp>
            <p:sp>
              <p:nvSpPr>
                <p:cNvPr id="50" name="Freeform 34">
                  <a:extLst>
                    <a:ext uri="{FF2B5EF4-FFF2-40B4-BE49-F238E27FC236}">
                      <a16:creationId xmlns:a16="http://schemas.microsoft.com/office/drawing/2014/main" id="{7A0B0400-6089-48B8-91E7-AA19B9AFCD6C}"/>
                    </a:ext>
                  </a:extLst>
                </p:cNvPr>
                <p:cNvSpPr>
                  <a:spLocks/>
                </p:cNvSpPr>
                <p:nvPr/>
              </p:nvSpPr>
              <p:spPr bwMode="auto">
                <a:xfrm>
                  <a:off x="9447212" y="2630488"/>
                  <a:ext cx="49212" cy="60325"/>
                </a:xfrm>
                <a:custGeom>
                  <a:avLst/>
                  <a:gdLst>
                    <a:gd name="T0" fmla="*/ 24 w 24"/>
                    <a:gd name="T1" fmla="*/ 0 h 29"/>
                    <a:gd name="T2" fmla="*/ 24 w 24"/>
                    <a:gd name="T3" fmla="*/ 22 h 29"/>
                    <a:gd name="T4" fmla="*/ 16 w 24"/>
                    <a:gd name="T5" fmla="*/ 29 h 29"/>
                    <a:gd name="T6" fmla="*/ 5 w 24"/>
                    <a:gd name="T7" fmla="*/ 28 h 29"/>
                    <a:gd name="T8" fmla="*/ 3 w 24"/>
                    <a:gd name="T9" fmla="*/ 23 h 29"/>
                    <a:gd name="T10" fmla="*/ 24 w 24"/>
                    <a:gd name="T11" fmla="*/ 0 h 29"/>
                  </a:gdLst>
                  <a:ahLst/>
                  <a:cxnLst>
                    <a:cxn ang="0">
                      <a:pos x="T0" y="T1"/>
                    </a:cxn>
                    <a:cxn ang="0">
                      <a:pos x="T2" y="T3"/>
                    </a:cxn>
                    <a:cxn ang="0">
                      <a:pos x="T4" y="T5"/>
                    </a:cxn>
                    <a:cxn ang="0">
                      <a:pos x="T6" y="T7"/>
                    </a:cxn>
                    <a:cxn ang="0">
                      <a:pos x="T8" y="T9"/>
                    </a:cxn>
                    <a:cxn ang="0">
                      <a:pos x="T10" y="T11"/>
                    </a:cxn>
                  </a:cxnLst>
                  <a:rect l="0" t="0" r="r" b="b"/>
                  <a:pathLst>
                    <a:path w="24" h="29">
                      <a:moveTo>
                        <a:pt x="24" y="0"/>
                      </a:moveTo>
                      <a:cubicBezTo>
                        <a:pt x="24" y="22"/>
                        <a:pt x="24" y="22"/>
                        <a:pt x="24" y="22"/>
                      </a:cubicBezTo>
                      <a:cubicBezTo>
                        <a:pt x="24" y="26"/>
                        <a:pt x="20" y="29"/>
                        <a:pt x="16" y="29"/>
                      </a:cubicBezTo>
                      <a:cubicBezTo>
                        <a:pt x="5" y="28"/>
                        <a:pt x="5" y="28"/>
                        <a:pt x="5" y="28"/>
                      </a:cubicBezTo>
                      <a:cubicBezTo>
                        <a:pt x="1" y="28"/>
                        <a:pt x="0" y="26"/>
                        <a:pt x="3" y="23"/>
                      </a:cubicBezTo>
                      <a:cubicBezTo>
                        <a:pt x="24" y="0"/>
                        <a:pt x="24" y="0"/>
                        <a:pt x="24" y="0"/>
                      </a:cubicBezTo>
                    </a:path>
                  </a:pathLst>
                </a:custGeom>
                <a:solidFill>
                  <a:schemeClr val="accent5">
                    <a:lumMod val="25000"/>
                    <a:lumOff val="75000"/>
                  </a:scheme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505050"/>
                    </a:solidFill>
                    <a:effectLst/>
                    <a:uLnTx/>
                    <a:uFillTx/>
                    <a:latin typeface="Segoe UI"/>
                    <a:ea typeface="+mn-ea"/>
                    <a:cs typeface="+mn-cs"/>
                  </a:endParaRPr>
                </a:p>
              </p:txBody>
            </p:sp>
            <p:sp>
              <p:nvSpPr>
                <p:cNvPr id="51" name="Freeform 35">
                  <a:extLst>
                    <a:ext uri="{FF2B5EF4-FFF2-40B4-BE49-F238E27FC236}">
                      <a16:creationId xmlns:a16="http://schemas.microsoft.com/office/drawing/2014/main" id="{134B0F4D-1665-4347-8A0A-928841D6D083}"/>
                    </a:ext>
                  </a:extLst>
                </p:cNvPr>
                <p:cNvSpPr>
                  <a:spLocks/>
                </p:cNvSpPr>
                <p:nvPr/>
              </p:nvSpPr>
              <p:spPr bwMode="auto">
                <a:xfrm>
                  <a:off x="9390062" y="2690813"/>
                  <a:ext cx="50800" cy="57150"/>
                </a:xfrm>
                <a:custGeom>
                  <a:avLst/>
                  <a:gdLst>
                    <a:gd name="T0" fmla="*/ 25 w 25"/>
                    <a:gd name="T1" fmla="*/ 0 h 28"/>
                    <a:gd name="T2" fmla="*/ 24 w 25"/>
                    <a:gd name="T3" fmla="*/ 21 h 28"/>
                    <a:gd name="T4" fmla="*/ 17 w 25"/>
                    <a:gd name="T5" fmla="*/ 28 h 28"/>
                    <a:gd name="T6" fmla="*/ 5 w 25"/>
                    <a:gd name="T7" fmla="*/ 28 h 28"/>
                    <a:gd name="T8" fmla="*/ 3 w 25"/>
                    <a:gd name="T9" fmla="*/ 22 h 28"/>
                    <a:gd name="T10" fmla="*/ 25 w 25"/>
                    <a:gd name="T11" fmla="*/ 0 h 28"/>
                  </a:gdLst>
                  <a:ahLst/>
                  <a:cxnLst>
                    <a:cxn ang="0">
                      <a:pos x="T0" y="T1"/>
                    </a:cxn>
                    <a:cxn ang="0">
                      <a:pos x="T2" y="T3"/>
                    </a:cxn>
                    <a:cxn ang="0">
                      <a:pos x="T4" y="T5"/>
                    </a:cxn>
                    <a:cxn ang="0">
                      <a:pos x="T6" y="T7"/>
                    </a:cxn>
                    <a:cxn ang="0">
                      <a:pos x="T8" y="T9"/>
                    </a:cxn>
                    <a:cxn ang="0">
                      <a:pos x="T10" y="T11"/>
                    </a:cxn>
                  </a:cxnLst>
                  <a:rect l="0" t="0" r="r" b="b"/>
                  <a:pathLst>
                    <a:path w="25" h="28">
                      <a:moveTo>
                        <a:pt x="25" y="0"/>
                      </a:moveTo>
                      <a:cubicBezTo>
                        <a:pt x="24" y="21"/>
                        <a:pt x="24" y="21"/>
                        <a:pt x="24" y="21"/>
                      </a:cubicBezTo>
                      <a:cubicBezTo>
                        <a:pt x="24" y="25"/>
                        <a:pt x="21" y="28"/>
                        <a:pt x="17" y="28"/>
                      </a:cubicBezTo>
                      <a:cubicBezTo>
                        <a:pt x="5" y="28"/>
                        <a:pt x="5" y="28"/>
                        <a:pt x="5" y="28"/>
                      </a:cubicBezTo>
                      <a:cubicBezTo>
                        <a:pt x="1" y="28"/>
                        <a:pt x="0" y="25"/>
                        <a:pt x="3" y="22"/>
                      </a:cubicBezTo>
                      <a:cubicBezTo>
                        <a:pt x="25" y="0"/>
                        <a:pt x="25" y="0"/>
                        <a:pt x="25" y="0"/>
                      </a:cubicBezTo>
                    </a:path>
                  </a:pathLst>
                </a:custGeom>
                <a:solidFill>
                  <a:schemeClr val="accent5">
                    <a:lumMod val="25000"/>
                    <a:lumOff val="75000"/>
                  </a:scheme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505050"/>
                    </a:solidFill>
                    <a:effectLst/>
                    <a:uLnTx/>
                    <a:uFillTx/>
                    <a:latin typeface="Segoe UI"/>
                    <a:ea typeface="+mn-ea"/>
                    <a:cs typeface="+mn-cs"/>
                  </a:endParaRPr>
                </a:p>
              </p:txBody>
            </p:sp>
            <p:sp>
              <p:nvSpPr>
                <p:cNvPr id="52" name="Freeform 36">
                  <a:extLst>
                    <a:ext uri="{FF2B5EF4-FFF2-40B4-BE49-F238E27FC236}">
                      <a16:creationId xmlns:a16="http://schemas.microsoft.com/office/drawing/2014/main" id="{E197AEC4-6270-4F3E-859F-A780CAB80402}"/>
                    </a:ext>
                  </a:extLst>
                </p:cNvPr>
                <p:cNvSpPr>
                  <a:spLocks/>
                </p:cNvSpPr>
                <p:nvPr/>
              </p:nvSpPr>
              <p:spPr bwMode="auto">
                <a:xfrm>
                  <a:off x="9334499" y="2747963"/>
                  <a:ext cx="49212" cy="58737"/>
                </a:xfrm>
                <a:custGeom>
                  <a:avLst/>
                  <a:gdLst>
                    <a:gd name="T0" fmla="*/ 24 w 24"/>
                    <a:gd name="T1" fmla="*/ 0 h 29"/>
                    <a:gd name="T2" fmla="*/ 24 w 24"/>
                    <a:gd name="T3" fmla="*/ 22 h 29"/>
                    <a:gd name="T4" fmla="*/ 16 w 24"/>
                    <a:gd name="T5" fmla="*/ 29 h 29"/>
                    <a:gd name="T6" fmla="*/ 5 w 24"/>
                    <a:gd name="T7" fmla="*/ 28 h 29"/>
                    <a:gd name="T8" fmla="*/ 3 w 24"/>
                    <a:gd name="T9" fmla="*/ 23 h 29"/>
                    <a:gd name="T10" fmla="*/ 24 w 24"/>
                    <a:gd name="T11" fmla="*/ 0 h 29"/>
                  </a:gdLst>
                  <a:ahLst/>
                  <a:cxnLst>
                    <a:cxn ang="0">
                      <a:pos x="T0" y="T1"/>
                    </a:cxn>
                    <a:cxn ang="0">
                      <a:pos x="T2" y="T3"/>
                    </a:cxn>
                    <a:cxn ang="0">
                      <a:pos x="T4" y="T5"/>
                    </a:cxn>
                    <a:cxn ang="0">
                      <a:pos x="T6" y="T7"/>
                    </a:cxn>
                    <a:cxn ang="0">
                      <a:pos x="T8" y="T9"/>
                    </a:cxn>
                    <a:cxn ang="0">
                      <a:pos x="T10" y="T11"/>
                    </a:cxn>
                  </a:cxnLst>
                  <a:rect l="0" t="0" r="r" b="b"/>
                  <a:pathLst>
                    <a:path w="24" h="29">
                      <a:moveTo>
                        <a:pt x="24" y="0"/>
                      </a:moveTo>
                      <a:cubicBezTo>
                        <a:pt x="24" y="22"/>
                        <a:pt x="24" y="22"/>
                        <a:pt x="24" y="22"/>
                      </a:cubicBezTo>
                      <a:cubicBezTo>
                        <a:pt x="24" y="26"/>
                        <a:pt x="20" y="29"/>
                        <a:pt x="16" y="29"/>
                      </a:cubicBezTo>
                      <a:cubicBezTo>
                        <a:pt x="5" y="28"/>
                        <a:pt x="5" y="28"/>
                        <a:pt x="5" y="28"/>
                      </a:cubicBezTo>
                      <a:cubicBezTo>
                        <a:pt x="1" y="28"/>
                        <a:pt x="0" y="25"/>
                        <a:pt x="3" y="23"/>
                      </a:cubicBezTo>
                      <a:cubicBezTo>
                        <a:pt x="24" y="0"/>
                        <a:pt x="24" y="0"/>
                        <a:pt x="24" y="0"/>
                      </a:cubicBezTo>
                    </a:path>
                  </a:pathLst>
                </a:custGeom>
                <a:solidFill>
                  <a:schemeClr val="accent5">
                    <a:lumMod val="25000"/>
                    <a:lumOff val="75000"/>
                  </a:scheme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505050"/>
                    </a:solidFill>
                    <a:effectLst/>
                    <a:uLnTx/>
                    <a:uFillTx/>
                    <a:latin typeface="Segoe UI"/>
                    <a:ea typeface="+mn-ea"/>
                    <a:cs typeface="+mn-cs"/>
                  </a:endParaRPr>
                </a:p>
              </p:txBody>
            </p:sp>
            <p:sp>
              <p:nvSpPr>
                <p:cNvPr id="53" name="Freeform 37">
                  <a:extLst>
                    <a:ext uri="{FF2B5EF4-FFF2-40B4-BE49-F238E27FC236}">
                      <a16:creationId xmlns:a16="http://schemas.microsoft.com/office/drawing/2014/main" id="{82C08D6B-80DE-4E97-8AD4-B37615508754}"/>
                    </a:ext>
                  </a:extLst>
                </p:cNvPr>
                <p:cNvSpPr>
                  <a:spLocks/>
                </p:cNvSpPr>
                <p:nvPr/>
              </p:nvSpPr>
              <p:spPr bwMode="auto">
                <a:xfrm>
                  <a:off x="9277349" y="2805113"/>
                  <a:ext cx="50800" cy="58737"/>
                </a:xfrm>
                <a:custGeom>
                  <a:avLst/>
                  <a:gdLst>
                    <a:gd name="T0" fmla="*/ 25 w 25"/>
                    <a:gd name="T1" fmla="*/ 1 h 29"/>
                    <a:gd name="T2" fmla="*/ 24 w 25"/>
                    <a:gd name="T3" fmla="*/ 22 h 29"/>
                    <a:gd name="T4" fmla="*/ 17 w 25"/>
                    <a:gd name="T5" fmla="*/ 29 h 29"/>
                    <a:gd name="T6" fmla="*/ 5 w 25"/>
                    <a:gd name="T7" fmla="*/ 29 h 29"/>
                    <a:gd name="T8" fmla="*/ 3 w 25"/>
                    <a:gd name="T9" fmla="*/ 23 h 29"/>
                    <a:gd name="T10" fmla="*/ 25 w 25"/>
                    <a:gd name="T11" fmla="*/ 0 h 29"/>
                  </a:gdLst>
                  <a:ahLst/>
                  <a:cxnLst>
                    <a:cxn ang="0">
                      <a:pos x="T0" y="T1"/>
                    </a:cxn>
                    <a:cxn ang="0">
                      <a:pos x="T2" y="T3"/>
                    </a:cxn>
                    <a:cxn ang="0">
                      <a:pos x="T4" y="T5"/>
                    </a:cxn>
                    <a:cxn ang="0">
                      <a:pos x="T6" y="T7"/>
                    </a:cxn>
                    <a:cxn ang="0">
                      <a:pos x="T8" y="T9"/>
                    </a:cxn>
                    <a:cxn ang="0">
                      <a:pos x="T10" y="T11"/>
                    </a:cxn>
                  </a:cxnLst>
                  <a:rect l="0" t="0" r="r" b="b"/>
                  <a:pathLst>
                    <a:path w="25" h="29">
                      <a:moveTo>
                        <a:pt x="25" y="1"/>
                      </a:moveTo>
                      <a:cubicBezTo>
                        <a:pt x="24" y="22"/>
                        <a:pt x="24" y="22"/>
                        <a:pt x="24" y="22"/>
                      </a:cubicBezTo>
                      <a:cubicBezTo>
                        <a:pt x="24" y="26"/>
                        <a:pt x="21" y="29"/>
                        <a:pt x="17" y="29"/>
                      </a:cubicBezTo>
                      <a:cubicBezTo>
                        <a:pt x="5" y="29"/>
                        <a:pt x="5" y="29"/>
                        <a:pt x="5" y="29"/>
                      </a:cubicBezTo>
                      <a:cubicBezTo>
                        <a:pt x="1" y="28"/>
                        <a:pt x="0" y="26"/>
                        <a:pt x="3" y="23"/>
                      </a:cubicBezTo>
                      <a:cubicBezTo>
                        <a:pt x="25" y="0"/>
                        <a:pt x="25" y="0"/>
                        <a:pt x="25" y="0"/>
                      </a:cubicBezTo>
                    </a:path>
                  </a:pathLst>
                </a:custGeom>
                <a:solidFill>
                  <a:schemeClr val="accent5">
                    <a:lumMod val="25000"/>
                    <a:lumOff val="75000"/>
                  </a:scheme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505050"/>
                    </a:solidFill>
                    <a:effectLst/>
                    <a:uLnTx/>
                    <a:uFillTx/>
                    <a:latin typeface="Segoe UI"/>
                    <a:ea typeface="+mn-ea"/>
                    <a:cs typeface="+mn-cs"/>
                  </a:endParaRPr>
                </a:p>
              </p:txBody>
            </p:sp>
            <p:sp>
              <p:nvSpPr>
                <p:cNvPr id="54" name="Freeform 38">
                  <a:extLst>
                    <a:ext uri="{FF2B5EF4-FFF2-40B4-BE49-F238E27FC236}">
                      <a16:creationId xmlns:a16="http://schemas.microsoft.com/office/drawing/2014/main" id="{7C7E0EC0-162E-466E-BED2-2E156ED91B6C}"/>
                    </a:ext>
                  </a:extLst>
                </p:cNvPr>
                <p:cNvSpPr>
                  <a:spLocks/>
                </p:cNvSpPr>
                <p:nvPr/>
              </p:nvSpPr>
              <p:spPr bwMode="auto">
                <a:xfrm>
                  <a:off x="9221787" y="2863850"/>
                  <a:ext cx="49212" cy="58737"/>
                </a:xfrm>
                <a:custGeom>
                  <a:avLst/>
                  <a:gdLst>
                    <a:gd name="T0" fmla="*/ 24 w 24"/>
                    <a:gd name="T1" fmla="*/ 0 h 29"/>
                    <a:gd name="T2" fmla="*/ 24 w 24"/>
                    <a:gd name="T3" fmla="*/ 22 h 29"/>
                    <a:gd name="T4" fmla="*/ 16 w 24"/>
                    <a:gd name="T5" fmla="*/ 29 h 29"/>
                    <a:gd name="T6" fmla="*/ 5 w 24"/>
                    <a:gd name="T7" fmla="*/ 28 h 29"/>
                    <a:gd name="T8" fmla="*/ 2 w 24"/>
                    <a:gd name="T9" fmla="*/ 23 h 29"/>
                    <a:gd name="T10" fmla="*/ 24 w 24"/>
                    <a:gd name="T11" fmla="*/ 0 h 29"/>
                  </a:gdLst>
                  <a:ahLst/>
                  <a:cxnLst>
                    <a:cxn ang="0">
                      <a:pos x="T0" y="T1"/>
                    </a:cxn>
                    <a:cxn ang="0">
                      <a:pos x="T2" y="T3"/>
                    </a:cxn>
                    <a:cxn ang="0">
                      <a:pos x="T4" y="T5"/>
                    </a:cxn>
                    <a:cxn ang="0">
                      <a:pos x="T6" y="T7"/>
                    </a:cxn>
                    <a:cxn ang="0">
                      <a:pos x="T8" y="T9"/>
                    </a:cxn>
                    <a:cxn ang="0">
                      <a:pos x="T10" y="T11"/>
                    </a:cxn>
                  </a:cxnLst>
                  <a:rect l="0" t="0" r="r" b="b"/>
                  <a:pathLst>
                    <a:path w="24" h="29">
                      <a:moveTo>
                        <a:pt x="24" y="0"/>
                      </a:moveTo>
                      <a:cubicBezTo>
                        <a:pt x="24" y="22"/>
                        <a:pt x="24" y="22"/>
                        <a:pt x="24" y="22"/>
                      </a:cubicBezTo>
                      <a:cubicBezTo>
                        <a:pt x="23" y="26"/>
                        <a:pt x="20" y="29"/>
                        <a:pt x="16" y="29"/>
                      </a:cubicBezTo>
                      <a:cubicBezTo>
                        <a:pt x="5" y="28"/>
                        <a:pt x="5" y="28"/>
                        <a:pt x="5" y="28"/>
                      </a:cubicBezTo>
                      <a:cubicBezTo>
                        <a:pt x="1" y="28"/>
                        <a:pt x="0" y="25"/>
                        <a:pt x="2" y="23"/>
                      </a:cubicBezTo>
                      <a:cubicBezTo>
                        <a:pt x="24" y="0"/>
                        <a:pt x="24" y="0"/>
                        <a:pt x="24" y="0"/>
                      </a:cubicBezTo>
                    </a:path>
                  </a:pathLst>
                </a:custGeom>
                <a:solidFill>
                  <a:schemeClr val="accent5">
                    <a:lumMod val="25000"/>
                    <a:lumOff val="75000"/>
                  </a:scheme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505050"/>
                    </a:solidFill>
                    <a:effectLst/>
                    <a:uLnTx/>
                    <a:uFillTx/>
                    <a:latin typeface="Segoe UI"/>
                    <a:ea typeface="+mn-ea"/>
                    <a:cs typeface="+mn-cs"/>
                  </a:endParaRPr>
                </a:p>
              </p:txBody>
            </p:sp>
            <p:sp>
              <p:nvSpPr>
                <p:cNvPr id="55" name="Freeform 39">
                  <a:extLst>
                    <a:ext uri="{FF2B5EF4-FFF2-40B4-BE49-F238E27FC236}">
                      <a16:creationId xmlns:a16="http://schemas.microsoft.com/office/drawing/2014/main" id="{E505EF47-FA28-4D5A-A8BE-304F9990DC41}"/>
                    </a:ext>
                  </a:extLst>
                </p:cNvPr>
                <p:cNvSpPr>
                  <a:spLocks/>
                </p:cNvSpPr>
                <p:nvPr/>
              </p:nvSpPr>
              <p:spPr bwMode="auto">
                <a:xfrm>
                  <a:off x="9164637" y="2921000"/>
                  <a:ext cx="50800" cy="58737"/>
                </a:xfrm>
                <a:custGeom>
                  <a:avLst/>
                  <a:gdLst>
                    <a:gd name="T0" fmla="*/ 24 w 25"/>
                    <a:gd name="T1" fmla="*/ 1 h 29"/>
                    <a:gd name="T2" fmla="*/ 24 w 25"/>
                    <a:gd name="T3" fmla="*/ 22 h 29"/>
                    <a:gd name="T4" fmla="*/ 17 w 25"/>
                    <a:gd name="T5" fmla="*/ 29 h 29"/>
                    <a:gd name="T6" fmla="*/ 5 w 25"/>
                    <a:gd name="T7" fmla="*/ 29 h 29"/>
                    <a:gd name="T8" fmla="*/ 3 w 25"/>
                    <a:gd name="T9" fmla="*/ 23 h 29"/>
                    <a:gd name="T10" fmla="*/ 25 w 25"/>
                    <a:gd name="T11" fmla="*/ 0 h 29"/>
                  </a:gdLst>
                  <a:ahLst/>
                  <a:cxnLst>
                    <a:cxn ang="0">
                      <a:pos x="T0" y="T1"/>
                    </a:cxn>
                    <a:cxn ang="0">
                      <a:pos x="T2" y="T3"/>
                    </a:cxn>
                    <a:cxn ang="0">
                      <a:pos x="T4" y="T5"/>
                    </a:cxn>
                    <a:cxn ang="0">
                      <a:pos x="T6" y="T7"/>
                    </a:cxn>
                    <a:cxn ang="0">
                      <a:pos x="T8" y="T9"/>
                    </a:cxn>
                    <a:cxn ang="0">
                      <a:pos x="T10" y="T11"/>
                    </a:cxn>
                  </a:cxnLst>
                  <a:rect l="0" t="0" r="r" b="b"/>
                  <a:pathLst>
                    <a:path w="25" h="29">
                      <a:moveTo>
                        <a:pt x="24" y="1"/>
                      </a:moveTo>
                      <a:cubicBezTo>
                        <a:pt x="24" y="22"/>
                        <a:pt x="24" y="22"/>
                        <a:pt x="24" y="22"/>
                      </a:cubicBezTo>
                      <a:cubicBezTo>
                        <a:pt x="24" y="26"/>
                        <a:pt x="21" y="29"/>
                        <a:pt x="17" y="29"/>
                      </a:cubicBezTo>
                      <a:cubicBezTo>
                        <a:pt x="5" y="29"/>
                        <a:pt x="5" y="29"/>
                        <a:pt x="5" y="29"/>
                      </a:cubicBezTo>
                      <a:cubicBezTo>
                        <a:pt x="1" y="28"/>
                        <a:pt x="0" y="26"/>
                        <a:pt x="3" y="23"/>
                      </a:cubicBezTo>
                      <a:cubicBezTo>
                        <a:pt x="25" y="0"/>
                        <a:pt x="25" y="0"/>
                        <a:pt x="25" y="0"/>
                      </a:cubicBezTo>
                    </a:path>
                  </a:pathLst>
                </a:custGeom>
                <a:solidFill>
                  <a:schemeClr val="accent5">
                    <a:lumMod val="25000"/>
                    <a:lumOff val="75000"/>
                  </a:scheme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505050"/>
                    </a:solidFill>
                    <a:effectLst/>
                    <a:uLnTx/>
                    <a:uFillTx/>
                    <a:latin typeface="Segoe UI"/>
                    <a:ea typeface="+mn-ea"/>
                    <a:cs typeface="+mn-cs"/>
                  </a:endParaRPr>
                </a:p>
              </p:txBody>
            </p:sp>
            <p:sp>
              <p:nvSpPr>
                <p:cNvPr id="56" name="Freeform 40">
                  <a:extLst>
                    <a:ext uri="{FF2B5EF4-FFF2-40B4-BE49-F238E27FC236}">
                      <a16:creationId xmlns:a16="http://schemas.microsoft.com/office/drawing/2014/main" id="{1E2891A6-C9E4-414C-9FBD-EAB36A287B05}"/>
                    </a:ext>
                  </a:extLst>
                </p:cNvPr>
                <p:cNvSpPr>
                  <a:spLocks/>
                </p:cNvSpPr>
                <p:nvPr/>
              </p:nvSpPr>
              <p:spPr bwMode="auto">
                <a:xfrm>
                  <a:off x="9110662" y="2979738"/>
                  <a:ext cx="47625" cy="58737"/>
                </a:xfrm>
                <a:custGeom>
                  <a:avLst/>
                  <a:gdLst>
                    <a:gd name="T0" fmla="*/ 24 w 24"/>
                    <a:gd name="T1" fmla="*/ 0 h 29"/>
                    <a:gd name="T2" fmla="*/ 23 w 24"/>
                    <a:gd name="T3" fmla="*/ 22 h 29"/>
                    <a:gd name="T4" fmla="*/ 16 w 24"/>
                    <a:gd name="T5" fmla="*/ 29 h 29"/>
                    <a:gd name="T6" fmla="*/ 5 w 24"/>
                    <a:gd name="T7" fmla="*/ 28 h 29"/>
                    <a:gd name="T8" fmla="*/ 2 w 24"/>
                    <a:gd name="T9" fmla="*/ 22 h 29"/>
                    <a:gd name="T10" fmla="*/ 24 w 24"/>
                    <a:gd name="T11" fmla="*/ 0 h 29"/>
                  </a:gdLst>
                  <a:ahLst/>
                  <a:cxnLst>
                    <a:cxn ang="0">
                      <a:pos x="T0" y="T1"/>
                    </a:cxn>
                    <a:cxn ang="0">
                      <a:pos x="T2" y="T3"/>
                    </a:cxn>
                    <a:cxn ang="0">
                      <a:pos x="T4" y="T5"/>
                    </a:cxn>
                    <a:cxn ang="0">
                      <a:pos x="T6" y="T7"/>
                    </a:cxn>
                    <a:cxn ang="0">
                      <a:pos x="T8" y="T9"/>
                    </a:cxn>
                    <a:cxn ang="0">
                      <a:pos x="T10" y="T11"/>
                    </a:cxn>
                  </a:cxnLst>
                  <a:rect l="0" t="0" r="r" b="b"/>
                  <a:pathLst>
                    <a:path w="24" h="29">
                      <a:moveTo>
                        <a:pt x="24" y="0"/>
                      </a:moveTo>
                      <a:cubicBezTo>
                        <a:pt x="23" y="22"/>
                        <a:pt x="23" y="22"/>
                        <a:pt x="23" y="22"/>
                      </a:cubicBezTo>
                      <a:cubicBezTo>
                        <a:pt x="23" y="26"/>
                        <a:pt x="20" y="29"/>
                        <a:pt x="16" y="29"/>
                      </a:cubicBezTo>
                      <a:cubicBezTo>
                        <a:pt x="5" y="28"/>
                        <a:pt x="5" y="28"/>
                        <a:pt x="5" y="28"/>
                      </a:cubicBezTo>
                      <a:cubicBezTo>
                        <a:pt x="1" y="28"/>
                        <a:pt x="0" y="25"/>
                        <a:pt x="2" y="22"/>
                      </a:cubicBezTo>
                      <a:cubicBezTo>
                        <a:pt x="24" y="0"/>
                        <a:pt x="24" y="0"/>
                        <a:pt x="24" y="0"/>
                      </a:cubicBezTo>
                    </a:path>
                  </a:pathLst>
                </a:custGeom>
                <a:solidFill>
                  <a:schemeClr val="accent5">
                    <a:lumMod val="25000"/>
                    <a:lumOff val="75000"/>
                  </a:scheme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505050"/>
                    </a:solidFill>
                    <a:effectLst/>
                    <a:uLnTx/>
                    <a:uFillTx/>
                    <a:latin typeface="Segoe UI"/>
                    <a:ea typeface="+mn-ea"/>
                    <a:cs typeface="+mn-cs"/>
                  </a:endParaRPr>
                </a:p>
              </p:txBody>
            </p:sp>
            <p:sp>
              <p:nvSpPr>
                <p:cNvPr id="57" name="Freeform 41">
                  <a:extLst>
                    <a:ext uri="{FF2B5EF4-FFF2-40B4-BE49-F238E27FC236}">
                      <a16:creationId xmlns:a16="http://schemas.microsoft.com/office/drawing/2014/main" id="{5FC767D9-7555-4ADE-B08A-F49E1A35CA18}"/>
                    </a:ext>
                  </a:extLst>
                </p:cNvPr>
                <p:cNvSpPr>
                  <a:spLocks/>
                </p:cNvSpPr>
                <p:nvPr/>
              </p:nvSpPr>
              <p:spPr bwMode="auto">
                <a:xfrm>
                  <a:off x="9053512" y="3036888"/>
                  <a:ext cx="50800" cy="58737"/>
                </a:xfrm>
                <a:custGeom>
                  <a:avLst/>
                  <a:gdLst>
                    <a:gd name="T0" fmla="*/ 24 w 25"/>
                    <a:gd name="T1" fmla="*/ 1 h 29"/>
                    <a:gd name="T2" fmla="*/ 24 w 25"/>
                    <a:gd name="T3" fmla="*/ 22 h 29"/>
                    <a:gd name="T4" fmla="*/ 16 w 25"/>
                    <a:gd name="T5" fmla="*/ 29 h 29"/>
                    <a:gd name="T6" fmla="*/ 5 w 25"/>
                    <a:gd name="T7" fmla="*/ 29 h 29"/>
                    <a:gd name="T8" fmla="*/ 3 w 25"/>
                    <a:gd name="T9" fmla="*/ 23 h 29"/>
                    <a:gd name="T10" fmla="*/ 25 w 25"/>
                    <a:gd name="T11" fmla="*/ 0 h 29"/>
                  </a:gdLst>
                  <a:ahLst/>
                  <a:cxnLst>
                    <a:cxn ang="0">
                      <a:pos x="T0" y="T1"/>
                    </a:cxn>
                    <a:cxn ang="0">
                      <a:pos x="T2" y="T3"/>
                    </a:cxn>
                    <a:cxn ang="0">
                      <a:pos x="T4" y="T5"/>
                    </a:cxn>
                    <a:cxn ang="0">
                      <a:pos x="T6" y="T7"/>
                    </a:cxn>
                    <a:cxn ang="0">
                      <a:pos x="T8" y="T9"/>
                    </a:cxn>
                    <a:cxn ang="0">
                      <a:pos x="T10" y="T11"/>
                    </a:cxn>
                  </a:cxnLst>
                  <a:rect l="0" t="0" r="r" b="b"/>
                  <a:pathLst>
                    <a:path w="25" h="29">
                      <a:moveTo>
                        <a:pt x="24" y="1"/>
                      </a:moveTo>
                      <a:cubicBezTo>
                        <a:pt x="24" y="22"/>
                        <a:pt x="24" y="22"/>
                        <a:pt x="24" y="22"/>
                      </a:cubicBezTo>
                      <a:cubicBezTo>
                        <a:pt x="24" y="26"/>
                        <a:pt x="21" y="29"/>
                        <a:pt x="16" y="29"/>
                      </a:cubicBezTo>
                      <a:cubicBezTo>
                        <a:pt x="5" y="29"/>
                        <a:pt x="5" y="29"/>
                        <a:pt x="5" y="29"/>
                      </a:cubicBezTo>
                      <a:cubicBezTo>
                        <a:pt x="1" y="28"/>
                        <a:pt x="0" y="26"/>
                        <a:pt x="3" y="23"/>
                      </a:cubicBezTo>
                      <a:cubicBezTo>
                        <a:pt x="25" y="0"/>
                        <a:pt x="25" y="0"/>
                        <a:pt x="25" y="0"/>
                      </a:cubicBezTo>
                    </a:path>
                  </a:pathLst>
                </a:custGeom>
                <a:solidFill>
                  <a:schemeClr val="accent5">
                    <a:lumMod val="25000"/>
                    <a:lumOff val="75000"/>
                  </a:scheme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505050"/>
                    </a:solidFill>
                    <a:effectLst/>
                    <a:uLnTx/>
                    <a:uFillTx/>
                    <a:latin typeface="Segoe UI"/>
                    <a:ea typeface="+mn-ea"/>
                    <a:cs typeface="+mn-cs"/>
                  </a:endParaRPr>
                </a:p>
              </p:txBody>
            </p:sp>
            <p:sp>
              <p:nvSpPr>
                <p:cNvPr id="58" name="Freeform 42">
                  <a:extLst>
                    <a:ext uri="{FF2B5EF4-FFF2-40B4-BE49-F238E27FC236}">
                      <a16:creationId xmlns:a16="http://schemas.microsoft.com/office/drawing/2014/main" id="{E69394FA-0B27-4020-93A7-8BEE13501179}"/>
                    </a:ext>
                  </a:extLst>
                </p:cNvPr>
                <p:cNvSpPr>
                  <a:spLocks/>
                </p:cNvSpPr>
                <p:nvPr/>
              </p:nvSpPr>
              <p:spPr bwMode="auto">
                <a:xfrm>
                  <a:off x="8997949" y="3095625"/>
                  <a:ext cx="49212" cy="60325"/>
                </a:xfrm>
                <a:custGeom>
                  <a:avLst/>
                  <a:gdLst>
                    <a:gd name="T0" fmla="*/ 24 w 24"/>
                    <a:gd name="T1" fmla="*/ 0 h 29"/>
                    <a:gd name="T2" fmla="*/ 23 w 24"/>
                    <a:gd name="T3" fmla="*/ 22 h 29"/>
                    <a:gd name="T4" fmla="*/ 16 w 24"/>
                    <a:gd name="T5" fmla="*/ 29 h 29"/>
                    <a:gd name="T6" fmla="*/ 5 w 24"/>
                    <a:gd name="T7" fmla="*/ 28 h 29"/>
                    <a:gd name="T8" fmla="*/ 2 w 24"/>
                    <a:gd name="T9" fmla="*/ 22 h 29"/>
                    <a:gd name="T10" fmla="*/ 24 w 24"/>
                    <a:gd name="T11" fmla="*/ 0 h 29"/>
                  </a:gdLst>
                  <a:ahLst/>
                  <a:cxnLst>
                    <a:cxn ang="0">
                      <a:pos x="T0" y="T1"/>
                    </a:cxn>
                    <a:cxn ang="0">
                      <a:pos x="T2" y="T3"/>
                    </a:cxn>
                    <a:cxn ang="0">
                      <a:pos x="T4" y="T5"/>
                    </a:cxn>
                    <a:cxn ang="0">
                      <a:pos x="T6" y="T7"/>
                    </a:cxn>
                    <a:cxn ang="0">
                      <a:pos x="T8" y="T9"/>
                    </a:cxn>
                    <a:cxn ang="0">
                      <a:pos x="T10" y="T11"/>
                    </a:cxn>
                  </a:cxnLst>
                  <a:rect l="0" t="0" r="r" b="b"/>
                  <a:pathLst>
                    <a:path w="24" h="29">
                      <a:moveTo>
                        <a:pt x="24" y="0"/>
                      </a:moveTo>
                      <a:cubicBezTo>
                        <a:pt x="23" y="22"/>
                        <a:pt x="23" y="22"/>
                        <a:pt x="23" y="22"/>
                      </a:cubicBezTo>
                      <a:cubicBezTo>
                        <a:pt x="23" y="26"/>
                        <a:pt x="20" y="29"/>
                        <a:pt x="16" y="29"/>
                      </a:cubicBezTo>
                      <a:cubicBezTo>
                        <a:pt x="5" y="28"/>
                        <a:pt x="5" y="28"/>
                        <a:pt x="5" y="28"/>
                      </a:cubicBezTo>
                      <a:cubicBezTo>
                        <a:pt x="1" y="28"/>
                        <a:pt x="0" y="25"/>
                        <a:pt x="2" y="22"/>
                      </a:cubicBezTo>
                      <a:cubicBezTo>
                        <a:pt x="24" y="0"/>
                        <a:pt x="24" y="0"/>
                        <a:pt x="24" y="0"/>
                      </a:cubicBezTo>
                    </a:path>
                  </a:pathLst>
                </a:custGeom>
                <a:solidFill>
                  <a:schemeClr val="accent5">
                    <a:lumMod val="25000"/>
                    <a:lumOff val="75000"/>
                  </a:scheme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505050"/>
                    </a:solidFill>
                    <a:effectLst/>
                    <a:uLnTx/>
                    <a:uFillTx/>
                    <a:latin typeface="Segoe UI"/>
                    <a:ea typeface="+mn-ea"/>
                    <a:cs typeface="+mn-cs"/>
                  </a:endParaRPr>
                </a:p>
              </p:txBody>
            </p:sp>
            <p:sp>
              <p:nvSpPr>
                <p:cNvPr id="59" name="Freeform 43">
                  <a:extLst>
                    <a:ext uri="{FF2B5EF4-FFF2-40B4-BE49-F238E27FC236}">
                      <a16:creationId xmlns:a16="http://schemas.microsoft.com/office/drawing/2014/main" id="{AC2175C8-906D-467E-B7AF-86B9700DD88E}"/>
                    </a:ext>
                  </a:extLst>
                </p:cNvPr>
                <p:cNvSpPr>
                  <a:spLocks noEditPoints="1"/>
                </p:cNvSpPr>
                <p:nvPr/>
              </p:nvSpPr>
              <p:spPr bwMode="auto">
                <a:xfrm>
                  <a:off x="7907337" y="1290638"/>
                  <a:ext cx="449262" cy="449262"/>
                </a:xfrm>
                <a:custGeom>
                  <a:avLst/>
                  <a:gdLst>
                    <a:gd name="T0" fmla="*/ 108 w 220"/>
                    <a:gd name="T1" fmla="*/ 1 h 220"/>
                    <a:gd name="T2" fmla="*/ 1 w 220"/>
                    <a:gd name="T3" fmla="*/ 112 h 220"/>
                    <a:gd name="T4" fmla="*/ 112 w 220"/>
                    <a:gd name="T5" fmla="*/ 219 h 220"/>
                    <a:gd name="T6" fmla="*/ 219 w 220"/>
                    <a:gd name="T7" fmla="*/ 108 h 220"/>
                    <a:gd name="T8" fmla="*/ 108 w 220"/>
                    <a:gd name="T9" fmla="*/ 1 h 220"/>
                    <a:gd name="T10" fmla="*/ 112 w 220"/>
                    <a:gd name="T11" fmla="*/ 191 h 220"/>
                    <a:gd name="T12" fmla="*/ 29 w 220"/>
                    <a:gd name="T13" fmla="*/ 111 h 220"/>
                    <a:gd name="T14" fmla="*/ 109 w 220"/>
                    <a:gd name="T15" fmla="*/ 29 h 220"/>
                    <a:gd name="T16" fmla="*/ 191 w 220"/>
                    <a:gd name="T17" fmla="*/ 108 h 220"/>
                    <a:gd name="T18" fmla="*/ 112 w 220"/>
                    <a:gd name="T19" fmla="*/ 191 h 2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20" h="220">
                      <a:moveTo>
                        <a:pt x="108" y="1"/>
                      </a:moveTo>
                      <a:cubicBezTo>
                        <a:pt x="48" y="2"/>
                        <a:pt x="0" y="52"/>
                        <a:pt x="1" y="112"/>
                      </a:cubicBezTo>
                      <a:cubicBezTo>
                        <a:pt x="2" y="172"/>
                        <a:pt x="52" y="220"/>
                        <a:pt x="112" y="219"/>
                      </a:cubicBezTo>
                      <a:cubicBezTo>
                        <a:pt x="172" y="218"/>
                        <a:pt x="220" y="168"/>
                        <a:pt x="219" y="108"/>
                      </a:cubicBezTo>
                      <a:cubicBezTo>
                        <a:pt x="218" y="48"/>
                        <a:pt x="168" y="0"/>
                        <a:pt x="108" y="1"/>
                      </a:cubicBezTo>
                      <a:close/>
                      <a:moveTo>
                        <a:pt x="112" y="191"/>
                      </a:moveTo>
                      <a:cubicBezTo>
                        <a:pt x="67" y="192"/>
                        <a:pt x="30" y="156"/>
                        <a:pt x="29" y="111"/>
                      </a:cubicBezTo>
                      <a:cubicBezTo>
                        <a:pt x="28" y="66"/>
                        <a:pt x="64" y="29"/>
                        <a:pt x="109" y="29"/>
                      </a:cubicBezTo>
                      <a:cubicBezTo>
                        <a:pt x="153" y="28"/>
                        <a:pt x="190" y="63"/>
                        <a:pt x="191" y="108"/>
                      </a:cubicBezTo>
                      <a:cubicBezTo>
                        <a:pt x="192" y="153"/>
                        <a:pt x="156" y="190"/>
                        <a:pt x="112" y="191"/>
                      </a:cubicBezTo>
                      <a:close/>
                    </a:path>
                  </a:pathLst>
                </a:custGeom>
                <a:solidFill>
                  <a:schemeClr val="accent5">
                    <a:lumMod val="25000"/>
                    <a:lumOff val="75000"/>
                  </a:scheme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505050"/>
                    </a:solidFill>
                    <a:effectLst/>
                    <a:uLnTx/>
                    <a:uFillTx/>
                    <a:latin typeface="Segoe UI"/>
                    <a:ea typeface="+mn-ea"/>
                    <a:cs typeface="+mn-cs"/>
                  </a:endParaRPr>
                </a:p>
              </p:txBody>
            </p:sp>
            <p:sp>
              <p:nvSpPr>
                <p:cNvPr id="60" name="Freeform 50">
                  <a:extLst>
                    <a:ext uri="{FF2B5EF4-FFF2-40B4-BE49-F238E27FC236}">
                      <a16:creationId xmlns:a16="http://schemas.microsoft.com/office/drawing/2014/main" id="{75DF35FD-7D24-44CD-A22A-35A1DD9BC402}"/>
                    </a:ext>
                  </a:extLst>
                </p:cNvPr>
                <p:cNvSpPr>
                  <a:spLocks/>
                </p:cNvSpPr>
                <p:nvPr/>
              </p:nvSpPr>
              <p:spPr bwMode="auto">
                <a:xfrm>
                  <a:off x="8351837" y="1630363"/>
                  <a:ext cx="374650" cy="373062"/>
                </a:xfrm>
                <a:custGeom>
                  <a:avLst/>
                  <a:gdLst>
                    <a:gd name="T0" fmla="*/ 175 w 236"/>
                    <a:gd name="T1" fmla="*/ 73 h 235"/>
                    <a:gd name="T2" fmla="*/ 12 w 236"/>
                    <a:gd name="T3" fmla="*/ 235 h 235"/>
                    <a:gd name="T4" fmla="*/ 0 w 236"/>
                    <a:gd name="T5" fmla="*/ 223 h 235"/>
                    <a:gd name="T6" fmla="*/ 163 w 236"/>
                    <a:gd name="T7" fmla="*/ 61 h 235"/>
                    <a:gd name="T8" fmla="*/ 114 w 236"/>
                    <a:gd name="T9" fmla="*/ 11 h 235"/>
                    <a:gd name="T10" fmla="*/ 124 w 236"/>
                    <a:gd name="T11" fmla="*/ 0 h 235"/>
                    <a:gd name="T12" fmla="*/ 236 w 236"/>
                    <a:gd name="T13" fmla="*/ 111 h 235"/>
                    <a:gd name="T14" fmla="*/ 224 w 236"/>
                    <a:gd name="T15" fmla="*/ 123 h 235"/>
                    <a:gd name="T16" fmla="*/ 175 w 236"/>
                    <a:gd name="T17" fmla="*/ 73 h 2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36" h="235">
                      <a:moveTo>
                        <a:pt x="175" y="73"/>
                      </a:moveTo>
                      <a:lnTo>
                        <a:pt x="12" y="235"/>
                      </a:lnTo>
                      <a:lnTo>
                        <a:pt x="0" y="223"/>
                      </a:lnTo>
                      <a:lnTo>
                        <a:pt x="163" y="61"/>
                      </a:lnTo>
                      <a:lnTo>
                        <a:pt x="114" y="11"/>
                      </a:lnTo>
                      <a:lnTo>
                        <a:pt x="124" y="0"/>
                      </a:lnTo>
                      <a:lnTo>
                        <a:pt x="236" y="111"/>
                      </a:lnTo>
                      <a:lnTo>
                        <a:pt x="224" y="123"/>
                      </a:lnTo>
                      <a:lnTo>
                        <a:pt x="175" y="73"/>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505050"/>
                    </a:solidFill>
                    <a:effectLst/>
                    <a:uLnTx/>
                    <a:uFillTx/>
                    <a:latin typeface="Segoe UI"/>
                    <a:ea typeface="+mn-ea"/>
                    <a:cs typeface="+mn-cs"/>
                  </a:endParaRPr>
                </a:p>
              </p:txBody>
            </p:sp>
            <p:sp>
              <p:nvSpPr>
                <p:cNvPr id="61" name="Freeform 51">
                  <a:extLst>
                    <a:ext uri="{FF2B5EF4-FFF2-40B4-BE49-F238E27FC236}">
                      <a16:creationId xmlns:a16="http://schemas.microsoft.com/office/drawing/2014/main" id="{8AF74771-722E-41B9-9A63-D57073D2D196}"/>
                    </a:ext>
                  </a:extLst>
                </p:cNvPr>
                <p:cNvSpPr>
                  <a:spLocks noEditPoints="1"/>
                </p:cNvSpPr>
                <p:nvPr/>
              </p:nvSpPr>
              <p:spPr bwMode="auto">
                <a:xfrm>
                  <a:off x="8429625" y="1889125"/>
                  <a:ext cx="396875" cy="395287"/>
                </a:xfrm>
                <a:custGeom>
                  <a:avLst/>
                  <a:gdLst>
                    <a:gd name="T0" fmla="*/ 99 w 194"/>
                    <a:gd name="T1" fmla="*/ 184 h 194"/>
                    <a:gd name="T2" fmla="*/ 125 w 194"/>
                    <a:gd name="T3" fmla="*/ 126 h 194"/>
                    <a:gd name="T4" fmla="*/ 67 w 194"/>
                    <a:gd name="T5" fmla="*/ 68 h 194"/>
                    <a:gd name="T6" fmla="*/ 10 w 194"/>
                    <a:gd name="T7" fmla="*/ 94 h 194"/>
                    <a:gd name="T8" fmla="*/ 0 w 194"/>
                    <a:gd name="T9" fmla="*/ 84 h 194"/>
                    <a:gd name="T10" fmla="*/ 185 w 194"/>
                    <a:gd name="T11" fmla="*/ 0 h 194"/>
                    <a:gd name="T12" fmla="*/ 194 w 194"/>
                    <a:gd name="T13" fmla="*/ 9 h 194"/>
                    <a:gd name="T14" fmla="*/ 109 w 194"/>
                    <a:gd name="T15" fmla="*/ 194 h 194"/>
                    <a:gd name="T16" fmla="*/ 99 w 194"/>
                    <a:gd name="T17" fmla="*/ 184 h 194"/>
                    <a:gd name="T18" fmla="*/ 170 w 194"/>
                    <a:gd name="T19" fmla="*/ 30 h 194"/>
                    <a:gd name="T20" fmla="*/ 174 w 194"/>
                    <a:gd name="T21" fmla="*/ 22 h 194"/>
                    <a:gd name="T22" fmla="*/ 177 w 194"/>
                    <a:gd name="T23" fmla="*/ 16 h 194"/>
                    <a:gd name="T24" fmla="*/ 177 w 194"/>
                    <a:gd name="T25" fmla="*/ 16 h 194"/>
                    <a:gd name="T26" fmla="*/ 164 w 194"/>
                    <a:gd name="T27" fmla="*/ 23 h 194"/>
                    <a:gd name="T28" fmla="*/ 79 w 194"/>
                    <a:gd name="T29" fmla="*/ 63 h 194"/>
                    <a:gd name="T30" fmla="*/ 131 w 194"/>
                    <a:gd name="T31" fmla="*/ 115 h 194"/>
                    <a:gd name="T32" fmla="*/ 170 w 194"/>
                    <a:gd name="T33" fmla="*/ 30 h 1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94" h="194">
                      <a:moveTo>
                        <a:pt x="99" y="184"/>
                      </a:moveTo>
                      <a:cubicBezTo>
                        <a:pt x="125" y="126"/>
                        <a:pt x="125" y="126"/>
                        <a:pt x="125" y="126"/>
                      </a:cubicBezTo>
                      <a:cubicBezTo>
                        <a:pt x="67" y="68"/>
                        <a:pt x="67" y="68"/>
                        <a:pt x="67" y="68"/>
                      </a:cubicBezTo>
                      <a:cubicBezTo>
                        <a:pt x="10" y="94"/>
                        <a:pt x="10" y="94"/>
                        <a:pt x="10" y="94"/>
                      </a:cubicBezTo>
                      <a:cubicBezTo>
                        <a:pt x="0" y="84"/>
                        <a:pt x="0" y="84"/>
                        <a:pt x="0" y="84"/>
                      </a:cubicBezTo>
                      <a:cubicBezTo>
                        <a:pt x="185" y="0"/>
                        <a:pt x="185" y="0"/>
                        <a:pt x="185" y="0"/>
                      </a:cubicBezTo>
                      <a:cubicBezTo>
                        <a:pt x="194" y="9"/>
                        <a:pt x="194" y="9"/>
                        <a:pt x="194" y="9"/>
                      </a:cubicBezTo>
                      <a:cubicBezTo>
                        <a:pt x="109" y="194"/>
                        <a:pt x="109" y="194"/>
                        <a:pt x="109" y="194"/>
                      </a:cubicBezTo>
                      <a:lnTo>
                        <a:pt x="99" y="184"/>
                      </a:lnTo>
                      <a:close/>
                      <a:moveTo>
                        <a:pt x="170" y="30"/>
                      </a:moveTo>
                      <a:cubicBezTo>
                        <a:pt x="171" y="27"/>
                        <a:pt x="173" y="25"/>
                        <a:pt x="174" y="22"/>
                      </a:cubicBezTo>
                      <a:cubicBezTo>
                        <a:pt x="175" y="20"/>
                        <a:pt x="176" y="18"/>
                        <a:pt x="177" y="16"/>
                      </a:cubicBezTo>
                      <a:cubicBezTo>
                        <a:pt x="177" y="16"/>
                        <a:pt x="177" y="16"/>
                        <a:pt x="177" y="16"/>
                      </a:cubicBezTo>
                      <a:cubicBezTo>
                        <a:pt x="172" y="19"/>
                        <a:pt x="167" y="21"/>
                        <a:pt x="164" y="23"/>
                      </a:cubicBezTo>
                      <a:cubicBezTo>
                        <a:pt x="79" y="63"/>
                        <a:pt x="79" y="63"/>
                        <a:pt x="79" y="63"/>
                      </a:cubicBezTo>
                      <a:cubicBezTo>
                        <a:pt x="131" y="115"/>
                        <a:pt x="131" y="115"/>
                        <a:pt x="131" y="115"/>
                      </a:cubicBezTo>
                      <a:lnTo>
                        <a:pt x="170" y="3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505050"/>
                    </a:solidFill>
                    <a:effectLst/>
                    <a:uLnTx/>
                    <a:uFillTx/>
                    <a:latin typeface="Segoe UI"/>
                    <a:ea typeface="+mn-ea"/>
                    <a:cs typeface="+mn-cs"/>
                  </a:endParaRPr>
                </a:p>
              </p:txBody>
            </p:sp>
            <p:sp>
              <p:nvSpPr>
                <p:cNvPr id="62" name="Freeform 52">
                  <a:extLst>
                    <a:ext uri="{FF2B5EF4-FFF2-40B4-BE49-F238E27FC236}">
                      <a16:creationId xmlns:a16="http://schemas.microsoft.com/office/drawing/2014/main" id="{6093D0D4-E881-4126-8B8B-B679A8C143EA}"/>
                    </a:ext>
                  </a:extLst>
                </p:cNvPr>
                <p:cNvSpPr>
                  <a:spLocks/>
                </p:cNvSpPr>
                <p:nvPr/>
              </p:nvSpPr>
              <p:spPr bwMode="auto">
                <a:xfrm>
                  <a:off x="8742362" y="2105025"/>
                  <a:ext cx="406400" cy="396875"/>
                </a:xfrm>
                <a:custGeom>
                  <a:avLst/>
                  <a:gdLst>
                    <a:gd name="T0" fmla="*/ 82 w 199"/>
                    <a:gd name="T1" fmla="*/ 195 h 195"/>
                    <a:gd name="T2" fmla="*/ 27 w 199"/>
                    <a:gd name="T3" fmla="*/ 164 h 195"/>
                    <a:gd name="T4" fmla="*/ 1 w 199"/>
                    <a:gd name="T5" fmla="*/ 101 h 195"/>
                    <a:gd name="T6" fmla="*/ 34 w 199"/>
                    <a:gd name="T7" fmla="*/ 35 h 195"/>
                    <a:gd name="T8" fmla="*/ 103 w 199"/>
                    <a:gd name="T9" fmla="*/ 2 h 195"/>
                    <a:gd name="T10" fmla="*/ 172 w 199"/>
                    <a:gd name="T11" fmla="*/ 30 h 195"/>
                    <a:gd name="T12" fmla="*/ 199 w 199"/>
                    <a:gd name="T13" fmla="*/ 72 h 195"/>
                    <a:gd name="T14" fmla="*/ 189 w 199"/>
                    <a:gd name="T15" fmla="*/ 82 h 195"/>
                    <a:gd name="T16" fmla="*/ 162 w 199"/>
                    <a:gd name="T17" fmla="*/ 38 h 195"/>
                    <a:gd name="T18" fmla="*/ 104 w 199"/>
                    <a:gd name="T19" fmla="*/ 14 h 195"/>
                    <a:gd name="T20" fmla="*/ 44 w 199"/>
                    <a:gd name="T21" fmla="*/ 43 h 195"/>
                    <a:gd name="T22" fmla="*/ 14 w 199"/>
                    <a:gd name="T23" fmla="*/ 102 h 195"/>
                    <a:gd name="T24" fmla="*/ 37 w 199"/>
                    <a:gd name="T25" fmla="*/ 157 h 195"/>
                    <a:gd name="T26" fmla="*/ 77 w 199"/>
                    <a:gd name="T27" fmla="*/ 181 h 195"/>
                    <a:gd name="T28" fmla="*/ 122 w 199"/>
                    <a:gd name="T29" fmla="*/ 137 h 195"/>
                    <a:gd name="T30" fmla="*/ 90 w 199"/>
                    <a:gd name="T31" fmla="*/ 105 h 195"/>
                    <a:gd name="T32" fmla="*/ 98 w 199"/>
                    <a:gd name="T33" fmla="*/ 96 h 195"/>
                    <a:gd name="T34" fmla="*/ 139 w 199"/>
                    <a:gd name="T35" fmla="*/ 137 h 195"/>
                    <a:gd name="T36" fmla="*/ 82 w 199"/>
                    <a:gd name="T37" fmla="*/ 195 h 1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99" h="195">
                      <a:moveTo>
                        <a:pt x="82" y="195"/>
                      </a:moveTo>
                      <a:cubicBezTo>
                        <a:pt x="60" y="189"/>
                        <a:pt x="42" y="178"/>
                        <a:pt x="27" y="164"/>
                      </a:cubicBezTo>
                      <a:cubicBezTo>
                        <a:pt x="9" y="145"/>
                        <a:pt x="0" y="124"/>
                        <a:pt x="1" y="101"/>
                      </a:cubicBezTo>
                      <a:cubicBezTo>
                        <a:pt x="3" y="77"/>
                        <a:pt x="13" y="55"/>
                        <a:pt x="34" y="35"/>
                      </a:cubicBezTo>
                      <a:cubicBezTo>
                        <a:pt x="54" y="14"/>
                        <a:pt x="77" y="3"/>
                        <a:pt x="103" y="2"/>
                      </a:cubicBezTo>
                      <a:cubicBezTo>
                        <a:pt x="129" y="0"/>
                        <a:pt x="152" y="10"/>
                        <a:pt x="172" y="30"/>
                      </a:cubicBezTo>
                      <a:cubicBezTo>
                        <a:pt x="184" y="42"/>
                        <a:pt x="193" y="56"/>
                        <a:pt x="199" y="72"/>
                      </a:cubicBezTo>
                      <a:cubicBezTo>
                        <a:pt x="189" y="82"/>
                        <a:pt x="189" y="82"/>
                        <a:pt x="189" y="82"/>
                      </a:cubicBezTo>
                      <a:cubicBezTo>
                        <a:pt x="183" y="64"/>
                        <a:pt x="174" y="49"/>
                        <a:pt x="162" y="38"/>
                      </a:cubicBezTo>
                      <a:cubicBezTo>
                        <a:pt x="146" y="21"/>
                        <a:pt x="126" y="13"/>
                        <a:pt x="104" y="14"/>
                      </a:cubicBezTo>
                      <a:cubicBezTo>
                        <a:pt x="82" y="15"/>
                        <a:pt x="62" y="25"/>
                        <a:pt x="44" y="43"/>
                      </a:cubicBezTo>
                      <a:cubicBezTo>
                        <a:pt x="26" y="62"/>
                        <a:pt x="16" y="81"/>
                        <a:pt x="14" y="102"/>
                      </a:cubicBezTo>
                      <a:cubicBezTo>
                        <a:pt x="13" y="122"/>
                        <a:pt x="21" y="140"/>
                        <a:pt x="37" y="157"/>
                      </a:cubicBezTo>
                      <a:cubicBezTo>
                        <a:pt x="50" y="169"/>
                        <a:pt x="63" y="177"/>
                        <a:pt x="77" y="181"/>
                      </a:cubicBezTo>
                      <a:cubicBezTo>
                        <a:pt x="122" y="137"/>
                        <a:pt x="122" y="137"/>
                        <a:pt x="122" y="137"/>
                      </a:cubicBezTo>
                      <a:cubicBezTo>
                        <a:pt x="90" y="105"/>
                        <a:pt x="90" y="105"/>
                        <a:pt x="90" y="105"/>
                      </a:cubicBezTo>
                      <a:cubicBezTo>
                        <a:pt x="98" y="96"/>
                        <a:pt x="98" y="96"/>
                        <a:pt x="98" y="96"/>
                      </a:cubicBezTo>
                      <a:cubicBezTo>
                        <a:pt x="139" y="137"/>
                        <a:pt x="139" y="137"/>
                        <a:pt x="139" y="137"/>
                      </a:cubicBezTo>
                      <a:lnTo>
                        <a:pt x="82" y="195"/>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505050"/>
                    </a:solidFill>
                    <a:effectLst/>
                    <a:uLnTx/>
                    <a:uFillTx/>
                    <a:latin typeface="Segoe UI"/>
                    <a:ea typeface="+mn-ea"/>
                    <a:cs typeface="+mn-cs"/>
                  </a:endParaRPr>
                </a:p>
              </p:txBody>
            </p:sp>
            <p:sp>
              <p:nvSpPr>
                <p:cNvPr id="63" name="Freeform 53">
                  <a:extLst>
                    <a:ext uri="{FF2B5EF4-FFF2-40B4-BE49-F238E27FC236}">
                      <a16:creationId xmlns:a16="http://schemas.microsoft.com/office/drawing/2014/main" id="{28506E58-DE53-4C84-980E-352CDA1E0E01}"/>
                    </a:ext>
                  </a:extLst>
                </p:cNvPr>
                <p:cNvSpPr>
                  <a:spLocks/>
                </p:cNvSpPr>
                <p:nvPr/>
              </p:nvSpPr>
              <p:spPr bwMode="auto">
                <a:xfrm>
                  <a:off x="8955087" y="2339975"/>
                  <a:ext cx="393700" cy="346075"/>
                </a:xfrm>
                <a:custGeom>
                  <a:avLst/>
                  <a:gdLst>
                    <a:gd name="T0" fmla="*/ 0 w 193"/>
                    <a:gd name="T1" fmla="*/ 111 h 170"/>
                    <a:gd name="T2" fmla="*/ 11 w 193"/>
                    <a:gd name="T3" fmla="*/ 101 h 170"/>
                    <a:gd name="T4" fmla="*/ 31 w 193"/>
                    <a:gd name="T5" fmla="*/ 139 h 170"/>
                    <a:gd name="T6" fmla="*/ 61 w 193"/>
                    <a:gd name="T7" fmla="*/ 157 h 170"/>
                    <a:gd name="T8" fmla="*/ 88 w 193"/>
                    <a:gd name="T9" fmla="*/ 147 h 170"/>
                    <a:gd name="T10" fmla="*/ 99 w 193"/>
                    <a:gd name="T11" fmla="*/ 125 h 170"/>
                    <a:gd name="T12" fmla="*/ 92 w 193"/>
                    <a:gd name="T13" fmla="*/ 84 h 170"/>
                    <a:gd name="T14" fmla="*/ 86 w 193"/>
                    <a:gd name="T15" fmla="*/ 38 h 170"/>
                    <a:gd name="T16" fmla="*/ 99 w 193"/>
                    <a:gd name="T17" fmla="*/ 14 h 170"/>
                    <a:gd name="T18" fmla="*/ 134 w 193"/>
                    <a:gd name="T19" fmla="*/ 1 h 170"/>
                    <a:gd name="T20" fmla="*/ 174 w 193"/>
                    <a:gd name="T21" fmla="*/ 21 h 170"/>
                    <a:gd name="T22" fmla="*/ 193 w 193"/>
                    <a:gd name="T23" fmla="*/ 49 h 170"/>
                    <a:gd name="T24" fmla="*/ 184 w 193"/>
                    <a:gd name="T25" fmla="*/ 59 h 170"/>
                    <a:gd name="T26" fmla="*/ 164 w 193"/>
                    <a:gd name="T27" fmla="*/ 28 h 170"/>
                    <a:gd name="T28" fmla="*/ 135 w 193"/>
                    <a:gd name="T29" fmla="*/ 13 h 170"/>
                    <a:gd name="T30" fmla="*/ 110 w 193"/>
                    <a:gd name="T31" fmla="*/ 23 h 170"/>
                    <a:gd name="T32" fmla="*/ 99 w 193"/>
                    <a:gd name="T33" fmla="*/ 45 h 170"/>
                    <a:gd name="T34" fmla="*/ 106 w 193"/>
                    <a:gd name="T35" fmla="*/ 85 h 170"/>
                    <a:gd name="T36" fmla="*/ 112 w 193"/>
                    <a:gd name="T37" fmla="*/ 129 h 170"/>
                    <a:gd name="T38" fmla="*/ 99 w 193"/>
                    <a:gd name="T39" fmla="*/ 155 h 170"/>
                    <a:gd name="T40" fmla="*/ 63 w 193"/>
                    <a:gd name="T41" fmla="*/ 169 h 170"/>
                    <a:gd name="T42" fmla="*/ 23 w 193"/>
                    <a:gd name="T43" fmla="*/ 148 h 170"/>
                    <a:gd name="T44" fmla="*/ 9 w 193"/>
                    <a:gd name="T45" fmla="*/ 130 h 170"/>
                    <a:gd name="T46" fmla="*/ 0 w 193"/>
                    <a:gd name="T47" fmla="*/ 111 h 1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93" h="170">
                      <a:moveTo>
                        <a:pt x="0" y="111"/>
                      </a:moveTo>
                      <a:cubicBezTo>
                        <a:pt x="11" y="101"/>
                        <a:pt x="11" y="101"/>
                        <a:pt x="11" y="101"/>
                      </a:cubicBezTo>
                      <a:cubicBezTo>
                        <a:pt x="14" y="117"/>
                        <a:pt x="21" y="129"/>
                        <a:pt x="31" y="139"/>
                      </a:cubicBezTo>
                      <a:cubicBezTo>
                        <a:pt x="41" y="150"/>
                        <a:pt x="51" y="156"/>
                        <a:pt x="61" y="157"/>
                      </a:cubicBezTo>
                      <a:cubicBezTo>
                        <a:pt x="71" y="158"/>
                        <a:pt x="80" y="154"/>
                        <a:pt x="88" y="147"/>
                      </a:cubicBezTo>
                      <a:cubicBezTo>
                        <a:pt x="94" y="140"/>
                        <a:pt x="98" y="132"/>
                        <a:pt x="99" y="125"/>
                      </a:cubicBezTo>
                      <a:cubicBezTo>
                        <a:pt x="99" y="117"/>
                        <a:pt x="97" y="103"/>
                        <a:pt x="92" y="84"/>
                      </a:cubicBezTo>
                      <a:cubicBezTo>
                        <a:pt x="86" y="63"/>
                        <a:pt x="84" y="47"/>
                        <a:pt x="86" y="38"/>
                      </a:cubicBezTo>
                      <a:cubicBezTo>
                        <a:pt x="87" y="29"/>
                        <a:pt x="92" y="21"/>
                        <a:pt x="99" y="14"/>
                      </a:cubicBezTo>
                      <a:cubicBezTo>
                        <a:pt x="108" y="5"/>
                        <a:pt x="120" y="0"/>
                        <a:pt x="134" y="1"/>
                      </a:cubicBezTo>
                      <a:cubicBezTo>
                        <a:pt x="148" y="2"/>
                        <a:pt x="161" y="9"/>
                        <a:pt x="174" y="21"/>
                      </a:cubicBezTo>
                      <a:cubicBezTo>
                        <a:pt x="182" y="29"/>
                        <a:pt x="188" y="38"/>
                        <a:pt x="193" y="49"/>
                      </a:cubicBezTo>
                      <a:cubicBezTo>
                        <a:pt x="184" y="59"/>
                        <a:pt x="184" y="59"/>
                        <a:pt x="184" y="59"/>
                      </a:cubicBezTo>
                      <a:cubicBezTo>
                        <a:pt x="179" y="47"/>
                        <a:pt x="173" y="37"/>
                        <a:pt x="164" y="28"/>
                      </a:cubicBezTo>
                      <a:cubicBezTo>
                        <a:pt x="155" y="19"/>
                        <a:pt x="145" y="14"/>
                        <a:pt x="135" y="13"/>
                      </a:cubicBezTo>
                      <a:cubicBezTo>
                        <a:pt x="125" y="13"/>
                        <a:pt x="117" y="16"/>
                        <a:pt x="110" y="23"/>
                      </a:cubicBezTo>
                      <a:cubicBezTo>
                        <a:pt x="103" y="30"/>
                        <a:pt x="99" y="37"/>
                        <a:pt x="99" y="45"/>
                      </a:cubicBezTo>
                      <a:cubicBezTo>
                        <a:pt x="98" y="53"/>
                        <a:pt x="100" y="66"/>
                        <a:pt x="106" y="85"/>
                      </a:cubicBezTo>
                      <a:cubicBezTo>
                        <a:pt x="111" y="105"/>
                        <a:pt x="113" y="120"/>
                        <a:pt x="112" y="129"/>
                      </a:cubicBezTo>
                      <a:cubicBezTo>
                        <a:pt x="110" y="139"/>
                        <a:pt x="106" y="147"/>
                        <a:pt x="99" y="155"/>
                      </a:cubicBezTo>
                      <a:cubicBezTo>
                        <a:pt x="88" y="165"/>
                        <a:pt x="76" y="170"/>
                        <a:pt x="63" y="169"/>
                      </a:cubicBezTo>
                      <a:cubicBezTo>
                        <a:pt x="49" y="168"/>
                        <a:pt x="36" y="161"/>
                        <a:pt x="23" y="148"/>
                      </a:cubicBezTo>
                      <a:cubicBezTo>
                        <a:pt x="18" y="144"/>
                        <a:pt x="13" y="138"/>
                        <a:pt x="9" y="130"/>
                      </a:cubicBezTo>
                      <a:cubicBezTo>
                        <a:pt x="4" y="123"/>
                        <a:pt x="1" y="116"/>
                        <a:pt x="0" y="111"/>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Segoe UI"/>
                    <a:ea typeface="+mn-ea"/>
                    <a:cs typeface="+mn-cs"/>
                  </a:endParaRPr>
                </a:p>
              </p:txBody>
            </p:sp>
            <p:sp>
              <p:nvSpPr>
                <p:cNvPr id="64" name="Freeform 32">
                  <a:extLst>
                    <a:ext uri="{FF2B5EF4-FFF2-40B4-BE49-F238E27FC236}">
                      <a16:creationId xmlns:a16="http://schemas.microsoft.com/office/drawing/2014/main" id="{D8EC597D-81D0-4A66-B4DF-3421CCBE9F6C}"/>
                    </a:ext>
                  </a:extLst>
                </p:cNvPr>
                <p:cNvSpPr>
                  <a:spLocks/>
                </p:cNvSpPr>
                <p:nvPr/>
              </p:nvSpPr>
              <p:spPr bwMode="auto">
                <a:xfrm>
                  <a:off x="9612449" y="2462704"/>
                  <a:ext cx="50800" cy="58737"/>
                </a:xfrm>
                <a:custGeom>
                  <a:avLst/>
                  <a:gdLst>
                    <a:gd name="T0" fmla="*/ 24 w 25"/>
                    <a:gd name="T1" fmla="*/ 0 h 29"/>
                    <a:gd name="T2" fmla="*/ 24 w 25"/>
                    <a:gd name="T3" fmla="*/ 22 h 29"/>
                    <a:gd name="T4" fmla="*/ 16 w 25"/>
                    <a:gd name="T5" fmla="*/ 29 h 29"/>
                    <a:gd name="T6" fmla="*/ 5 w 25"/>
                    <a:gd name="T7" fmla="*/ 28 h 29"/>
                    <a:gd name="T8" fmla="*/ 3 w 25"/>
                    <a:gd name="T9" fmla="*/ 23 h 29"/>
                    <a:gd name="T10" fmla="*/ 25 w 25"/>
                    <a:gd name="T11" fmla="*/ 0 h 29"/>
                  </a:gdLst>
                  <a:ahLst/>
                  <a:cxnLst>
                    <a:cxn ang="0">
                      <a:pos x="T0" y="T1"/>
                    </a:cxn>
                    <a:cxn ang="0">
                      <a:pos x="T2" y="T3"/>
                    </a:cxn>
                    <a:cxn ang="0">
                      <a:pos x="T4" y="T5"/>
                    </a:cxn>
                    <a:cxn ang="0">
                      <a:pos x="T6" y="T7"/>
                    </a:cxn>
                    <a:cxn ang="0">
                      <a:pos x="T8" y="T9"/>
                    </a:cxn>
                    <a:cxn ang="0">
                      <a:pos x="T10" y="T11"/>
                    </a:cxn>
                  </a:cxnLst>
                  <a:rect l="0" t="0" r="r" b="b"/>
                  <a:pathLst>
                    <a:path w="25" h="29">
                      <a:moveTo>
                        <a:pt x="24" y="0"/>
                      </a:moveTo>
                      <a:cubicBezTo>
                        <a:pt x="24" y="22"/>
                        <a:pt x="24" y="22"/>
                        <a:pt x="24" y="22"/>
                      </a:cubicBezTo>
                      <a:cubicBezTo>
                        <a:pt x="24" y="26"/>
                        <a:pt x="20" y="29"/>
                        <a:pt x="16" y="29"/>
                      </a:cubicBezTo>
                      <a:cubicBezTo>
                        <a:pt x="5" y="28"/>
                        <a:pt x="5" y="28"/>
                        <a:pt x="5" y="28"/>
                      </a:cubicBezTo>
                      <a:cubicBezTo>
                        <a:pt x="1" y="28"/>
                        <a:pt x="0" y="26"/>
                        <a:pt x="3" y="23"/>
                      </a:cubicBezTo>
                      <a:cubicBezTo>
                        <a:pt x="25" y="0"/>
                        <a:pt x="25" y="0"/>
                        <a:pt x="25" y="0"/>
                      </a:cubicBezTo>
                    </a:path>
                  </a:pathLst>
                </a:custGeom>
                <a:solidFill>
                  <a:schemeClr val="accent5">
                    <a:lumMod val="25000"/>
                    <a:lumOff val="75000"/>
                  </a:scheme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505050"/>
                    </a:solidFill>
                    <a:effectLst/>
                    <a:uLnTx/>
                    <a:uFillTx/>
                    <a:latin typeface="Segoe UI"/>
                    <a:ea typeface="+mn-ea"/>
                    <a:cs typeface="+mn-cs"/>
                  </a:endParaRPr>
                </a:p>
              </p:txBody>
            </p:sp>
            <p:sp>
              <p:nvSpPr>
                <p:cNvPr id="65" name="Freeform 32">
                  <a:extLst>
                    <a:ext uri="{FF2B5EF4-FFF2-40B4-BE49-F238E27FC236}">
                      <a16:creationId xmlns:a16="http://schemas.microsoft.com/office/drawing/2014/main" id="{F06A88D8-7755-4F98-8CB7-604839C02A72}"/>
                    </a:ext>
                  </a:extLst>
                </p:cNvPr>
                <p:cNvSpPr>
                  <a:spLocks/>
                </p:cNvSpPr>
                <p:nvPr/>
              </p:nvSpPr>
              <p:spPr bwMode="auto">
                <a:xfrm>
                  <a:off x="9661637" y="2411907"/>
                  <a:ext cx="50800" cy="58737"/>
                </a:xfrm>
                <a:custGeom>
                  <a:avLst/>
                  <a:gdLst>
                    <a:gd name="T0" fmla="*/ 24 w 25"/>
                    <a:gd name="T1" fmla="*/ 0 h 29"/>
                    <a:gd name="T2" fmla="*/ 24 w 25"/>
                    <a:gd name="T3" fmla="*/ 22 h 29"/>
                    <a:gd name="T4" fmla="*/ 16 w 25"/>
                    <a:gd name="T5" fmla="*/ 29 h 29"/>
                    <a:gd name="T6" fmla="*/ 5 w 25"/>
                    <a:gd name="T7" fmla="*/ 28 h 29"/>
                    <a:gd name="T8" fmla="*/ 3 w 25"/>
                    <a:gd name="T9" fmla="*/ 23 h 29"/>
                    <a:gd name="T10" fmla="*/ 25 w 25"/>
                    <a:gd name="T11" fmla="*/ 0 h 29"/>
                  </a:gdLst>
                  <a:ahLst/>
                  <a:cxnLst>
                    <a:cxn ang="0">
                      <a:pos x="T0" y="T1"/>
                    </a:cxn>
                    <a:cxn ang="0">
                      <a:pos x="T2" y="T3"/>
                    </a:cxn>
                    <a:cxn ang="0">
                      <a:pos x="T4" y="T5"/>
                    </a:cxn>
                    <a:cxn ang="0">
                      <a:pos x="T6" y="T7"/>
                    </a:cxn>
                    <a:cxn ang="0">
                      <a:pos x="T8" y="T9"/>
                    </a:cxn>
                    <a:cxn ang="0">
                      <a:pos x="T10" y="T11"/>
                    </a:cxn>
                  </a:cxnLst>
                  <a:rect l="0" t="0" r="r" b="b"/>
                  <a:pathLst>
                    <a:path w="25" h="29">
                      <a:moveTo>
                        <a:pt x="24" y="0"/>
                      </a:moveTo>
                      <a:cubicBezTo>
                        <a:pt x="24" y="22"/>
                        <a:pt x="24" y="22"/>
                        <a:pt x="24" y="22"/>
                      </a:cubicBezTo>
                      <a:cubicBezTo>
                        <a:pt x="24" y="26"/>
                        <a:pt x="20" y="29"/>
                        <a:pt x="16" y="29"/>
                      </a:cubicBezTo>
                      <a:cubicBezTo>
                        <a:pt x="5" y="28"/>
                        <a:pt x="5" y="28"/>
                        <a:pt x="5" y="28"/>
                      </a:cubicBezTo>
                      <a:cubicBezTo>
                        <a:pt x="1" y="28"/>
                        <a:pt x="0" y="26"/>
                        <a:pt x="3" y="23"/>
                      </a:cubicBezTo>
                      <a:cubicBezTo>
                        <a:pt x="25" y="0"/>
                        <a:pt x="25" y="0"/>
                        <a:pt x="25" y="0"/>
                      </a:cubicBezTo>
                    </a:path>
                  </a:pathLst>
                </a:custGeom>
                <a:solidFill>
                  <a:schemeClr val="accent5">
                    <a:lumMod val="25000"/>
                    <a:lumOff val="75000"/>
                  </a:scheme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505050"/>
                    </a:solidFill>
                    <a:effectLst/>
                    <a:uLnTx/>
                    <a:uFillTx/>
                    <a:latin typeface="Segoe UI"/>
                    <a:ea typeface="+mn-ea"/>
                    <a:cs typeface="+mn-cs"/>
                  </a:endParaRPr>
                </a:p>
              </p:txBody>
            </p:sp>
            <p:sp>
              <p:nvSpPr>
                <p:cNvPr id="66" name="Freeform 32">
                  <a:extLst>
                    <a:ext uri="{FF2B5EF4-FFF2-40B4-BE49-F238E27FC236}">
                      <a16:creationId xmlns:a16="http://schemas.microsoft.com/office/drawing/2014/main" id="{A909E0FB-245F-4471-BFBA-096D9F4D7C99}"/>
                    </a:ext>
                  </a:extLst>
                </p:cNvPr>
                <p:cNvSpPr>
                  <a:spLocks/>
                </p:cNvSpPr>
                <p:nvPr/>
              </p:nvSpPr>
              <p:spPr bwMode="auto">
                <a:xfrm>
                  <a:off x="9707675" y="2360508"/>
                  <a:ext cx="50800" cy="58737"/>
                </a:xfrm>
                <a:custGeom>
                  <a:avLst/>
                  <a:gdLst>
                    <a:gd name="T0" fmla="*/ 24 w 25"/>
                    <a:gd name="T1" fmla="*/ 0 h 29"/>
                    <a:gd name="T2" fmla="*/ 24 w 25"/>
                    <a:gd name="T3" fmla="*/ 22 h 29"/>
                    <a:gd name="T4" fmla="*/ 16 w 25"/>
                    <a:gd name="T5" fmla="*/ 29 h 29"/>
                    <a:gd name="T6" fmla="*/ 5 w 25"/>
                    <a:gd name="T7" fmla="*/ 28 h 29"/>
                    <a:gd name="T8" fmla="*/ 3 w 25"/>
                    <a:gd name="T9" fmla="*/ 23 h 29"/>
                    <a:gd name="T10" fmla="*/ 25 w 25"/>
                    <a:gd name="T11" fmla="*/ 0 h 29"/>
                  </a:gdLst>
                  <a:ahLst/>
                  <a:cxnLst>
                    <a:cxn ang="0">
                      <a:pos x="T0" y="T1"/>
                    </a:cxn>
                    <a:cxn ang="0">
                      <a:pos x="T2" y="T3"/>
                    </a:cxn>
                    <a:cxn ang="0">
                      <a:pos x="T4" y="T5"/>
                    </a:cxn>
                    <a:cxn ang="0">
                      <a:pos x="T6" y="T7"/>
                    </a:cxn>
                    <a:cxn ang="0">
                      <a:pos x="T8" y="T9"/>
                    </a:cxn>
                    <a:cxn ang="0">
                      <a:pos x="T10" y="T11"/>
                    </a:cxn>
                  </a:cxnLst>
                  <a:rect l="0" t="0" r="r" b="b"/>
                  <a:pathLst>
                    <a:path w="25" h="29">
                      <a:moveTo>
                        <a:pt x="24" y="0"/>
                      </a:moveTo>
                      <a:cubicBezTo>
                        <a:pt x="24" y="22"/>
                        <a:pt x="24" y="22"/>
                        <a:pt x="24" y="22"/>
                      </a:cubicBezTo>
                      <a:cubicBezTo>
                        <a:pt x="24" y="26"/>
                        <a:pt x="20" y="29"/>
                        <a:pt x="16" y="29"/>
                      </a:cubicBezTo>
                      <a:cubicBezTo>
                        <a:pt x="5" y="28"/>
                        <a:pt x="5" y="28"/>
                        <a:pt x="5" y="28"/>
                      </a:cubicBezTo>
                      <a:cubicBezTo>
                        <a:pt x="1" y="28"/>
                        <a:pt x="0" y="26"/>
                        <a:pt x="3" y="23"/>
                      </a:cubicBezTo>
                      <a:cubicBezTo>
                        <a:pt x="25" y="0"/>
                        <a:pt x="25" y="0"/>
                        <a:pt x="25" y="0"/>
                      </a:cubicBezTo>
                    </a:path>
                  </a:pathLst>
                </a:custGeom>
                <a:solidFill>
                  <a:schemeClr val="accent5">
                    <a:lumMod val="25000"/>
                    <a:lumOff val="75000"/>
                  </a:scheme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505050"/>
                    </a:solidFill>
                    <a:effectLst/>
                    <a:uLnTx/>
                    <a:uFillTx/>
                    <a:latin typeface="Segoe UI"/>
                    <a:ea typeface="+mn-ea"/>
                    <a:cs typeface="+mn-cs"/>
                  </a:endParaRPr>
                </a:p>
              </p:txBody>
            </p:sp>
          </p:grpSp>
          <p:pic>
            <p:nvPicPr>
              <p:cNvPr id="18" name="Picture 17">
                <a:extLst>
                  <a:ext uri="{FF2B5EF4-FFF2-40B4-BE49-F238E27FC236}">
                    <a16:creationId xmlns:a16="http://schemas.microsoft.com/office/drawing/2014/main" id="{7C0B5572-BE63-4086-A4CB-1BE69176085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775887" y="3879050"/>
                <a:ext cx="1044116" cy="1044116"/>
              </a:xfrm>
              <a:prstGeom prst="rect">
                <a:avLst/>
              </a:prstGeom>
            </p:spPr>
          </p:pic>
          <p:pic>
            <p:nvPicPr>
              <p:cNvPr id="19" name="Picture 18">
                <a:extLst>
                  <a:ext uri="{FF2B5EF4-FFF2-40B4-BE49-F238E27FC236}">
                    <a16:creationId xmlns:a16="http://schemas.microsoft.com/office/drawing/2014/main" id="{BFEAA2E9-5C4B-4D35-AD9E-D6D811F3664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122591" y="3782494"/>
                <a:ext cx="1237228" cy="1237228"/>
              </a:xfrm>
              <a:prstGeom prst="rect">
                <a:avLst/>
              </a:prstGeom>
            </p:spPr>
          </p:pic>
          <p:grpSp>
            <p:nvGrpSpPr>
              <p:cNvPr id="20" name="Group 19">
                <a:extLst>
                  <a:ext uri="{FF2B5EF4-FFF2-40B4-BE49-F238E27FC236}">
                    <a16:creationId xmlns:a16="http://schemas.microsoft.com/office/drawing/2014/main" id="{D0920D28-8152-460D-824D-884074BF9C09}"/>
                  </a:ext>
                </a:extLst>
              </p:cNvPr>
              <p:cNvGrpSpPr/>
              <p:nvPr/>
            </p:nvGrpSpPr>
            <p:grpSpPr>
              <a:xfrm>
                <a:off x="6121227" y="1189038"/>
                <a:ext cx="4697412" cy="3830684"/>
                <a:chOff x="6057900" y="1189038"/>
                <a:chExt cx="4697412" cy="3830684"/>
              </a:xfrm>
            </p:grpSpPr>
            <p:sp>
              <p:nvSpPr>
                <p:cNvPr id="21" name="Freeform 25">
                  <a:extLst>
                    <a:ext uri="{FF2B5EF4-FFF2-40B4-BE49-F238E27FC236}">
                      <a16:creationId xmlns:a16="http://schemas.microsoft.com/office/drawing/2014/main" id="{792C681A-E5A7-405B-9ECD-A970BACD3BCA}"/>
                    </a:ext>
                  </a:extLst>
                </p:cNvPr>
                <p:cNvSpPr>
                  <a:spLocks/>
                </p:cNvSpPr>
                <p:nvPr/>
              </p:nvSpPr>
              <p:spPr bwMode="auto">
                <a:xfrm>
                  <a:off x="6670188" y="2979738"/>
                  <a:ext cx="3548515" cy="577850"/>
                </a:xfrm>
                <a:custGeom>
                  <a:avLst/>
                  <a:gdLst>
                    <a:gd name="T0" fmla="*/ 1315 w 1315"/>
                    <a:gd name="T1" fmla="*/ 283 h 283"/>
                    <a:gd name="T2" fmla="*/ 1315 w 1315"/>
                    <a:gd name="T3" fmla="*/ 46 h 283"/>
                    <a:gd name="T4" fmla="*/ 1268 w 1315"/>
                    <a:gd name="T5" fmla="*/ 0 h 283"/>
                    <a:gd name="T6" fmla="*/ 46 w 1315"/>
                    <a:gd name="T7" fmla="*/ 0 h 283"/>
                    <a:gd name="T8" fmla="*/ 0 w 1315"/>
                    <a:gd name="T9" fmla="*/ 46 h 283"/>
                    <a:gd name="T10" fmla="*/ 0 w 1315"/>
                    <a:gd name="T11" fmla="*/ 283 h 283"/>
                  </a:gdLst>
                  <a:ahLst/>
                  <a:cxnLst>
                    <a:cxn ang="0">
                      <a:pos x="T0" y="T1"/>
                    </a:cxn>
                    <a:cxn ang="0">
                      <a:pos x="T2" y="T3"/>
                    </a:cxn>
                    <a:cxn ang="0">
                      <a:pos x="T4" y="T5"/>
                    </a:cxn>
                    <a:cxn ang="0">
                      <a:pos x="T6" y="T7"/>
                    </a:cxn>
                    <a:cxn ang="0">
                      <a:pos x="T8" y="T9"/>
                    </a:cxn>
                    <a:cxn ang="0">
                      <a:pos x="T10" y="T11"/>
                    </a:cxn>
                  </a:cxnLst>
                  <a:rect l="0" t="0" r="r" b="b"/>
                  <a:pathLst>
                    <a:path w="1315" h="283">
                      <a:moveTo>
                        <a:pt x="1315" y="283"/>
                      </a:moveTo>
                      <a:cubicBezTo>
                        <a:pt x="1315" y="46"/>
                        <a:pt x="1315" y="46"/>
                        <a:pt x="1315" y="46"/>
                      </a:cubicBezTo>
                      <a:cubicBezTo>
                        <a:pt x="1315" y="21"/>
                        <a:pt x="1294" y="0"/>
                        <a:pt x="1268" y="0"/>
                      </a:cubicBezTo>
                      <a:cubicBezTo>
                        <a:pt x="46" y="0"/>
                        <a:pt x="46" y="0"/>
                        <a:pt x="46" y="0"/>
                      </a:cubicBezTo>
                      <a:cubicBezTo>
                        <a:pt x="21" y="0"/>
                        <a:pt x="0" y="21"/>
                        <a:pt x="0" y="46"/>
                      </a:cubicBezTo>
                      <a:cubicBezTo>
                        <a:pt x="0" y="283"/>
                        <a:pt x="0" y="283"/>
                        <a:pt x="0" y="283"/>
                      </a:cubicBezTo>
                    </a:path>
                  </a:pathLst>
                </a:custGeom>
                <a:noFill/>
                <a:ln w="3175" cap="flat">
                  <a:solidFill>
                    <a:schemeClr val="bg1">
                      <a:lumMod val="75000"/>
                    </a:schemeClr>
                  </a:solidFill>
                  <a:prstDash val="solid"/>
                  <a:miter lim="800000"/>
                  <a:headEnd type="oval" w="med" len="med"/>
                  <a:tailEnd type="oval" w="med" len="me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505050"/>
                    </a:solidFill>
                    <a:effectLst/>
                    <a:uLnTx/>
                    <a:uFillTx/>
                    <a:latin typeface="Segoe UI"/>
                    <a:ea typeface="+mn-ea"/>
                    <a:cs typeface="+mn-cs"/>
                  </a:endParaRPr>
                </a:p>
              </p:txBody>
            </p:sp>
            <p:sp>
              <p:nvSpPr>
                <p:cNvPr id="22" name="Oval 44">
                  <a:extLst>
                    <a:ext uri="{FF2B5EF4-FFF2-40B4-BE49-F238E27FC236}">
                      <a16:creationId xmlns:a16="http://schemas.microsoft.com/office/drawing/2014/main" id="{100A4611-0E91-4C91-8A73-6D06CD8360E3}"/>
                    </a:ext>
                  </a:extLst>
                </p:cNvPr>
                <p:cNvSpPr>
                  <a:spLocks noChangeArrowheads="1"/>
                </p:cNvSpPr>
                <p:nvPr/>
              </p:nvSpPr>
              <p:spPr bwMode="auto">
                <a:xfrm>
                  <a:off x="8081701" y="4035425"/>
                  <a:ext cx="646419" cy="598809"/>
                </a:xfrm>
                <a:prstGeom prst="ellipse">
                  <a:avLst/>
                </a:prstGeom>
                <a:solidFill>
                  <a:schemeClr val="bg1">
                    <a:lumMod val="95000"/>
                  </a:schemeClr>
                </a:solidFill>
                <a:ln w="9525">
                  <a:solidFill>
                    <a:srgbClr val="000000"/>
                  </a:solidFill>
                  <a:round/>
                  <a:headEnd/>
                  <a:tailEnd/>
                </a:ln>
              </p:spPr>
              <p:txBody>
                <a:bodyPr vert="horz" wrap="squar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effectLst/>
                      <a:uLnTx/>
                      <a:uFillTx/>
                      <a:latin typeface="Segoe UI"/>
                      <a:ea typeface="+mn-ea"/>
                      <a:cs typeface="+mn-cs"/>
                    </a:rPr>
                    <a:t>OR</a:t>
                  </a:r>
                </a:p>
              </p:txBody>
            </p:sp>
            <p:grpSp>
              <p:nvGrpSpPr>
                <p:cNvPr id="23" name="Group 22">
                  <a:extLst>
                    <a:ext uri="{FF2B5EF4-FFF2-40B4-BE49-F238E27FC236}">
                      <a16:creationId xmlns:a16="http://schemas.microsoft.com/office/drawing/2014/main" id="{709C7BFF-75AA-493F-ABB5-232DCEDAEAF0}"/>
                    </a:ext>
                  </a:extLst>
                </p:cNvPr>
                <p:cNvGrpSpPr/>
                <p:nvPr/>
              </p:nvGrpSpPr>
              <p:grpSpPr>
                <a:xfrm>
                  <a:off x="7449877" y="1189038"/>
                  <a:ext cx="2008926" cy="1966912"/>
                  <a:chOff x="7797800" y="1189038"/>
                  <a:chExt cx="2008926" cy="1966912"/>
                </a:xfrm>
              </p:grpSpPr>
              <p:sp>
                <p:nvSpPr>
                  <p:cNvPr id="26" name="Freeform 28">
                    <a:extLst>
                      <a:ext uri="{FF2B5EF4-FFF2-40B4-BE49-F238E27FC236}">
                        <a16:creationId xmlns:a16="http://schemas.microsoft.com/office/drawing/2014/main" id="{449E695B-A334-4A97-9DF9-2D0F58AD8443}"/>
                      </a:ext>
                    </a:extLst>
                  </p:cNvPr>
                  <p:cNvSpPr>
                    <a:spLocks noEditPoints="1"/>
                  </p:cNvSpPr>
                  <p:nvPr/>
                </p:nvSpPr>
                <p:spPr bwMode="auto">
                  <a:xfrm>
                    <a:off x="7797800" y="1189038"/>
                    <a:ext cx="2005012" cy="1963737"/>
                  </a:xfrm>
                  <a:custGeom>
                    <a:avLst/>
                    <a:gdLst>
                      <a:gd name="T0" fmla="*/ 0 w 982"/>
                      <a:gd name="T1" fmla="*/ 89 h 963"/>
                      <a:gd name="T2" fmla="*/ 6 w 982"/>
                      <a:gd name="T3" fmla="*/ 396 h 963"/>
                      <a:gd name="T4" fmla="*/ 590 w 982"/>
                      <a:gd name="T5" fmla="*/ 963 h 963"/>
                      <a:gd name="T6" fmla="*/ 982 w 982"/>
                      <a:gd name="T7" fmla="*/ 557 h 963"/>
                      <a:gd name="T8" fmla="*/ 404 w 982"/>
                      <a:gd name="T9" fmla="*/ 0 h 963"/>
                      <a:gd name="T10" fmla="*/ 80 w 982"/>
                      <a:gd name="T11" fmla="*/ 5 h 963"/>
                      <a:gd name="T12" fmla="*/ 0 w 982"/>
                      <a:gd name="T13" fmla="*/ 89 h 963"/>
                      <a:gd name="T14" fmla="*/ 221 w 982"/>
                      <a:gd name="T15" fmla="*/ 100 h 963"/>
                      <a:gd name="T16" fmla="*/ 223 w 982"/>
                      <a:gd name="T17" fmla="*/ 217 h 963"/>
                      <a:gd name="T18" fmla="*/ 106 w 982"/>
                      <a:gd name="T19" fmla="*/ 219 h 963"/>
                      <a:gd name="T20" fmla="*/ 104 w 982"/>
                      <a:gd name="T21" fmla="*/ 103 h 963"/>
                      <a:gd name="T22" fmla="*/ 221 w 982"/>
                      <a:gd name="T23" fmla="*/ 100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982" h="963">
                        <a:moveTo>
                          <a:pt x="0" y="89"/>
                        </a:moveTo>
                        <a:cubicBezTo>
                          <a:pt x="6" y="396"/>
                          <a:pt x="6" y="396"/>
                          <a:pt x="6" y="396"/>
                        </a:cubicBezTo>
                        <a:cubicBezTo>
                          <a:pt x="590" y="963"/>
                          <a:pt x="590" y="963"/>
                          <a:pt x="590" y="963"/>
                        </a:cubicBezTo>
                        <a:cubicBezTo>
                          <a:pt x="982" y="557"/>
                          <a:pt x="982" y="557"/>
                          <a:pt x="982" y="557"/>
                        </a:cubicBezTo>
                        <a:cubicBezTo>
                          <a:pt x="404" y="0"/>
                          <a:pt x="404" y="0"/>
                          <a:pt x="404" y="0"/>
                        </a:cubicBezTo>
                        <a:cubicBezTo>
                          <a:pt x="80" y="5"/>
                          <a:pt x="80" y="5"/>
                          <a:pt x="80" y="5"/>
                        </a:cubicBezTo>
                        <a:lnTo>
                          <a:pt x="0" y="89"/>
                        </a:lnTo>
                        <a:close/>
                        <a:moveTo>
                          <a:pt x="221" y="100"/>
                        </a:moveTo>
                        <a:cubicBezTo>
                          <a:pt x="254" y="132"/>
                          <a:pt x="255" y="184"/>
                          <a:pt x="223" y="217"/>
                        </a:cubicBezTo>
                        <a:cubicBezTo>
                          <a:pt x="191" y="250"/>
                          <a:pt x="139" y="251"/>
                          <a:pt x="106" y="219"/>
                        </a:cubicBezTo>
                        <a:cubicBezTo>
                          <a:pt x="74" y="187"/>
                          <a:pt x="73" y="135"/>
                          <a:pt x="104" y="103"/>
                        </a:cubicBezTo>
                        <a:cubicBezTo>
                          <a:pt x="136" y="70"/>
                          <a:pt x="188" y="69"/>
                          <a:pt x="221" y="100"/>
                        </a:cubicBezTo>
                        <a:close/>
                      </a:path>
                    </a:pathLst>
                  </a:custGeom>
                  <a:solidFill>
                    <a:srgbClr val="0079D6"/>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505050"/>
                      </a:solidFill>
                      <a:effectLst/>
                      <a:uLnTx/>
                      <a:uFillTx/>
                      <a:latin typeface="Segoe UI"/>
                      <a:ea typeface="+mn-ea"/>
                      <a:cs typeface="+mn-cs"/>
                    </a:endParaRPr>
                  </a:p>
                </p:txBody>
              </p:sp>
              <p:sp>
                <p:nvSpPr>
                  <p:cNvPr id="27" name="Freeform 32">
                    <a:extLst>
                      <a:ext uri="{FF2B5EF4-FFF2-40B4-BE49-F238E27FC236}">
                        <a16:creationId xmlns:a16="http://schemas.microsoft.com/office/drawing/2014/main" id="{942B7E81-56BA-4DE3-A7B7-92279C74F009}"/>
                      </a:ext>
                    </a:extLst>
                  </p:cNvPr>
                  <p:cNvSpPr>
                    <a:spLocks/>
                  </p:cNvSpPr>
                  <p:nvPr/>
                </p:nvSpPr>
                <p:spPr bwMode="auto">
                  <a:xfrm>
                    <a:off x="9559924" y="2514600"/>
                    <a:ext cx="50800" cy="58737"/>
                  </a:xfrm>
                  <a:custGeom>
                    <a:avLst/>
                    <a:gdLst>
                      <a:gd name="T0" fmla="*/ 24 w 25"/>
                      <a:gd name="T1" fmla="*/ 0 h 29"/>
                      <a:gd name="T2" fmla="*/ 24 w 25"/>
                      <a:gd name="T3" fmla="*/ 22 h 29"/>
                      <a:gd name="T4" fmla="*/ 16 w 25"/>
                      <a:gd name="T5" fmla="*/ 29 h 29"/>
                      <a:gd name="T6" fmla="*/ 5 w 25"/>
                      <a:gd name="T7" fmla="*/ 28 h 29"/>
                      <a:gd name="T8" fmla="*/ 3 w 25"/>
                      <a:gd name="T9" fmla="*/ 23 h 29"/>
                      <a:gd name="T10" fmla="*/ 25 w 25"/>
                      <a:gd name="T11" fmla="*/ 0 h 29"/>
                    </a:gdLst>
                    <a:ahLst/>
                    <a:cxnLst>
                      <a:cxn ang="0">
                        <a:pos x="T0" y="T1"/>
                      </a:cxn>
                      <a:cxn ang="0">
                        <a:pos x="T2" y="T3"/>
                      </a:cxn>
                      <a:cxn ang="0">
                        <a:pos x="T4" y="T5"/>
                      </a:cxn>
                      <a:cxn ang="0">
                        <a:pos x="T6" y="T7"/>
                      </a:cxn>
                      <a:cxn ang="0">
                        <a:pos x="T8" y="T9"/>
                      </a:cxn>
                      <a:cxn ang="0">
                        <a:pos x="T10" y="T11"/>
                      </a:cxn>
                    </a:cxnLst>
                    <a:rect l="0" t="0" r="r" b="b"/>
                    <a:pathLst>
                      <a:path w="25" h="29">
                        <a:moveTo>
                          <a:pt x="24" y="0"/>
                        </a:moveTo>
                        <a:cubicBezTo>
                          <a:pt x="24" y="22"/>
                          <a:pt x="24" y="22"/>
                          <a:pt x="24" y="22"/>
                        </a:cubicBezTo>
                        <a:cubicBezTo>
                          <a:pt x="24" y="26"/>
                          <a:pt x="20" y="29"/>
                          <a:pt x="16" y="29"/>
                        </a:cubicBezTo>
                        <a:cubicBezTo>
                          <a:pt x="5" y="28"/>
                          <a:pt x="5" y="28"/>
                          <a:pt x="5" y="28"/>
                        </a:cubicBezTo>
                        <a:cubicBezTo>
                          <a:pt x="1" y="28"/>
                          <a:pt x="0" y="26"/>
                          <a:pt x="3" y="23"/>
                        </a:cubicBezTo>
                        <a:cubicBezTo>
                          <a:pt x="25" y="0"/>
                          <a:pt x="25" y="0"/>
                          <a:pt x="25" y="0"/>
                        </a:cubicBezTo>
                      </a:path>
                    </a:pathLst>
                  </a:custGeom>
                  <a:solidFill>
                    <a:schemeClr val="accent5">
                      <a:lumMod val="25000"/>
                      <a:lumOff val="75000"/>
                    </a:scheme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505050"/>
                      </a:solidFill>
                      <a:effectLst/>
                      <a:uLnTx/>
                      <a:uFillTx/>
                      <a:latin typeface="Segoe UI"/>
                      <a:ea typeface="+mn-ea"/>
                      <a:cs typeface="+mn-cs"/>
                    </a:endParaRPr>
                  </a:p>
                </p:txBody>
              </p:sp>
              <p:sp>
                <p:nvSpPr>
                  <p:cNvPr id="28" name="Freeform 33">
                    <a:extLst>
                      <a:ext uri="{FF2B5EF4-FFF2-40B4-BE49-F238E27FC236}">
                        <a16:creationId xmlns:a16="http://schemas.microsoft.com/office/drawing/2014/main" id="{95503E1B-7C39-4B28-A4A5-D501E3C8EF7F}"/>
                      </a:ext>
                    </a:extLst>
                  </p:cNvPr>
                  <p:cNvSpPr>
                    <a:spLocks/>
                  </p:cNvSpPr>
                  <p:nvPr/>
                </p:nvSpPr>
                <p:spPr bwMode="auto">
                  <a:xfrm>
                    <a:off x="9502774" y="2573338"/>
                    <a:ext cx="50800" cy="57150"/>
                  </a:xfrm>
                  <a:custGeom>
                    <a:avLst/>
                    <a:gdLst>
                      <a:gd name="T0" fmla="*/ 25 w 25"/>
                      <a:gd name="T1" fmla="*/ 0 h 28"/>
                      <a:gd name="T2" fmla="*/ 24 w 25"/>
                      <a:gd name="T3" fmla="*/ 21 h 28"/>
                      <a:gd name="T4" fmla="*/ 17 w 25"/>
                      <a:gd name="T5" fmla="*/ 28 h 28"/>
                      <a:gd name="T6" fmla="*/ 5 w 25"/>
                      <a:gd name="T7" fmla="*/ 28 h 28"/>
                      <a:gd name="T8" fmla="*/ 3 w 25"/>
                      <a:gd name="T9" fmla="*/ 22 h 28"/>
                      <a:gd name="T10" fmla="*/ 25 w 25"/>
                      <a:gd name="T11" fmla="*/ 0 h 28"/>
                    </a:gdLst>
                    <a:ahLst/>
                    <a:cxnLst>
                      <a:cxn ang="0">
                        <a:pos x="T0" y="T1"/>
                      </a:cxn>
                      <a:cxn ang="0">
                        <a:pos x="T2" y="T3"/>
                      </a:cxn>
                      <a:cxn ang="0">
                        <a:pos x="T4" y="T5"/>
                      </a:cxn>
                      <a:cxn ang="0">
                        <a:pos x="T6" y="T7"/>
                      </a:cxn>
                      <a:cxn ang="0">
                        <a:pos x="T8" y="T9"/>
                      </a:cxn>
                      <a:cxn ang="0">
                        <a:pos x="T10" y="T11"/>
                      </a:cxn>
                    </a:cxnLst>
                    <a:rect l="0" t="0" r="r" b="b"/>
                    <a:pathLst>
                      <a:path w="25" h="28">
                        <a:moveTo>
                          <a:pt x="25" y="0"/>
                        </a:moveTo>
                        <a:cubicBezTo>
                          <a:pt x="24" y="21"/>
                          <a:pt x="24" y="21"/>
                          <a:pt x="24" y="21"/>
                        </a:cubicBezTo>
                        <a:cubicBezTo>
                          <a:pt x="24" y="25"/>
                          <a:pt x="21" y="28"/>
                          <a:pt x="17" y="28"/>
                        </a:cubicBezTo>
                        <a:cubicBezTo>
                          <a:pt x="5" y="28"/>
                          <a:pt x="5" y="28"/>
                          <a:pt x="5" y="28"/>
                        </a:cubicBezTo>
                        <a:cubicBezTo>
                          <a:pt x="1" y="28"/>
                          <a:pt x="0" y="25"/>
                          <a:pt x="3" y="22"/>
                        </a:cubicBezTo>
                        <a:cubicBezTo>
                          <a:pt x="25" y="0"/>
                          <a:pt x="25" y="0"/>
                          <a:pt x="25" y="0"/>
                        </a:cubicBezTo>
                      </a:path>
                    </a:pathLst>
                  </a:custGeom>
                  <a:solidFill>
                    <a:schemeClr val="accent5">
                      <a:lumMod val="25000"/>
                      <a:lumOff val="75000"/>
                    </a:scheme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505050"/>
                      </a:solidFill>
                      <a:effectLst/>
                      <a:uLnTx/>
                      <a:uFillTx/>
                      <a:latin typeface="Segoe UI"/>
                      <a:ea typeface="+mn-ea"/>
                      <a:cs typeface="+mn-cs"/>
                    </a:endParaRPr>
                  </a:p>
                </p:txBody>
              </p:sp>
              <p:sp>
                <p:nvSpPr>
                  <p:cNvPr id="29" name="Freeform 34">
                    <a:extLst>
                      <a:ext uri="{FF2B5EF4-FFF2-40B4-BE49-F238E27FC236}">
                        <a16:creationId xmlns:a16="http://schemas.microsoft.com/office/drawing/2014/main" id="{0D308289-2A5A-4539-98C3-E22924805A66}"/>
                      </a:ext>
                    </a:extLst>
                  </p:cNvPr>
                  <p:cNvSpPr>
                    <a:spLocks/>
                  </p:cNvSpPr>
                  <p:nvPr/>
                </p:nvSpPr>
                <p:spPr bwMode="auto">
                  <a:xfrm>
                    <a:off x="9447212" y="2630488"/>
                    <a:ext cx="49212" cy="60325"/>
                  </a:xfrm>
                  <a:custGeom>
                    <a:avLst/>
                    <a:gdLst>
                      <a:gd name="T0" fmla="*/ 24 w 24"/>
                      <a:gd name="T1" fmla="*/ 0 h 29"/>
                      <a:gd name="T2" fmla="*/ 24 w 24"/>
                      <a:gd name="T3" fmla="*/ 22 h 29"/>
                      <a:gd name="T4" fmla="*/ 16 w 24"/>
                      <a:gd name="T5" fmla="*/ 29 h 29"/>
                      <a:gd name="T6" fmla="*/ 5 w 24"/>
                      <a:gd name="T7" fmla="*/ 28 h 29"/>
                      <a:gd name="T8" fmla="*/ 3 w 24"/>
                      <a:gd name="T9" fmla="*/ 23 h 29"/>
                      <a:gd name="T10" fmla="*/ 24 w 24"/>
                      <a:gd name="T11" fmla="*/ 0 h 29"/>
                    </a:gdLst>
                    <a:ahLst/>
                    <a:cxnLst>
                      <a:cxn ang="0">
                        <a:pos x="T0" y="T1"/>
                      </a:cxn>
                      <a:cxn ang="0">
                        <a:pos x="T2" y="T3"/>
                      </a:cxn>
                      <a:cxn ang="0">
                        <a:pos x="T4" y="T5"/>
                      </a:cxn>
                      <a:cxn ang="0">
                        <a:pos x="T6" y="T7"/>
                      </a:cxn>
                      <a:cxn ang="0">
                        <a:pos x="T8" y="T9"/>
                      </a:cxn>
                      <a:cxn ang="0">
                        <a:pos x="T10" y="T11"/>
                      </a:cxn>
                    </a:cxnLst>
                    <a:rect l="0" t="0" r="r" b="b"/>
                    <a:pathLst>
                      <a:path w="24" h="29">
                        <a:moveTo>
                          <a:pt x="24" y="0"/>
                        </a:moveTo>
                        <a:cubicBezTo>
                          <a:pt x="24" y="22"/>
                          <a:pt x="24" y="22"/>
                          <a:pt x="24" y="22"/>
                        </a:cubicBezTo>
                        <a:cubicBezTo>
                          <a:pt x="24" y="26"/>
                          <a:pt x="20" y="29"/>
                          <a:pt x="16" y="29"/>
                        </a:cubicBezTo>
                        <a:cubicBezTo>
                          <a:pt x="5" y="28"/>
                          <a:pt x="5" y="28"/>
                          <a:pt x="5" y="28"/>
                        </a:cubicBezTo>
                        <a:cubicBezTo>
                          <a:pt x="1" y="28"/>
                          <a:pt x="0" y="26"/>
                          <a:pt x="3" y="23"/>
                        </a:cubicBezTo>
                        <a:cubicBezTo>
                          <a:pt x="24" y="0"/>
                          <a:pt x="24" y="0"/>
                          <a:pt x="24" y="0"/>
                        </a:cubicBezTo>
                      </a:path>
                    </a:pathLst>
                  </a:custGeom>
                  <a:solidFill>
                    <a:schemeClr val="accent5">
                      <a:lumMod val="25000"/>
                      <a:lumOff val="75000"/>
                    </a:scheme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505050"/>
                      </a:solidFill>
                      <a:effectLst/>
                      <a:uLnTx/>
                      <a:uFillTx/>
                      <a:latin typeface="Segoe UI"/>
                      <a:ea typeface="+mn-ea"/>
                      <a:cs typeface="+mn-cs"/>
                    </a:endParaRPr>
                  </a:p>
                </p:txBody>
              </p:sp>
              <p:sp>
                <p:nvSpPr>
                  <p:cNvPr id="30" name="Freeform 35">
                    <a:extLst>
                      <a:ext uri="{FF2B5EF4-FFF2-40B4-BE49-F238E27FC236}">
                        <a16:creationId xmlns:a16="http://schemas.microsoft.com/office/drawing/2014/main" id="{C4E3A0C6-5FDD-4540-B98E-519EA1126500}"/>
                      </a:ext>
                    </a:extLst>
                  </p:cNvPr>
                  <p:cNvSpPr>
                    <a:spLocks/>
                  </p:cNvSpPr>
                  <p:nvPr/>
                </p:nvSpPr>
                <p:spPr bwMode="auto">
                  <a:xfrm>
                    <a:off x="9390062" y="2690813"/>
                    <a:ext cx="50800" cy="57150"/>
                  </a:xfrm>
                  <a:custGeom>
                    <a:avLst/>
                    <a:gdLst>
                      <a:gd name="T0" fmla="*/ 25 w 25"/>
                      <a:gd name="T1" fmla="*/ 0 h 28"/>
                      <a:gd name="T2" fmla="*/ 24 w 25"/>
                      <a:gd name="T3" fmla="*/ 21 h 28"/>
                      <a:gd name="T4" fmla="*/ 17 w 25"/>
                      <a:gd name="T5" fmla="*/ 28 h 28"/>
                      <a:gd name="T6" fmla="*/ 5 w 25"/>
                      <a:gd name="T7" fmla="*/ 28 h 28"/>
                      <a:gd name="T8" fmla="*/ 3 w 25"/>
                      <a:gd name="T9" fmla="*/ 22 h 28"/>
                      <a:gd name="T10" fmla="*/ 25 w 25"/>
                      <a:gd name="T11" fmla="*/ 0 h 28"/>
                    </a:gdLst>
                    <a:ahLst/>
                    <a:cxnLst>
                      <a:cxn ang="0">
                        <a:pos x="T0" y="T1"/>
                      </a:cxn>
                      <a:cxn ang="0">
                        <a:pos x="T2" y="T3"/>
                      </a:cxn>
                      <a:cxn ang="0">
                        <a:pos x="T4" y="T5"/>
                      </a:cxn>
                      <a:cxn ang="0">
                        <a:pos x="T6" y="T7"/>
                      </a:cxn>
                      <a:cxn ang="0">
                        <a:pos x="T8" y="T9"/>
                      </a:cxn>
                      <a:cxn ang="0">
                        <a:pos x="T10" y="T11"/>
                      </a:cxn>
                    </a:cxnLst>
                    <a:rect l="0" t="0" r="r" b="b"/>
                    <a:pathLst>
                      <a:path w="25" h="28">
                        <a:moveTo>
                          <a:pt x="25" y="0"/>
                        </a:moveTo>
                        <a:cubicBezTo>
                          <a:pt x="24" y="21"/>
                          <a:pt x="24" y="21"/>
                          <a:pt x="24" y="21"/>
                        </a:cubicBezTo>
                        <a:cubicBezTo>
                          <a:pt x="24" y="25"/>
                          <a:pt x="21" y="28"/>
                          <a:pt x="17" y="28"/>
                        </a:cubicBezTo>
                        <a:cubicBezTo>
                          <a:pt x="5" y="28"/>
                          <a:pt x="5" y="28"/>
                          <a:pt x="5" y="28"/>
                        </a:cubicBezTo>
                        <a:cubicBezTo>
                          <a:pt x="1" y="28"/>
                          <a:pt x="0" y="25"/>
                          <a:pt x="3" y="22"/>
                        </a:cubicBezTo>
                        <a:cubicBezTo>
                          <a:pt x="25" y="0"/>
                          <a:pt x="25" y="0"/>
                          <a:pt x="25" y="0"/>
                        </a:cubicBezTo>
                      </a:path>
                    </a:pathLst>
                  </a:custGeom>
                  <a:solidFill>
                    <a:schemeClr val="accent5">
                      <a:lumMod val="25000"/>
                      <a:lumOff val="75000"/>
                    </a:scheme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505050"/>
                      </a:solidFill>
                      <a:effectLst/>
                      <a:uLnTx/>
                      <a:uFillTx/>
                      <a:latin typeface="Segoe UI"/>
                      <a:ea typeface="+mn-ea"/>
                      <a:cs typeface="+mn-cs"/>
                    </a:endParaRPr>
                  </a:p>
                </p:txBody>
              </p:sp>
              <p:sp>
                <p:nvSpPr>
                  <p:cNvPr id="31" name="Freeform 36">
                    <a:extLst>
                      <a:ext uri="{FF2B5EF4-FFF2-40B4-BE49-F238E27FC236}">
                        <a16:creationId xmlns:a16="http://schemas.microsoft.com/office/drawing/2014/main" id="{D7A453D6-77A7-46EE-A388-92967543456E}"/>
                      </a:ext>
                    </a:extLst>
                  </p:cNvPr>
                  <p:cNvSpPr>
                    <a:spLocks/>
                  </p:cNvSpPr>
                  <p:nvPr/>
                </p:nvSpPr>
                <p:spPr bwMode="auto">
                  <a:xfrm>
                    <a:off x="9334499" y="2747963"/>
                    <a:ext cx="49212" cy="58737"/>
                  </a:xfrm>
                  <a:custGeom>
                    <a:avLst/>
                    <a:gdLst>
                      <a:gd name="T0" fmla="*/ 24 w 24"/>
                      <a:gd name="T1" fmla="*/ 0 h 29"/>
                      <a:gd name="T2" fmla="*/ 24 w 24"/>
                      <a:gd name="T3" fmla="*/ 22 h 29"/>
                      <a:gd name="T4" fmla="*/ 16 w 24"/>
                      <a:gd name="T5" fmla="*/ 29 h 29"/>
                      <a:gd name="T6" fmla="*/ 5 w 24"/>
                      <a:gd name="T7" fmla="*/ 28 h 29"/>
                      <a:gd name="T8" fmla="*/ 3 w 24"/>
                      <a:gd name="T9" fmla="*/ 23 h 29"/>
                      <a:gd name="T10" fmla="*/ 24 w 24"/>
                      <a:gd name="T11" fmla="*/ 0 h 29"/>
                    </a:gdLst>
                    <a:ahLst/>
                    <a:cxnLst>
                      <a:cxn ang="0">
                        <a:pos x="T0" y="T1"/>
                      </a:cxn>
                      <a:cxn ang="0">
                        <a:pos x="T2" y="T3"/>
                      </a:cxn>
                      <a:cxn ang="0">
                        <a:pos x="T4" y="T5"/>
                      </a:cxn>
                      <a:cxn ang="0">
                        <a:pos x="T6" y="T7"/>
                      </a:cxn>
                      <a:cxn ang="0">
                        <a:pos x="T8" y="T9"/>
                      </a:cxn>
                      <a:cxn ang="0">
                        <a:pos x="T10" y="T11"/>
                      </a:cxn>
                    </a:cxnLst>
                    <a:rect l="0" t="0" r="r" b="b"/>
                    <a:pathLst>
                      <a:path w="24" h="29">
                        <a:moveTo>
                          <a:pt x="24" y="0"/>
                        </a:moveTo>
                        <a:cubicBezTo>
                          <a:pt x="24" y="22"/>
                          <a:pt x="24" y="22"/>
                          <a:pt x="24" y="22"/>
                        </a:cubicBezTo>
                        <a:cubicBezTo>
                          <a:pt x="24" y="26"/>
                          <a:pt x="20" y="29"/>
                          <a:pt x="16" y="29"/>
                        </a:cubicBezTo>
                        <a:cubicBezTo>
                          <a:pt x="5" y="28"/>
                          <a:pt x="5" y="28"/>
                          <a:pt x="5" y="28"/>
                        </a:cubicBezTo>
                        <a:cubicBezTo>
                          <a:pt x="1" y="28"/>
                          <a:pt x="0" y="25"/>
                          <a:pt x="3" y="23"/>
                        </a:cubicBezTo>
                        <a:cubicBezTo>
                          <a:pt x="24" y="0"/>
                          <a:pt x="24" y="0"/>
                          <a:pt x="24" y="0"/>
                        </a:cubicBezTo>
                      </a:path>
                    </a:pathLst>
                  </a:custGeom>
                  <a:solidFill>
                    <a:schemeClr val="accent5">
                      <a:lumMod val="25000"/>
                      <a:lumOff val="75000"/>
                    </a:scheme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505050"/>
                      </a:solidFill>
                      <a:effectLst/>
                      <a:uLnTx/>
                      <a:uFillTx/>
                      <a:latin typeface="Segoe UI"/>
                      <a:ea typeface="+mn-ea"/>
                      <a:cs typeface="+mn-cs"/>
                    </a:endParaRPr>
                  </a:p>
                </p:txBody>
              </p:sp>
              <p:sp>
                <p:nvSpPr>
                  <p:cNvPr id="32" name="Freeform 37">
                    <a:extLst>
                      <a:ext uri="{FF2B5EF4-FFF2-40B4-BE49-F238E27FC236}">
                        <a16:creationId xmlns:a16="http://schemas.microsoft.com/office/drawing/2014/main" id="{DDE1199B-C941-4A9B-9452-1120C9FC47BA}"/>
                      </a:ext>
                    </a:extLst>
                  </p:cNvPr>
                  <p:cNvSpPr>
                    <a:spLocks/>
                  </p:cNvSpPr>
                  <p:nvPr/>
                </p:nvSpPr>
                <p:spPr bwMode="auto">
                  <a:xfrm>
                    <a:off x="9277349" y="2805113"/>
                    <a:ext cx="50800" cy="58737"/>
                  </a:xfrm>
                  <a:custGeom>
                    <a:avLst/>
                    <a:gdLst>
                      <a:gd name="T0" fmla="*/ 25 w 25"/>
                      <a:gd name="T1" fmla="*/ 1 h 29"/>
                      <a:gd name="T2" fmla="*/ 24 w 25"/>
                      <a:gd name="T3" fmla="*/ 22 h 29"/>
                      <a:gd name="T4" fmla="*/ 17 w 25"/>
                      <a:gd name="T5" fmla="*/ 29 h 29"/>
                      <a:gd name="T6" fmla="*/ 5 w 25"/>
                      <a:gd name="T7" fmla="*/ 29 h 29"/>
                      <a:gd name="T8" fmla="*/ 3 w 25"/>
                      <a:gd name="T9" fmla="*/ 23 h 29"/>
                      <a:gd name="T10" fmla="*/ 25 w 25"/>
                      <a:gd name="T11" fmla="*/ 0 h 29"/>
                    </a:gdLst>
                    <a:ahLst/>
                    <a:cxnLst>
                      <a:cxn ang="0">
                        <a:pos x="T0" y="T1"/>
                      </a:cxn>
                      <a:cxn ang="0">
                        <a:pos x="T2" y="T3"/>
                      </a:cxn>
                      <a:cxn ang="0">
                        <a:pos x="T4" y="T5"/>
                      </a:cxn>
                      <a:cxn ang="0">
                        <a:pos x="T6" y="T7"/>
                      </a:cxn>
                      <a:cxn ang="0">
                        <a:pos x="T8" y="T9"/>
                      </a:cxn>
                      <a:cxn ang="0">
                        <a:pos x="T10" y="T11"/>
                      </a:cxn>
                    </a:cxnLst>
                    <a:rect l="0" t="0" r="r" b="b"/>
                    <a:pathLst>
                      <a:path w="25" h="29">
                        <a:moveTo>
                          <a:pt x="25" y="1"/>
                        </a:moveTo>
                        <a:cubicBezTo>
                          <a:pt x="24" y="22"/>
                          <a:pt x="24" y="22"/>
                          <a:pt x="24" y="22"/>
                        </a:cubicBezTo>
                        <a:cubicBezTo>
                          <a:pt x="24" y="26"/>
                          <a:pt x="21" y="29"/>
                          <a:pt x="17" y="29"/>
                        </a:cubicBezTo>
                        <a:cubicBezTo>
                          <a:pt x="5" y="29"/>
                          <a:pt x="5" y="29"/>
                          <a:pt x="5" y="29"/>
                        </a:cubicBezTo>
                        <a:cubicBezTo>
                          <a:pt x="1" y="28"/>
                          <a:pt x="0" y="26"/>
                          <a:pt x="3" y="23"/>
                        </a:cubicBezTo>
                        <a:cubicBezTo>
                          <a:pt x="25" y="0"/>
                          <a:pt x="25" y="0"/>
                          <a:pt x="25" y="0"/>
                        </a:cubicBezTo>
                      </a:path>
                    </a:pathLst>
                  </a:custGeom>
                  <a:solidFill>
                    <a:schemeClr val="accent5">
                      <a:lumMod val="25000"/>
                      <a:lumOff val="75000"/>
                    </a:scheme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505050"/>
                      </a:solidFill>
                      <a:effectLst/>
                      <a:uLnTx/>
                      <a:uFillTx/>
                      <a:latin typeface="Segoe UI"/>
                      <a:ea typeface="+mn-ea"/>
                      <a:cs typeface="+mn-cs"/>
                    </a:endParaRPr>
                  </a:p>
                </p:txBody>
              </p:sp>
              <p:sp>
                <p:nvSpPr>
                  <p:cNvPr id="33" name="Freeform 38">
                    <a:extLst>
                      <a:ext uri="{FF2B5EF4-FFF2-40B4-BE49-F238E27FC236}">
                        <a16:creationId xmlns:a16="http://schemas.microsoft.com/office/drawing/2014/main" id="{DDB589C2-9D39-48F0-B106-BFA9C0CE7BE2}"/>
                      </a:ext>
                    </a:extLst>
                  </p:cNvPr>
                  <p:cNvSpPr>
                    <a:spLocks/>
                  </p:cNvSpPr>
                  <p:nvPr/>
                </p:nvSpPr>
                <p:spPr bwMode="auto">
                  <a:xfrm>
                    <a:off x="9221787" y="2863850"/>
                    <a:ext cx="49212" cy="58737"/>
                  </a:xfrm>
                  <a:custGeom>
                    <a:avLst/>
                    <a:gdLst>
                      <a:gd name="T0" fmla="*/ 24 w 24"/>
                      <a:gd name="T1" fmla="*/ 0 h 29"/>
                      <a:gd name="T2" fmla="*/ 24 w 24"/>
                      <a:gd name="T3" fmla="*/ 22 h 29"/>
                      <a:gd name="T4" fmla="*/ 16 w 24"/>
                      <a:gd name="T5" fmla="*/ 29 h 29"/>
                      <a:gd name="T6" fmla="*/ 5 w 24"/>
                      <a:gd name="T7" fmla="*/ 28 h 29"/>
                      <a:gd name="T8" fmla="*/ 2 w 24"/>
                      <a:gd name="T9" fmla="*/ 23 h 29"/>
                      <a:gd name="T10" fmla="*/ 24 w 24"/>
                      <a:gd name="T11" fmla="*/ 0 h 29"/>
                    </a:gdLst>
                    <a:ahLst/>
                    <a:cxnLst>
                      <a:cxn ang="0">
                        <a:pos x="T0" y="T1"/>
                      </a:cxn>
                      <a:cxn ang="0">
                        <a:pos x="T2" y="T3"/>
                      </a:cxn>
                      <a:cxn ang="0">
                        <a:pos x="T4" y="T5"/>
                      </a:cxn>
                      <a:cxn ang="0">
                        <a:pos x="T6" y="T7"/>
                      </a:cxn>
                      <a:cxn ang="0">
                        <a:pos x="T8" y="T9"/>
                      </a:cxn>
                      <a:cxn ang="0">
                        <a:pos x="T10" y="T11"/>
                      </a:cxn>
                    </a:cxnLst>
                    <a:rect l="0" t="0" r="r" b="b"/>
                    <a:pathLst>
                      <a:path w="24" h="29">
                        <a:moveTo>
                          <a:pt x="24" y="0"/>
                        </a:moveTo>
                        <a:cubicBezTo>
                          <a:pt x="24" y="22"/>
                          <a:pt x="24" y="22"/>
                          <a:pt x="24" y="22"/>
                        </a:cubicBezTo>
                        <a:cubicBezTo>
                          <a:pt x="23" y="26"/>
                          <a:pt x="20" y="29"/>
                          <a:pt x="16" y="29"/>
                        </a:cubicBezTo>
                        <a:cubicBezTo>
                          <a:pt x="5" y="28"/>
                          <a:pt x="5" y="28"/>
                          <a:pt x="5" y="28"/>
                        </a:cubicBezTo>
                        <a:cubicBezTo>
                          <a:pt x="1" y="28"/>
                          <a:pt x="0" y="25"/>
                          <a:pt x="2" y="23"/>
                        </a:cubicBezTo>
                        <a:cubicBezTo>
                          <a:pt x="24" y="0"/>
                          <a:pt x="24" y="0"/>
                          <a:pt x="24" y="0"/>
                        </a:cubicBezTo>
                      </a:path>
                    </a:pathLst>
                  </a:custGeom>
                  <a:solidFill>
                    <a:schemeClr val="accent5">
                      <a:lumMod val="25000"/>
                      <a:lumOff val="75000"/>
                    </a:scheme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505050"/>
                      </a:solidFill>
                      <a:effectLst/>
                      <a:uLnTx/>
                      <a:uFillTx/>
                      <a:latin typeface="Segoe UI"/>
                      <a:ea typeface="+mn-ea"/>
                      <a:cs typeface="+mn-cs"/>
                    </a:endParaRPr>
                  </a:p>
                </p:txBody>
              </p:sp>
              <p:sp>
                <p:nvSpPr>
                  <p:cNvPr id="34" name="Freeform 39">
                    <a:extLst>
                      <a:ext uri="{FF2B5EF4-FFF2-40B4-BE49-F238E27FC236}">
                        <a16:creationId xmlns:a16="http://schemas.microsoft.com/office/drawing/2014/main" id="{456FAE57-DE36-45A4-B553-E6CF8599815D}"/>
                      </a:ext>
                    </a:extLst>
                  </p:cNvPr>
                  <p:cNvSpPr>
                    <a:spLocks/>
                  </p:cNvSpPr>
                  <p:nvPr/>
                </p:nvSpPr>
                <p:spPr bwMode="auto">
                  <a:xfrm>
                    <a:off x="9164637" y="2921000"/>
                    <a:ext cx="50800" cy="58737"/>
                  </a:xfrm>
                  <a:custGeom>
                    <a:avLst/>
                    <a:gdLst>
                      <a:gd name="T0" fmla="*/ 24 w 25"/>
                      <a:gd name="T1" fmla="*/ 1 h 29"/>
                      <a:gd name="T2" fmla="*/ 24 w 25"/>
                      <a:gd name="T3" fmla="*/ 22 h 29"/>
                      <a:gd name="T4" fmla="*/ 17 w 25"/>
                      <a:gd name="T5" fmla="*/ 29 h 29"/>
                      <a:gd name="T6" fmla="*/ 5 w 25"/>
                      <a:gd name="T7" fmla="*/ 29 h 29"/>
                      <a:gd name="T8" fmla="*/ 3 w 25"/>
                      <a:gd name="T9" fmla="*/ 23 h 29"/>
                      <a:gd name="T10" fmla="*/ 25 w 25"/>
                      <a:gd name="T11" fmla="*/ 0 h 29"/>
                    </a:gdLst>
                    <a:ahLst/>
                    <a:cxnLst>
                      <a:cxn ang="0">
                        <a:pos x="T0" y="T1"/>
                      </a:cxn>
                      <a:cxn ang="0">
                        <a:pos x="T2" y="T3"/>
                      </a:cxn>
                      <a:cxn ang="0">
                        <a:pos x="T4" y="T5"/>
                      </a:cxn>
                      <a:cxn ang="0">
                        <a:pos x="T6" y="T7"/>
                      </a:cxn>
                      <a:cxn ang="0">
                        <a:pos x="T8" y="T9"/>
                      </a:cxn>
                      <a:cxn ang="0">
                        <a:pos x="T10" y="T11"/>
                      </a:cxn>
                    </a:cxnLst>
                    <a:rect l="0" t="0" r="r" b="b"/>
                    <a:pathLst>
                      <a:path w="25" h="29">
                        <a:moveTo>
                          <a:pt x="24" y="1"/>
                        </a:moveTo>
                        <a:cubicBezTo>
                          <a:pt x="24" y="22"/>
                          <a:pt x="24" y="22"/>
                          <a:pt x="24" y="22"/>
                        </a:cubicBezTo>
                        <a:cubicBezTo>
                          <a:pt x="24" y="26"/>
                          <a:pt x="21" y="29"/>
                          <a:pt x="17" y="29"/>
                        </a:cubicBezTo>
                        <a:cubicBezTo>
                          <a:pt x="5" y="29"/>
                          <a:pt x="5" y="29"/>
                          <a:pt x="5" y="29"/>
                        </a:cubicBezTo>
                        <a:cubicBezTo>
                          <a:pt x="1" y="28"/>
                          <a:pt x="0" y="26"/>
                          <a:pt x="3" y="23"/>
                        </a:cubicBezTo>
                        <a:cubicBezTo>
                          <a:pt x="25" y="0"/>
                          <a:pt x="25" y="0"/>
                          <a:pt x="25" y="0"/>
                        </a:cubicBezTo>
                      </a:path>
                    </a:pathLst>
                  </a:custGeom>
                  <a:solidFill>
                    <a:schemeClr val="accent5">
                      <a:lumMod val="25000"/>
                      <a:lumOff val="75000"/>
                    </a:scheme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505050"/>
                      </a:solidFill>
                      <a:effectLst/>
                      <a:uLnTx/>
                      <a:uFillTx/>
                      <a:latin typeface="Segoe UI"/>
                      <a:ea typeface="+mn-ea"/>
                      <a:cs typeface="+mn-cs"/>
                    </a:endParaRPr>
                  </a:p>
                </p:txBody>
              </p:sp>
              <p:sp>
                <p:nvSpPr>
                  <p:cNvPr id="35" name="Freeform 40">
                    <a:extLst>
                      <a:ext uri="{FF2B5EF4-FFF2-40B4-BE49-F238E27FC236}">
                        <a16:creationId xmlns:a16="http://schemas.microsoft.com/office/drawing/2014/main" id="{0DA46099-900D-42BB-8875-7E5DC4B45172}"/>
                      </a:ext>
                    </a:extLst>
                  </p:cNvPr>
                  <p:cNvSpPr>
                    <a:spLocks/>
                  </p:cNvSpPr>
                  <p:nvPr/>
                </p:nvSpPr>
                <p:spPr bwMode="auto">
                  <a:xfrm>
                    <a:off x="9110662" y="2979738"/>
                    <a:ext cx="47625" cy="58737"/>
                  </a:xfrm>
                  <a:custGeom>
                    <a:avLst/>
                    <a:gdLst>
                      <a:gd name="T0" fmla="*/ 24 w 24"/>
                      <a:gd name="T1" fmla="*/ 0 h 29"/>
                      <a:gd name="T2" fmla="*/ 23 w 24"/>
                      <a:gd name="T3" fmla="*/ 22 h 29"/>
                      <a:gd name="T4" fmla="*/ 16 w 24"/>
                      <a:gd name="T5" fmla="*/ 29 h 29"/>
                      <a:gd name="T6" fmla="*/ 5 w 24"/>
                      <a:gd name="T7" fmla="*/ 28 h 29"/>
                      <a:gd name="T8" fmla="*/ 2 w 24"/>
                      <a:gd name="T9" fmla="*/ 22 h 29"/>
                      <a:gd name="T10" fmla="*/ 24 w 24"/>
                      <a:gd name="T11" fmla="*/ 0 h 29"/>
                    </a:gdLst>
                    <a:ahLst/>
                    <a:cxnLst>
                      <a:cxn ang="0">
                        <a:pos x="T0" y="T1"/>
                      </a:cxn>
                      <a:cxn ang="0">
                        <a:pos x="T2" y="T3"/>
                      </a:cxn>
                      <a:cxn ang="0">
                        <a:pos x="T4" y="T5"/>
                      </a:cxn>
                      <a:cxn ang="0">
                        <a:pos x="T6" y="T7"/>
                      </a:cxn>
                      <a:cxn ang="0">
                        <a:pos x="T8" y="T9"/>
                      </a:cxn>
                      <a:cxn ang="0">
                        <a:pos x="T10" y="T11"/>
                      </a:cxn>
                    </a:cxnLst>
                    <a:rect l="0" t="0" r="r" b="b"/>
                    <a:pathLst>
                      <a:path w="24" h="29">
                        <a:moveTo>
                          <a:pt x="24" y="0"/>
                        </a:moveTo>
                        <a:cubicBezTo>
                          <a:pt x="23" y="22"/>
                          <a:pt x="23" y="22"/>
                          <a:pt x="23" y="22"/>
                        </a:cubicBezTo>
                        <a:cubicBezTo>
                          <a:pt x="23" y="26"/>
                          <a:pt x="20" y="29"/>
                          <a:pt x="16" y="29"/>
                        </a:cubicBezTo>
                        <a:cubicBezTo>
                          <a:pt x="5" y="28"/>
                          <a:pt x="5" y="28"/>
                          <a:pt x="5" y="28"/>
                        </a:cubicBezTo>
                        <a:cubicBezTo>
                          <a:pt x="1" y="28"/>
                          <a:pt x="0" y="25"/>
                          <a:pt x="2" y="22"/>
                        </a:cubicBezTo>
                        <a:cubicBezTo>
                          <a:pt x="24" y="0"/>
                          <a:pt x="24" y="0"/>
                          <a:pt x="24" y="0"/>
                        </a:cubicBezTo>
                      </a:path>
                    </a:pathLst>
                  </a:custGeom>
                  <a:solidFill>
                    <a:schemeClr val="accent5">
                      <a:lumMod val="25000"/>
                      <a:lumOff val="75000"/>
                    </a:scheme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505050"/>
                      </a:solidFill>
                      <a:effectLst/>
                      <a:uLnTx/>
                      <a:uFillTx/>
                      <a:latin typeface="Segoe UI"/>
                      <a:ea typeface="+mn-ea"/>
                      <a:cs typeface="+mn-cs"/>
                    </a:endParaRPr>
                  </a:p>
                </p:txBody>
              </p:sp>
              <p:sp>
                <p:nvSpPr>
                  <p:cNvPr id="36" name="Freeform 41">
                    <a:extLst>
                      <a:ext uri="{FF2B5EF4-FFF2-40B4-BE49-F238E27FC236}">
                        <a16:creationId xmlns:a16="http://schemas.microsoft.com/office/drawing/2014/main" id="{35143DF3-FC49-4422-A22C-3A14D4510BB4}"/>
                      </a:ext>
                    </a:extLst>
                  </p:cNvPr>
                  <p:cNvSpPr>
                    <a:spLocks/>
                  </p:cNvSpPr>
                  <p:nvPr/>
                </p:nvSpPr>
                <p:spPr bwMode="auto">
                  <a:xfrm>
                    <a:off x="9053512" y="3036888"/>
                    <a:ext cx="50800" cy="58737"/>
                  </a:xfrm>
                  <a:custGeom>
                    <a:avLst/>
                    <a:gdLst>
                      <a:gd name="T0" fmla="*/ 24 w 25"/>
                      <a:gd name="T1" fmla="*/ 1 h 29"/>
                      <a:gd name="T2" fmla="*/ 24 w 25"/>
                      <a:gd name="T3" fmla="*/ 22 h 29"/>
                      <a:gd name="T4" fmla="*/ 16 w 25"/>
                      <a:gd name="T5" fmla="*/ 29 h 29"/>
                      <a:gd name="T6" fmla="*/ 5 w 25"/>
                      <a:gd name="T7" fmla="*/ 29 h 29"/>
                      <a:gd name="T8" fmla="*/ 3 w 25"/>
                      <a:gd name="T9" fmla="*/ 23 h 29"/>
                      <a:gd name="T10" fmla="*/ 25 w 25"/>
                      <a:gd name="T11" fmla="*/ 0 h 29"/>
                    </a:gdLst>
                    <a:ahLst/>
                    <a:cxnLst>
                      <a:cxn ang="0">
                        <a:pos x="T0" y="T1"/>
                      </a:cxn>
                      <a:cxn ang="0">
                        <a:pos x="T2" y="T3"/>
                      </a:cxn>
                      <a:cxn ang="0">
                        <a:pos x="T4" y="T5"/>
                      </a:cxn>
                      <a:cxn ang="0">
                        <a:pos x="T6" y="T7"/>
                      </a:cxn>
                      <a:cxn ang="0">
                        <a:pos x="T8" y="T9"/>
                      </a:cxn>
                      <a:cxn ang="0">
                        <a:pos x="T10" y="T11"/>
                      </a:cxn>
                    </a:cxnLst>
                    <a:rect l="0" t="0" r="r" b="b"/>
                    <a:pathLst>
                      <a:path w="25" h="29">
                        <a:moveTo>
                          <a:pt x="24" y="1"/>
                        </a:moveTo>
                        <a:cubicBezTo>
                          <a:pt x="24" y="22"/>
                          <a:pt x="24" y="22"/>
                          <a:pt x="24" y="22"/>
                        </a:cubicBezTo>
                        <a:cubicBezTo>
                          <a:pt x="24" y="26"/>
                          <a:pt x="21" y="29"/>
                          <a:pt x="16" y="29"/>
                        </a:cubicBezTo>
                        <a:cubicBezTo>
                          <a:pt x="5" y="29"/>
                          <a:pt x="5" y="29"/>
                          <a:pt x="5" y="29"/>
                        </a:cubicBezTo>
                        <a:cubicBezTo>
                          <a:pt x="1" y="28"/>
                          <a:pt x="0" y="26"/>
                          <a:pt x="3" y="23"/>
                        </a:cubicBezTo>
                        <a:cubicBezTo>
                          <a:pt x="25" y="0"/>
                          <a:pt x="25" y="0"/>
                          <a:pt x="25" y="0"/>
                        </a:cubicBezTo>
                      </a:path>
                    </a:pathLst>
                  </a:custGeom>
                  <a:solidFill>
                    <a:schemeClr val="accent5">
                      <a:lumMod val="25000"/>
                      <a:lumOff val="75000"/>
                    </a:scheme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505050"/>
                      </a:solidFill>
                      <a:effectLst/>
                      <a:uLnTx/>
                      <a:uFillTx/>
                      <a:latin typeface="Segoe UI"/>
                      <a:ea typeface="+mn-ea"/>
                      <a:cs typeface="+mn-cs"/>
                    </a:endParaRPr>
                  </a:p>
                </p:txBody>
              </p:sp>
              <p:sp>
                <p:nvSpPr>
                  <p:cNvPr id="37" name="Freeform 42">
                    <a:extLst>
                      <a:ext uri="{FF2B5EF4-FFF2-40B4-BE49-F238E27FC236}">
                        <a16:creationId xmlns:a16="http://schemas.microsoft.com/office/drawing/2014/main" id="{7A7C1CEE-BD1B-43AC-96C5-E41A1B232006}"/>
                      </a:ext>
                    </a:extLst>
                  </p:cNvPr>
                  <p:cNvSpPr>
                    <a:spLocks/>
                  </p:cNvSpPr>
                  <p:nvPr/>
                </p:nvSpPr>
                <p:spPr bwMode="auto">
                  <a:xfrm>
                    <a:off x="8997949" y="3095625"/>
                    <a:ext cx="49212" cy="60325"/>
                  </a:xfrm>
                  <a:custGeom>
                    <a:avLst/>
                    <a:gdLst>
                      <a:gd name="T0" fmla="*/ 24 w 24"/>
                      <a:gd name="T1" fmla="*/ 0 h 29"/>
                      <a:gd name="T2" fmla="*/ 23 w 24"/>
                      <a:gd name="T3" fmla="*/ 22 h 29"/>
                      <a:gd name="T4" fmla="*/ 16 w 24"/>
                      <a:gd name="T5" fmla="*/ 29 h 29"/>
                      <a:gd name="T6" fmla="*/ 5 w 24"/>
                      <a:gd name="T7" fmla="*/ 28 h 29"/>
                      <a:gd name="T8" fmla="*/ 2 w 24"/>
                      <a:gd name="T9" fmla="*/ 22 h 29"/>
                      <a:gd name="T10" fmla="*/ 24 w 24"/>
                      <a:gd name="T11" fmla="*/ 0 h 29"/>
                    </a:gdLst>
                    <a:ahLst/>
                    <a:cxnLst>
                      <a:cxn ang="0">
                        <a:pos x="T0" y="T1"/>
                      </a:cxn>
                      <a:cxn ang="0">
                        <a:pos x="T2" y="T3"/>
                      </a:cxn>
                      <a:cxn ang="0">
                        <a:pos x="T4" y="T5"/>
                      </a:cxn>
                      <a:cxn ang="0">
                        <a:pos x="T6" y="T7"/>
                      </a:cxn>
                      <a:cxn ang="0">
                        <a:pos x="T8" y="T9"/>
                      </a:cxn>
                      <a:cxn ang="0">
                        <a:pos x="T10" y="T11"/>
                      </a:cxn>
                    </a:cxnLst>
                    <a:rect l="0" t="0" r="r" b="b"/>
                    <a:pathLst>
                      <a:path w="24" h="29">
                        <a:moveTo>
                          <a:pt x="24" y="0"/>
                        </a:moveTo>
                        <a:cubicBezTo>
                          <a:pt x="23" y="22"/>
                          <a:pt x="23" y="22"/>
                          <a:pt x="23" y="22"/>
                        </a:cubicBezTo>
                        <a:cubicBezTo>
                          <a:pt x="23" y="26"/>
                          <a:pt x="20" y="29"/>
                          <a:pt x="16" y="29"/>
                        </a:cubicBezTo>
                        <a:cubicBezTo>
                          <a:pt x="5" y="28"/>
                          <a:pt x="5" y="28"/>
                          <a:pt x="5" y="28"/>
                        </a:cubicBezTo>
                        <a:cubicBezTo>
                          <a:pt x="1" y="28"/>
                          <a:pt x="0" y="25"/>
                          <a:pt x="2" y="22"/>
                        </a:cubicBezTo>
                        <a:cubicBezTo>
                          <a:pt x="24" y="0"/>
                          <a:pt x="24" y="0"/>
                          <a:pt x="24" y="0"/>
                        </a:cubicBezTo>
                      </a:path>
                    </a:pathLst>
                  </a:custGeom>
                  <a:solidFill>
                    <a:schemeClr val="accent5">
                      <a:lumMod val="25000"/>
                      <a:lumOff val="75000"/>
                    </a:scheme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505050"/>
                      </a:solidFill>
                      <a:effectLst/>
                      <a:uLnTx/>
                      <a:uFillTx/>
                      <a:latin typeface="Segoe UI"/>
                      <a:ea typeface="+mn-ea"/>
                      <a:cs typeface="+mn-cs"/>
                    </a:endParaRPr>
                  </a:p>
                </p:txBody>
              </p:sp>
              <p:sp>
                <p:nvSpPr>
                  <p:cNvPr id="38" name="Freeform 43">
                    <a:extLst>
                      <a:ext uri="{FF2B5EF4-FFF2-40B4-BE49-F238E27FC236}">
                        <a16:creationId xmlns:a16="http://schemas.microsoft.com/office/drawing/2014/main" id="{F32DFD0D-6536-43F6-AE48-242C9CEABC18}"/>
                      </a:ext>
                    </a:extLst>
                  </p:cNvPr>
                  <p:cNvSpPr>
                    <a:spLocks noEditPoints="1"/>
                  </p:cNvSpPr>
                  <p:nvPr/>
                </p:nvSpPr>
                <p:spPr bwMode="auto">
                  <a:xfrm>
                    <a:off x="7907337" y="1290638"/>
                    <a:ext cx="449262" cy="449262"/>
                  </a:xfrm>
                  <a:custGeom>
                    <a:avLst/>
                    <a:gdLst>
                      <a:gd name="T0" fmla="*/ 108 w 220"/>
                      <a:gd name="T1" fmla="*/ 1 h 220"/>
                      <a:gd name="T2" fmla="*/ 1 w 220"/>
                      <a:gd name="T3" fmla="*/ 112 h 220"/>
                      <a:gd name="T4" fmla="*/ 112 w 220"/>
                      <a:gd name="T5" fmla="*/ 219 h 220"/>
                      <a:gd name="T6" fmla="*/ 219 w 220"/>
                      <a:gd name="T7" fmla="*/ 108 h 220"/>
                      <a:gd name="T8" fmla="*/ 108 w 220"/>
                      <a:gd name="T9" fmla="*/ 1 h 220"/>
                      <a:gd name="T10" fmla="*/ 112 w 220"/>
                      <a:gd name="T11" fmla="*/ 191 h 220"/>
                      <a:gd name="T12" fmla="*/ 29 w 220"/>
                      <a:gd name="T13" fmla="*/ 111 h 220"/>
                      <a:gd name="T14" fmla="*/ 109 w 220"/>
                      <a:gd name="T15" fmla="*/ 29 h 220"/>
                      <a:gd name="T16" fmla="*/ 191 w 220"/>
                      <a:gd name="T17" fmla="*/ 108 h 220"/>
                      <a:gd name="T18" fmla="*/ 112 w 220"/>
                      <a:gd name="T19" fmla="*/ 191 h 2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20" h="220">
                        <a:moveTo>
                          <a:pt x="108" y="1"/>
                        </a:moveTo>
                        <a:cubicBezTo>
                          <a:pt x="48" y="2"/>
                          <a:pt x="0" y="52"/>
                          <a:pt x="1" y="112"/>
                        </a:cubicBezTo>
                        <a:cubicBezTo>
                          <a:pt x="2" y="172"/>
                          <a:pt x="52" y="220"/>
                          <a:pt x="112" y="219"/>
                        </a:cubicBezTo>
                        <a:cubicBezTo>
                          <a:pt x="172" y="218"/>
                          <a:pt x="220" y="168"/>
                          <a:pt x="219" y="108"/>
                        </a:cubicBezTo>
                        <a:cubicBezTo>
                          <a:pt x="218" y="48"/>
                          <a:pt x="168" y="0"/>
                          <a:pt x="108" y="1"/>
                        </a:cubicBezTo>
                        <a:close/>
                        <a:moveTo>
                          <a:pt x="112" y="191"/>
                        </a:moveTo>
                        <a:cubicBezTo>
                          <a:pt x="67" y="192"/>
                          <a:pt x="30" y="156"/>
                          <a:pt x="29" y="111"/>
                        </a:cubicBezTo>
                        <a:cubicBezTo>
                          <a:pt x="28" y="66"/>
                          <a:pt x="64" y="29"/>
                          <a:pt x="109" y="29"/>
                        </a:cubicBezTo>
                        <a:cubicBezTo>
                          <a:pt x="153" y="28"/>
                          <a:pt x="190" y="63"/>
                          <a:pt x="191" y="108"/>
                        </a:cubicBezTo>
                        <a:cubicBezTo>
                          <a:pt x="192" y="153"/>
                          <a:pt x="156" y="190"/>
                          <a:pt x="112" y="191"/>
                        </a:cubicBezTo>
                        <a:close/>
                      </a:path>
                    </a:pathLst>
                  </a:custGeom>
                  <a:solidFill>
                    <a:srgbClr val="F2F2F2"/>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505050"/>
                      </a:solidFill>
                      <a:effectLst/>
                      <a:uLnTx/>
                      <a:uFillTx/>
                      <a:latin typeface="Segoe UI"/>
                      <a:ea typeface="+mn-ea"/>
                      <a:cs typeface="+mn-cs"/>
                    </a:endParaRPr>
                  </a:p>
                </p:txBody>
              </p:sp>
              <p:sp>
                <p:nvSpPr>
                  <p:cNvPr id="39" name="Freeform 50">
                    <a:extLst>
                      <a:ext uri="{FF2B5EF4-FFF2-40B4-BE49-F238E27FC236}">
                        <a16:creationId xmlns:a16="http://schemas.microsoft.com/office/drawing/2014/main" id="{4D44A2C1-811E-400D-ABD8-6C864CA35B8D}"/>
                      </a:ext>
                    </a:extLst>
                  </p:cNvPr>
                  <p:cNvSpPr>
                    <a:spLocks/>
                  </p:cNvSpPr>
                  <p:nvPr/>
                </p:nvSpPr>
                <p:spPr bwMode="auto">
                  <a:xfrm>
                    <a:off x="8351837" y="1630363"/>
                    <a:ext cx="374650" cy="373062"/>
                  </a:xfrm>
                  <a:custGeom>
                    <a:avLst/>
                    <a:gdLst>
                      <a:gd name="T0" fmla="*/ 175 w 236"/>
                      <a:gd name="T1" fmla="*/ 73 h 235"/>
                      <a:gd name="T2" fmla="*/ 12 w 236"/>
                      <a:gd name="T3" fmla="*/ 235 h 235"/>
                      <a:gd name="T4" fmla="*/ 0 w 236"/>
                      <a:gd name="T5" fmla="*/ 223 h 235"/>
                      <a:gd name="T6" fmla="*/ 163 w 236"/>
                      <a:gd name="T7" fmla="*/ 61 h 235"/>
                      <a:gd name="T8" fmla="*/ 114 w 236"/>
                      <a:gd name="T9" fmla="*/ 11 h 235"/>
                      <a:gd name="T10" fmla="*/ 124 w 236"/>
                      <a:gd name="T11" fmla="*/ 0 h 235"/>
                      <a:gd name="T12" fmla="*/ 236 w 236"/>
                      <a:gd name="T13" fmla="*/ 111 h 235"/>
                      <a:gd name="T14" fmla="*/ 224 w 236"/>
                      <a:gd name="T15" fmla="*/ 123 h 235"/>
                      <a:gd name="T16" fmla="*/ 175 w 236"/>
                      <a:gd name="T17" fmla="*/ 73 h 2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36" h="235">
                        <a:moveTo>
                          <a:pt x="175" y="73"/>
                        </a:moveTo>
                        <a:lnTo>
                          <a:pt x="12" y="235"/>
                        </a:lnTo>
                        <a:lnTo>
                          <a:pt x="0" y="223"/>
                        </a:lnTo>
                        <a:lnTo>
                          <a:pt x="163" y="61"/>
                        </a:lnTo>
                        <a:lnTo>
                          <a:pt x="114" y="11"/>
                        </a:lnTo>
                        <a:lnTo>
                          <a:pt x="124" y="0"/>
                        </a:lnTo>
                        <a:lnTo>
                          <a:pt x="236" y="111"/>
                        </a:lnTo>
                        <a:lnTo>
                          <a:pt x="224" y="123"/>
                        </a:lnTo>
                        <a:lnTo>
                          <a:pt x="175" y="73"/>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505050"/>
                      </a:solidFill>
                      <a:effectLst/>
                      <a:uLnTx/>
                      <a:uFillTx/>
                      <a:latin typeface="Segoe UI"/>
                      <a:ea typeface="+mn-ea"/>
                      <a:cs typeface="+mn-cs"/>
                    </a:endParaRPr>
                  </a:p>
                </p:txBody>
              </p:sp>
              <p:sp>
                <p:nvSpPr>
                  <p:cNvPr id="40" name="Freeform 51">
                    <a:extLst>
                      <a:ext uri="{FF2B5EF4-FFF2-40B4-BE49-F238E27FC236}">
                        <a16:creationId xmlns:a16="http://schemas.microsoft.com/office/drawing/2014/main" id="{C614D8E9-16D3-44C8-93D6-B66E86A70506}"/>
                      </a:ext>
                    </a:extLst>
                  </p:cNvPr>
                  <p:cNvSpPr>
                    <a:spLocks noEditPoints="1"/>
                  </p:cNvSpPr>
                  <p:nvPr/>
                </p:nvSpPr>
                <p:spPr bwMode="auto">
                  <a:xfrm>
                    <a:off x="8429625" y="1889125"/>
                    <a:ext cx="396875" cy="395287"/>
                  </a:xfrm>
                  <a:custGeom>
                    <a:avLst/>
                    <a:gdLst>
                      <a:gd name="T0" fmla="*/ 99 w 194"/>
                      <a:gd name="T1" fmla="*/ 184 h 194"/>
                      <a:gd name="T2" fmla="*/ 125 w 194"/>
                      <a:gd name="T3" fmla="*/ 126 h 194"/>
                      <a:gd name="T4" fmla="*/ 67 w 194"/>
                      <a:gd name="T5" fmla="*/ 68 h 194"/>
                      <a:gd name="T6" fmla="*/ 10 w 194"/>
                      <a:gd name="T7" fmla="*/ 94 h 194"/>
                      <a:gd name="T8" fmla="*/ 0 w 194"/>
                      <a:gd name="T9" fmla="*/ 84 h 194"/>
                      <a:gd name="T10" fmla="*/ 185 w 194"/>
                      <a:gd name="T11" fmla="*/ 0 h 194"/>
                      <a:gd name="T12" fmla="*/ 194 w 194"/>
                      <a:gd name="T13" fmla="*/ 9 h 194"/>
                      <a:gd name="T14" fmla="*/ 109 w 194"/>
                      <a:gd name="T15" fmla="*/ 194 h 194"/>
                      <a:gd name="T16" fmla="*/ 99 w 194"/>
                      <a:gd name="T17" fmla="*/ 184 h 194"/>
                      <a:gd name="T18" fmla="*/ 170 w 194"/>
                      <a:gd name="T19" fmla="*/ 30 h 194"/>
                      <a:gd name="T20" fmla="*/ 174 w 194"/>
                      <a:gd name="T21" fmla="*/ 22 h 194"/>
                      <a:gd name="T22" fmla="*/ 177 w 194"/>
                      <a:gd name="T23" fmla="*/ 16 h 194"/>
                      <a:gd name="T24" fmla="*/ 177 w 194"/>
                      <a:gd name="T25" fmla="*/ 16 h 194"/>
                      <a:gd name="T26" fmla="*/ 164 w 194"/>
                      <a:gd name="T27" fmla="*/ 23 h 194"/>
                      <a:gd name="T28" fmla="*/ 79 w 194"/>
                      <a:gd name="T29" fmla="*/ 63 h 194"/>
                      <a:gd name="T30" fmla="*/ 131 w 194"/>
                      <a:gd name="T31" fmla="*/ 115 h 194"/>
                      <a:gd name="T32" fmla="*/ 170 w 194"/>
                      <a:gd name="T33" fmla="*/ 30 h 1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94" h="194">
                        <a:moveTo>
                          <a:pt x="99" y="184"/>
                        </a:moveTo>
                        <a:cubicBezTo>
                          <a:pt x="125" y="126"/>
                          <a:pt x="125" y="126"/>
                          <a:pt x="125" y="126"/>
                        </a:cubicBezTo>
                        <a:cubicBezTo>
                          <a:pt x="67" y="68"/>
                          <a:pt x="67" y="68"/>
                          <a:pt x="67" y="68"/>
                        </a:cubicBezTo>
                        <a:cubicBezTo>
                          <a:pt x="10" y="94"/>
                          <a:pt x="10" y="94"/>
                          <a:pt x="10" y="94"/>
                        </a:cubicBezTo>
                        <a:cubicBezTo>
                          <a:pt x="0" y="84"/>
                          <a:pt x="0" y="84"/>
                          <a:pt x="0" y="84"/>
                        </a:cubicBezTo>
                        <a:cubicBezTo>
                          <a:pt x="185" y="0"/>
                          <a:pt x="185" y="0"/>
                          <a:pt x="185" y="0"/>
                        </a:cubicBezTo>
                        <a:cubicBezTo>
                          <a:pt x="194" y="9"/>
                          <a:pt x="194" y="9"/>
                          <a:pt x="194" y="9"/>
                        </a:cubicBezTo>
                        <a:cubicBezTo>
                          <a:pt x="109" y="194"/>
                          <a:pt x="109" y="194"/>
                          <a:pt x="109" y="194"/>
                        </a:cubicBezTo>
                        <a:lnTo>
                          <a:pt x="99" y="184"/>
                        </a:lnTo>
                        <a:close/>
                        <a:moveTo>
                          <a:pt x="170" y="30"/>
                        </a:moveTo>
                        <a:cubicBezTo>
                          <a:pt x="171" y="27"/>
                          <a:pt x="173" y="25"/>
                          <a:pt x="174" y="22"/>
                        </a:cubicBezTo>
                        <a:cubicBezTo>
                          <a:pt x="175" y="20"/>
                          <a:pt x="176" y="18"/>
                          <a:pt x="177" y="16"/>
                        </a:cubicBezTo>
                        <a:cubicBezTo>
                          <a:pt x="177" y="16"/>
                          <a:pt x="177" y="16"/>
                          <a:pt x="177" y="16"/>
                        </a:cubicBezTo>
                        <a:cubicBezTo>
                          <a:pt x="172" y="19"/>
                          <a:pt x="167" y="21"/>
                          <a:pt x="164" y="23"/>
                        </a:cubicBezTo>
                        <a:cubicBezTo>
                          <a:pt x="79" y="63"/>
                          <a:pt x="79" y="63"/>
                          <a:pt x="79" y="63"/>
                        </a:cubicBezTo>
                        <a:cubicBezTo>
                          <a:pt x="131" y="115"/>
                          <a:pt x="131" y="115"/>
                          <a:pt x="131" y="115"/>
                        </a:cubicBezTo>
                        <a:lnTo>
                          <a:pt x="170" y="3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505050"/>
                      </a:solidFill>
                      <a:effectLst/>
                      <a:uLnTx/>
                      <a:uFillTx/>
                      <a:latin typeface="Segoe UI"/>
                      <a:ea typeface="+mn-ea"/>
                      <a:cs typeface="+mn-cs"/>
                    </a:endParaRPr>
                  </a:p>
                </p:txBody>
              </p:sp>
              <p:sp>
                <p:nvSpPr>
                  <p:cNvPr id="41" name="Freeform 52">
                    <a:extLst>
                      <a:ext uri="{FF2B5EF4-FFF2-40B4-BE49-F238E27FC236}">
                        <a16:creationId xmlns:a16="http://schemas.microsoft.com/office/drawing/2014/main" id="{3D3FA5C4-9A77-4100-9A53-443D29C5193E}"/>
                      </a:ext>
                    </a:extLst>
                  </p:cNvPr>
                  <p:cNvSpPr>
                    <a:spLocks/>
                  </p:cNvSpPr>
                  <p:nvPr/>
                </p:nvSpPr>
                <p:spPr bwMode="auto">
                  <a:xfrm>
                    <a:off x="8742362" y="2105025"/>
                    <a:ext cx="406400" cy="396875"/>
                  </a:xfrm>
                  <a:custGeom>
                    <a:avLst/>
                    <a:gdLst>
                      <a:gd name="T0" fmla="*/ 82 w 199"/>
                      <a:gd name="T1" fmla="*/ 195 h 195"/>
                      <a:gd name="T2" fmla="*/ 27 w 199"/>
                      <a:gd name="T3" fmla="*/ 164 h 195"/>
                      <a:gd name="T4" fmla="*/ 1 w 199"/>
                      <a:gd name="T5" fmla="*/ 101 h 195"/>
                      <a:gd name="T6" fmla="*/ 34 w 199"/>
                      <a:gd name="T7" fmla="*/ 35 h 195"/>
                      <a:gd name="T8" fmla="*/ 103 w 199"/>
                      <a:gd name="T9" fmla="*/ 2 h 195"/>
                      <a:gd name="T10" fmla="*/ 172 w 199"/>
                      <a:gd name="T11" fmla="*/ 30 h 195"/>
                      <a:gd name="T12" fmla="*/ 199 w 199"/>
                      <a:gd name="T13" fmla="*/ 72 h 195"/>
                      <a:gd name="T14" fmla="*/ 189 w 199"/>
                      <a:gd name="T15" fmla="*/ 82 h 195"/>
                      <a:gd name="T16" fmla="*/ 162 w 199"/>
                      <a:gd name="T17" fmla="*/ 38 h 195"/>
                      <a:gd name="T18" fmla="*/ 104 w 199"/>
                      <a:gd name="T19" fmla="*/ 14 h 195"/>
                      <a:gd name="T20" fmla="*/ 44 w 199"/>
                      <a:gd name="T21" fmla="*/ 43 h 195"/>
                      <a:gd name="T22" fmla="*/ 14 w 199"/>
                      <a:gd name="T23" fmla="*/ 102 h 195"/>
                      <a:gd name="T24" fmla="*/ 37 w 199"/>
                      <a:gd name="T25" fmla="*/ 157 h 195"/>
                      <a:gd name="T26" fmla="*/ 77 w 199"/>
                      <a:gd name="T27" fmla="*/ 181 h 195"/>
                      <a:gd name="T28" fmla="*/ 122 w 199"/>
                      <a:gd name="T29" fmla="*/ 137 h 195"/>
                      <a:gd name="T30" fmla="*/ 90 w 199"/>
                      <a:gd name="T31" fmla="*/ 105 h 195"/>
                      <a:gd name="T32" fmla="*/ 98 w 199"/>
                      <a:gd name="T33" fmla="*/ 96 h 195"/>
                      <a:gd name="T34" fmla="*/ 139 w 199"/>
                      <a:gd name="T35" fmla="*/ 137 h 195"/>
                      <a:gd name="T36" fmla="*/ 82 w 199"/>
                      <a:gd name="T37" fmla="*/ 195 h 1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99" h="195">
                        <a:moveTo>
                          <a:pt x="82" y="195"/>
                        </a:moveTo>
                        <a:cubicBezTo>
                          <a:pt x="60" y="189"/>
                          <a:pt x="42" y="178"/>
                          <a:pt x="27" y="164"/>
                        </a:cubicBezTo>
                        <a:cubicBezTo>
                          <a:pt x="9" y="145"/>
                          <a:pt x="0" y="124"/>
                          <a:pt x="1" y="101"/>
                        </a:cubicBezTo>
                        <a:cubicBezTo>
                          <a:pt x="3" y="77"/>
                          <a:pt x="13" y="55"/>
                          <a:pt x="34" y="35"/>
                        </a:cubicBezTo>
                        <a:cubicBezTo>
                          <a:pt x="54" y="14"/>
                          <a:pt x="77" y="3"/>
                          <a:pt x="103" y="2"/>
                        </a:cubicBezTo>
                        <a:cubicBezTo>
                          <a:pt x="129" y="0"/>
                          <a:pt x="152" y="10"/>
                          <a:pt x="172" y="30"/>
                        </a:cubicBezTo>
                        <a:cubicBezTo>
                          <a:pt x="184" y="42"/>
                          <a:pt x="193" y="56"/>
                          <a:pt x="199" y="72"/>
                        </a:cubicBezTo>
                        <a:cubicBezTo>
                          <a:pt x="189" y="82"/>
                          <a:pt x="189" y="82"/>
                          <a:pt x="189" y="82"/>
                        </a:cubicBezTo>
                        <a:cubicBezTo>
                          <a:pt x="183" y="64"/>
                          <a:pt x="174" y="49"/>
                          <a:pt x="162" y="38"/>
                        </a:cubicBezTo>
                        <a:cubicBezTo>
                          <a:pt x="146" y="21"/>
                          <a:pt x="126" y="13"/>
                          <a:pt x="104" y="14"/>
                        </a:cubicBezTo>
                        <a:cubicBezTo>
                          <a:pt x="82" y="15"/>
                          <a:pt x="62" y="25"/>
                          <a:pt x="44" y="43"/>
                        </a:cubicBezTo>
                        <a:cubicBezTo>
                          <a:pt x="26" y="62"/>
                          <a:pt x="16" y="81"/>
                          <a:pt x="14" y="102"/>
                        </a:cubicBezTo>
                        <a:cubicBezTo>
                          <a:pt x="13" y="122"/>
                          <a:pt x="21" y="140"/>
                          <a:pt x="37" y="157"/>
                        </a:cubicBezTo>
                        <a:cubicBezTo>
                          <a:pt x="50" y="169"/>
                          <a:pt x="63" y="177"/>
                          <a:pt x="77" y="181"/>
                        </a:cubicBezTo>
                        <a:cubicBezTo>
                          <a:pt x="122" y="137"/>
                          <a:pt x="122" y="137"/>
                          <a:pt x="122" y="137"/>
                        </a:cubicBezTo>
                        <a:cubicBezTo>
                          <a:pt x="90" y="105"/>
                          <a:pt x="90" y="105"/>
                          <a:pt x="90" y="105"/>
                        </a:cubicBezTo>
                        <a:cubicBezTo>
                          <a:pt x="98" y="96"/>
                          <a:pt x="98" y="96"/>
                          <a:pt x="98" y="96"/>
                        </a:cubicBezTo>
                        <a:cubicBezTo>
                          <a:pt x="139" y="137"/>
                          <a:pt x="139" y="137"/>
                          <a:pt x="139" y="137"/>
                        </a:cubicBezTo>
                        <a:lnTo>
                          <a:pt x="82" y="195"/>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505050"/>
                      </a:solidFill>
                      <a:effectLst/>
                      <a:uLnTx/>
                      <a:uFillTx/>
                      <a:latin typeface="Segoe UI"/>
                      <a:ea typeface="+mn-ea"/>
                      <a:cs typeface="+mn-cs"/>
                    </a:endParaRPr>
                  </a:p>
                </p:txBody>
              </p:sp>
              <p:sp>
                <p:nvSpPr>
                  <p:cNvPr id="42" name="Freeform 53">
                    <a:extLst>
                      <a:ext uri="{FF2B5EF4-FFF2-40B4-BE49-F238E27FC236}">
                        <a16:creationId xmlns:a16="http://schemas.microsoft.com/office/drawing/2014/main" id="{FC77588A-9153-4552-BA83-832F8C5DDA96}"/>
                      </a:ext>
                    </a:extLst>
                  </p:cNvPr>
                  <p:cNvSpPr>
                    <a:spLocks/>
                  </p:cNvSpPr>
                  <p:nvPr/>
                </p:nvSpPr>
                <p:spPr bwMode="auto">
                  <a:xfrm>
                    <a:off x="8955087" y="2339975"/>
                    <a:ext cx="393700" cy="346075"/>
                  </a:xfrm>
                  <a:custGeom>
                    <a:avLst/>
                    <a:gdLst>
                      <a:gd name="T0" fmla="*/ 0 w 193"/>
                      <a:gd name="T1" fmla="*/ 111 h 170"/>
                      <a:gd name="T2" fmla="*/ 11 w 193"/>
                      <a:gd name="T3" fmla="*/ 101 h 170"/>
                      <a:gd name="T4" fmla="*/ 31 w 193"/>
                      <a:gd name="T5" fmla="*/ 139 h 170"/>
                      <a:gd name="T6" fmla="*/ 61 w 193"/>
                      <a:gd name="T7" fmla="*/ 157 h 170"/>
                      <a:gd name="T8" fmla="*/ 88 w 193"/>
                      <a:gd name="T9" fmla="*/ 147 h 170"/>
                      <a:gd name="T10" fmla="*/ 99 w 193"/>
                      <a:gd name="T11" fmla="*/ 125 h 170"/>
                      <a:gd name="T12" fmla="*/ 92 w 193"/>
                      <a:gd name="T13" fmla="*/ 84 h 170"/>
                      <a:gd name="T14" fmla="*/ 86 w 193"/>
                      <a:gd name="T15" fmla="*/ 38 h 170"/>
                      <a:gd name="T16" fmla="*/ 99 w 193"/>
                      <a:gd name="T17" fmla="*/ 14 h 170"/>
                      <a:gd name="T18" fmla="*/ 134 w 193"/>
                      <a:gd name="T19" fmla="*/ 1 h 170"/>
                      <a:gd name="T20" fmla="*/ 174 w 193"/>
                      <a:gd name="T21" fmla="*/ 21 h 170"/>
                      <a:gd name="T22" fmla="*/ 193 w 193"/>
                      <a:gd name="T23" fmla="*/ 49 h 170"/>
                      <a:gd name="T24" fmla="*/ 184 w 193"/>
                      <a:gd name="T25" fmla="*/ 59 h 170"/>
                      <a:gd name="T26" fmla="*/ 164 w 193"/>
                      <a:gd name="T27" fmla="*/ 28 h 170"/>
                      <a:gd name="T28" fmla="*/ 135 w 193"/>
                      <a:gd name="T29" fmla="*/ 13 h 170"/>
                      <a:gd name="T30" fmla="*/ 110 w 193"/>
                      <a:gd name="T31" fmla="*/ 23 h 170"/>
                      <a:gd name="T32" fmla="*/ 99 w 193"/>
                      <a:gd name="T33" fmla="*/ 45 h 170"/>
                      <a:gd name="T34" fmla="*/ 106 w 193"/>
                      <a:gd name="T35" fmla="*/ 85 h 170"/>
                      <a:gd name="T36" fmla="*/ 112 w 193"/>
                      <a:gd name="T37" fmla="*/ 129 h 170"/>
                      <a:gd name="T38" fmla="*/ 99 w 193"/>
                      <a:gd name="T39" fmla="*/ 155 h 170"/>
                      <a:gd name="T40" fmla="*/ 63 w 193"/>
                      <a:gd name="T41" fmla="*/ 169 h 170"/>
                      <a:gd name="T42" fmla="*/ 23 w 193"/>
                      <a:gd name="T43" fmla="*/ 148 h 170"/>
                      <a:gd name="T44" fmla="*/ 9 w 193"/>
                      <a:gd name="T45" fmla="*/ 130 h 170"/>
                      <a:gd name="T46" fmla="*/ 0 w 193"/>
                      <a:gd name="T47" fmla="*/ 111 h 1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93" h="170">
                        <a:moveTo>
                          <a:pt x="0" y="111"/>
                        </a:moveTo>
                        <a:cubicBezTo>
                          <a:pt x="11" y="101"/>
                          <a:pt x="11" y="101"/>
                          <a:pt x="11" y="101"/>
                        </a:cubicBezTo>
                        <a:cubicBezTo>
                          <a:pt x="14" y="117"/>
                          <a:pt x="21" y="129"/>
                          <a:pt x="31" y="139"/>
                        </a:cubicBezTo>
                        <a:cubicBezTo>
                          <a:pt x="41" y="150"/>
                          <a:pt x="51" y="156"/>
                          <a:pt x="61" y="157"/>
                        </a:cubicBezTo>
                        <a:cubicBezTo>
                          <a:pt x="71" y="158"/>
                          <a:pt x="80" y="154"/>
                          <a:pt x="88" y="147"/>
                        </a:cubicBezTo>
                        <a:cubicBezTo>
                          <a:pt x="94" y="140"/>
                          <a:pt x="98" y="132"/>
                          <a:pt x="99" y="125"/>
                        </a:cubicBezTo>
                        <a:cubicBezTo>
                          <a:pt x="99" y="117"/>
                          <a:pt x="97" y="103"/>
                          <a:pt x="92" y="84"/>
                        </a:cubicBezTo>
                        <a:cubicBezTo>
                          <a:pt x="86" y="63"/>
                          <a:pt x="84" y="47"/>
                          <a:pt x="86" y="38"/>
                        </a:cubicBezTo>
                        <a:cubicBezTo>
                          <a:pt x="87" y="29"/>
                          <a:pt x="92" y="21"/>
                          <a:pt x="99" y="14"/>
                        </a:cubicBezTo>
                        <a:cubicBezTo>
                          <a:pt x="108" y="5"/>
                          <a:pt x="120" y="0"/>
                          <a:pt x="134" y="1"/>
                        </a:cubicBezTo>
                        <a:cubicBezTo>
                          <a:pt x="148" y="2"/>
                          <a:pt x="161" y="9"/>
                          <a:pt x="174" y="21"/>
                        </a:cubicBezTo>
                        <a:cubicBezTo>
                          <a:pt x="182" y="29"/>
                          <a:pt x="188" y="38"/>
                          <a:pt x="193" y="49"/>
                        </a:cubicBezTo>
                        <a:cubicBezTo>
                          <a:pt x="184" y="59"/>
                          <a:pt x="184" y="59"/>
                          <a:pt x="184" y="59"/>
                        </a:cubicBezTo>
                        <a:cubicBezTo>
                          <a:pt x="179" y="47"/>
                          <a:pt x="173" y="37"/>
                          <a:pt x="164" y="28"/>
                        </a:cubicBezTo>
                        <a:cubicBezTo>
                          <a:pt x="155" y="19"/>
                          <a:pt x="145" y="14"/>
                          <a:pt x="135" y="13"/>
                        </a:cubicBezTo>
                        <a:cubicBezTo>
                          <a:pt x="125" y="13"/>
                          <a:pt x="117" y="16"/>
                          <a:pt x="110" y="23"/>
                        </a:cubicBezTo>
                        <a:cubicBezTo>
                          <a:pt x="103" y="30"/>
                          <a:pt x="99" y="37"/>
                          <a:pt x="99" y="45"/>
                        </a:cubicBezTo>
                        <a:cubicBezTo>
                          <a:pt x="98" y="53"/>
                          <a:pt x="100" y="66"/>
                          <a:pt x="106" y="85"/>
                        </a:cubicBezTo>
                        <a:cubicBezTo>
                          <a:pt x="111" y="105"/>
                          <a:pt x="113" y="120"/>
                          <a:pt x="112" y="129"/>
                        </a:cubicBezTo>
                        <a:cubicBezTo>
                          <a:pt x="110" y="139"/>
                          <a:pt x="106" y="147"/>
                          <a:pt x="99" y="155"/>
                        </a:cubicBezTo>
                        <a:cubicBezTo>
                          <a:pt x="88" y="165"/>
                          <a:pt x="76" y="170"/>
                          <a:pt x="63" y="169"/>
                        </a:cubicBezTo>
                        <a:cubicBezTo>
                          <a:pt x="49" y="168"/>
                          <a:pt x="36" y="161"/>
                          <a:pt x="23" y="148"/>
                        </a:cubicBezTo>
                        <a:cubicBezTo>
                          <a:pt x="18" y="144"/>
                          <a:pt x="13" y="138"/>
                          <a:pt x="9" y="130"/>
                        </a:cubicBezTo>
                        <a:cubicBezTo>
                          <a:pt x="4" y="123"/>
                          <a:pt x="1" y="116"/>
                          <a:pt x="0" y="111"/>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Segoe UI"/>
                      <a:ea typeface="+mn-ea"/>
                      <a:cs typeface="+mn-cs"/>
                    </a:endParaRPr>
                  </a:p>
                </p:txBody>
              </p:sp>
              <p:sp>
                <p:nvSpPr>
                  <p:cNvPr id="43" name="Freeform 32">
                    <a:extLst>
                      <a:ext uri="{FF2B5EF4-FFF2-40B4-BE49-F238E27FC236}">
                        <a16:creationId xmlns:a16="http://schemas.microsoft.com/office/drawing/2014/main" id="{29BEC9AF-77F3-495C-A9B9-53E6514A00E5}"/>
                      </a:ext>
                    </a:extLst>
                  </p:cNvPr>
                  <p:cNvSpPr>
                    <a:spLocks/>
                  </p:cNvSpPr>
                  <p:nvPr/>
                </p:nvSpPr>
                <p:spPr bwMode="auto">
                  <a:xfrm>
                    <a:off x="9612449" y="2462704"/>
                    <a:ext cx="50800" cy="58737"/>
                  </a:xfrm>
                  <a:custGeom>
                    <a:avLst/>
                    <a:gdLst>
                      <a:gd name="T0" fmla="*/ 24 w 25"/>
                      <a:gd name="T1" fmla="*/ 0 h 29"/>
                      <a:gd name="T2" fmla="*/ 24 w 25"/>
                      <a:gd name="T3" fmla="*/ 22 h 29"/>
                      <a:gd name="T4" fmla="*/ 16 w 25"/>
                      <a:gd name="T5" fmla="*/ 29 h 29"/>
                      <a:gd name="T6" fmla="*/ 5 w 25"/>
                      <a:gd name="T7" fmla="*/ 28 h 29"/>
                      <a:gd name="T8" fmla="*/ 3 w 25"/>
                      <a:gd name="T9" fmla="*/ 23 h 29"/>
                      <a:gd name="T10" fmla="*/ 25 w 25"/>
                      <a:gd name="T11" fmla="*/ 0 h 29"/>
                    </a:gdLst>
                    <a:ahLst/>
                    <a:cxnLst>
                      <a:cxn ang="0">
                        <a:pos x="T0" y="T1"/>
                      </a:cxn>
                      <a:cxn ang="0">
                        <a:pos x="T2" y="T3"/>
                      </a:cxn>
                      <a:cxn ang="0">
                        <a:pos x="T4" y="T5"/>
                      </a:cxn>
                      <a:cxn ang="0">
                        <a:pos x="T6" y="T7"/>
                      </a:cxn>
                      <a:cxn ang="0">
                        <a:pos x="T8" y="T9"/>
                      </a:cxn>
                      <a:cxn ang="0">
                        <a:pos x="T10" y="T11"/>
                      </a:cxn>
                    </a:cxnLst>
                    <a:rect l="0" t="0" r="r" b="b"/>
                    <a:pathLst>
                      <a:path w="25" h="29">
                        <a:moveTo>
                          <a:pt x="24" y="0"/>
                        </a:moveTo>
                        <a:cubicBezTo>
                          <a:pt x="24" y="22"/>
                          <a:pt x="24" y="22"/>
                          <a:pt x="24" y="22"/>
                        </a:cubicBezTo>
                        <a:cubicBezTo>
                          <a:pt x="24" y="26"/>
                          <a:pt x="20" y="29"/>
                          <a:pt x="16" y="29"/>
                        </a:cubicBezTo>
                        <a:cubicBezTo>
                          <a:pt x="5" y="28"/>
                          <a:pt x="5" y="28"/>
                          <a:pt x="5" y="28"/>
                        </a:cubicBezTo>
                        <a:cubicBezTo>
                          <a:pt x="1" y="28"/>
                          <a:pt x="0" y="26"/>
                          <a:pt x="3" y="23"/>
                        </a:cubicBezTo>
                        <a:cubicBezTo>
                          <a:pt x="25" y="0"/>
                          <a:pt x="25" y="0"/>
                          <a:pt x="25" y="0"/>
                        </a:cubicBezTo>
                      </a:path>
                    </a:pathLst>
                  </a:custGeom>
                  <a:solidFill>
                    <a:schemeClr val="accent5">
                      <a:lumMod val="25000"/>
                      <a:lumOff val="75000"/>
                    </a:scheme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505050"/>
                      </a:solidFill>
                      <a:effectLst/>
                      <a:uLnTx/>
                      <a:uFillTx/>
                      <a:latin typeface="Segoe UI"/>
                      <a:ea typeface="+mn-ea"/>
                      <a:cs typeface="+mn-cs"/>
                    </a:endParaRPr>
                  </a:p>
                </p:txBody>
              </p:sp>
              <p:sp>
                <p:nvSpPr>
                  <p:cNvPr id="44" name="Freeform 32">
                    <a:extLst>
                      <a:ext uri="{FF2B5EF4-FFF2-40B4-BE49-F238E27FC236}">
                        <a16:creationId xmlns:a16="http://schemas.microsoft.com/office/drawing/2014/main" id="{80AD87E1-6678-43DF-BB08-DDE4644DE989}"/>
                      </a:ext>
                    </a:extLst>
                  </p:cNvPr>
                  <p:cNvSpPr>
                    <a:spLocks/>
                  </p:cNvSpPr>
                  <p:nvPr/>
                </p:nvSpPr>
                <p:spPr bwMode="auto">
                  <a:xfrm>
                    <a:off x="9661637" y="2411907"/>
                    <a:ext cx="50800" cy="58737"/>
                  </a:xfrm>
                  <a:custGeom>
                    <a:avLst/>
                    <a:gdLst>
                      <a:gd name="T0" fmla="*/ 24 w 25"/>
                      <a:gd name="T1" fmla="*/ 0 h 29"/>
                      <a:gd name="T2" fmla="*/ 24 w 25"/>
                      <a:gd name="T3" fmla="*/ 22 h 29"/>
                      <a:gd name="T4" fmla="*/ 16 w 25"/>
                      <a:gd name="T5" fmla="*/ 29 h 29"/>
                      <a:gd name="T6" fmla="*/ 5 w 25"/>
                      <a:gd name="T7" fmla="*/ 28 h 29"/>
                      <a:gd name="T8" fmla="*/ 3 w 25"/>
                      <a:gd name="T9" fmla="*/ 23 h 29"/>
                      <a:gd name="T10" fmla="*/ 25 w 25"/>
                      <a:gd name="T11" fmla="*/ 0 h 29"/>
                    </a:gdLst>
                    <a:ahLst/>
                    <a:cxnLst>
                      <a:cxn ang="0">
                        <a:pos x="T0" y="T1"/>
                      </a:cxn>
                      <a:cxn ang="0">
                        <a:pos x="T2" y="T3"/>
                      </a:cxn>
                      <a:cxn ang="0">
                        <a:pos x="T4" y="T5"/>
                      </a:cxn>
                      <a:cxn ang="0">
                        <a:pos x="T6" y="T7"/>
                      </a:cxn>
                      <a:cxn ang="0">
                        <a:pos x="T8" y="T9"/>
                      </a:cxn>
                      <a:cxn ang="0">
                        <a:pos x="T10" y="T11"/>
                      </a:cxn>
                    </a:cxnLst>
                    <a:rect l="0" t="0" r="r" b="b"/>
                    <a:pathLst>
                      <a:path w="25" h="29">
                        <a:moveTo>
                          <a:pt x="24" y="0"/>
                        </a:moveTo>
                        <a:cubicBezTo>
                          <a:pt x="24" y="22"/>
                          <a:pt x="24" y="22"/>
                          <a:pt x="24" y="22"/>
                        </a:cubicBezTo>
                        <a:cubicBezTo>
                          <a:pt x="24" y="26"/>
                          <a:pt x="20" y="29"/>
                          <a:pt x="16" y="29"/>
                        </a:cubicBezTo>
                        <a:cubicBezTo>
                          <a:pt x="5" y="28"/>
                          <a:pt x="5" y="28"/>
                          <a:pt x="5" y="28"/>
                        </a:cubicBezTo>
                        <a:cubicBezTo>
                          <a:pt x="1" y="28"/>
                          <a:pt x="0" y="26"/>
                          <a:pt x="3" y="23"/>
                        </a:cubicBezTo>
                        <a:cubicBezTo>
                          <a:pt x="25" y="0"/>
                          <a:pt x="25" y="0"/>
                          <a:pt x="25" y="0"/>
                        </a:cubicBezTo>
                      </a:path>
                    </a:pathLst>
                  </a:custGeom>
                  <a:solidFill>
                    <a:schemeClr val="accent5">
                      <a:lumMod val="25000"/>
                      <a:lumOff val="75000"/>
                    </a:scheme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505050"/>
                      </a:solidFill>
                      <a:effectLst/>
                      <a:uLnTx/>
                      <a:uFillTx/>
                      <a:latin typeface="Segoe UI"/>
                      <a:ea typeface="+mn-ea"/>
                      <a:cs typeface="+mn-cs"/>
                    </a:endParaRPr>
                  </a:p>
                </p:txBody>
              </p:sp>
              <p:sp>
                <p:nvSpPr>
                  <p:cNvPr id="45" name="Freeform 32">
                    <a:extLst>
                      <a:ext uri="{FF2B5EF4-FFF2-40B4-BE49-F238E27FC236}">
                        <a16:creationId xmlns:a16="http://schemas.microsoft.com/office/drawing/2014/main" id="{2E451511-436E-48FF-B6A4-D360E43C6578}"/>
                      </a:ext>
                    </a:extLst>
                  </p:cNvPr>
                  <p:cNvSpPr>
                    <a:spLocks/>
                  </p:cNvSpPr>
                  <p:nvPr/>
                </p:nvSpPr>
                <p:spPr bwMode="auto">
                  <a:xfrm>
                    <a:off x="9707675" y="2360508"/>
                    <a:ext cx="50800" cy="58737"/>
                  </a:xfrm>
                  <a:custGeom>
                    <a:avLst/>
                    <a:gdLst>
                      <a:gd name="T0" fmla="*/ 24 w 25"/>
                      <a:gd name="T1" fmla="*/ 0 h 29"/>
                      <a:gd name="T2" fmla="*/ 24 w 25"/>
                      <a:gd name="T3" fmla="*/ 22 h 29"/>
                      <a:gd name="T4" fmla="*/ 16 w 25"/>
                      <a:gd name="T5" fmla="*/ 29 h 29"/>
                      <a:gd name="T6" fmla="*/ 5 w 25"/>
                      <a:gd name="T7" fmla="*/ 28 h 29"/>
                      <a:gd name="T8" fmla="*/ 3 w 25"/>
                      <a:gd name="T9" fmla="*/ 23 h 29"/>
                      <a:gd name="T10" fmla="*/ 25 w 25"/>
                      <a:gd name="T11" fmla="*/ 0 h 29"/>
                    </a:gdLst>
                    <a:ahLst/>
                    <a:cxnLst>
                      <a:cxn ang="0">
                        <a:pos x="T0" y="T1"/>
                      </a:cxn>
                      <a:cxn ang="0">
                        <a:pos x="T2" y="T3"/>
                      </a:cxn>
                      <a:cxn ang="0">
                        <a:pos x="T4" y="T5"/>
                      </a:cxn>
                      <a:cxn ang="0">
                        <a:pos x="T6" y="T7"/>
                      </a:cxn>
                      <a:cxn ang="0">
                        <a:pos x="T8" y="T9"/>
                      </a:cxn>
                      <a:cxn ang="0">
                        <a:pos x="T10" y="T11"/>
                      </a:cxn>
                    </a:cxnLst>
                    <a:rect l="0" t="0" r="r" b="b"/>
                    <a:pathLst>
                      <a:path w="25" h="29">
                        <a:moveTo>
                          <a:pt x="24" y="0"/>
                        </a:moveTo>
                        <a:cubicBezTo>
                          <a:pt x="24" y="22"/>
                          <a:pt x="24" y="22"/>
                          <a:pt x="24" y="22"/>
                        </a:cubicBezTo>
                        <a:cubicBezTo>
                          <a:pt x="24" y="26"/>
                          <a:pt x="20" y="29"/>
                          <a:pt x="16" y="29"/>
                        </a:cubicBezTo>
                        <a:cubicBezTo>
                          <a:pt x="5" y="28"/>
                          <a:pt x="5" y="28"/>
                          <a:pt x="5" y="28"/>
                        </a:cubicBezTo>
                        <a:cubicBezTo>
                          <a:pt x="1" y="28"/>
                          <a:pt x="0" y="26"/>
                          <a:pt x="3" y="23"/>
                        </a:cubicBezTo>
                        <a:cubicBezTo>
                          <a:pt x="25" y="0"/>
                          <a:pt x="25" y="0"/>
                          <a:pt x="25" y="0"/>
                        </a:cubicBezTo>
                      </a:path>
                    </a:pathLst>
                  </a:custGeom>
                  <a:solidFill>
                    <a:schemeClr val="accent5">
                      <a:lumMod val="25000"/>
                      <a:lumOff val="75000"/>
                    </a:scheme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505050"/>
                      </a:solidFill>
                      <a:effectLst/>
                      <a:uLnTx/>
                      <a:uFillTx/>
                      <a:latin typeface="Segoe UI"/>
                      <a:ea typeface="+mn-ea"/>
                      <a:cs typeface="+mn-cs"/>
                    </a:endParaRPr>
                  </a:p>
                </p:txBody>
              </p:sp>
              <p:sp>
                <p:nvSpPr>
                  <p:cNvPr id="46" name="Freeform 32">
                    <a:extLst>
                      <a:ext uri="{FF2B5EF4-FFF2-40B4-BE49-F238E27FC236}">
                        <a16:creationId xmlns:a16="http://schemas.microsoft.com/office/drawing/2014/main" id="{241BFDD1-E817-4220-8EE7-3DA47B951312}"/>
                      </a:ext>
                    </a:extLst>
                  </p:cNvPr>
                  <p:cNvSpPr>
                    <a:spLocks/>
                  </p:cNvSpPr>
                  <p:nvPr/>
                </p:nvSpPr>
                <p:spPr bwMode="auto">
                  <a:xfrm>
                    <a:off x="9755926" y="2310606"/>
                    <a:ext cx="50800" cy="58737"/>
                  </a:xfrm>
                  <a:custGeom>
                    <a:avLst/>
                    <a:gdLst>
                      <a:gd name="T0" fmla="*/ 24 w 25"/>
                      <a:gd name="T1" fmla="*/ 0 h 29"/>
                      <a:gd name="T2" fmla="*/ 24 w 25"/>
                      <a:gd name="T3" fmla="*/ 22 h 29"/>
                      <a:gd name="T4" fmla="*/ 16 w 25"/>
                      <a:gd name="T5" fmla="*/ 29 h 29"/>
                      <a:gd name="T6" fmla="*/ 5 w 25"/>
                      <a:gd name="T7" fmla="*/ 28 h 29"/>
                      <a:gd name="T8" fmla="*/ 3 w 25"/>
                      <a:gd name="T9" fmla="*/ 23 h 29"/>
                      <a:gd name="T10" fmla="*/ 25 w 25"/>
                      <a:gd name="T11" fmla="*/ 0 h 29"/>
                    </a:gdLst>
                    <a:ahLst/>
                    <a:cxnLst>
                      <a:cxn ang="0">
                        <a:pos x="T0" y="T1"/>
                      </a:cxn>
                      <a:cxn ang="0">
                        <a:pos x="T2" y="T3"/>
                      </a:cxn>
                      <a:cxn ang="0">
                        <a:pos x="T4" y="T5"/>
                      </a:cxn>
                      <a:cxn ang="0">
                        <a:pos x="T6" y="T7"/>
                      </a:cxn>
                      <a:cxn ang="0">
                        <a:pos x="T8" y="T9"/>
                      </a:cxn>
                      <a:cxn ang="0">
                        <a:pos x="T10" y="T11"/>
                      </a:cxn>
                    </a:cxnLst>
                    <a:rect l="0" t="0" r="r" b="b"/>
                    <a:pathLst>
                      <a:path w="25" h="29">
                        <a:moveTo>
                          <a:pt x="24" y="0"/>
                        </a:moveTo>
                        <a:cubicBezTo>
                          <a:pt x="24" y="22"/>
                          <a:pt x="24" y="22"/>
                          <a:pt x="24" y="22"/>
                        </a:cubicBezTo>
                        <a:cubicBezTo>
                          <a:pt x="24" y="26"/>
                          <a:pt x="20" y="29"/>
                          <a:pt x="16" y="29"/>
                        </a:cubicBezTo>
                        <a:cubicBezTo>
                          <a:pt x="5" y="28"/>
                          <a:pt x="5" y="28"/>
                          <a:pt x="5" y="28"/>
                        </a:cubicBezTo>
                        <a:cubicBezTo>
                          <a:pt x="1" y="28"/>
                          <a:pt x="0" y="26"/>
                          <a:pt x="3" y="23"/>
                        </a:cubicBezTo>
                        <a:cubicBezTo>
                          <a:pt x="25" y="0"/>
                          <a:pt x="25" y="0"/>
                          <a:pt x="25" y="0"/>
                        </a:cubicBezTo>
                      </a:path>
                    </a:pathLst>
                  </a:custGeom>
                  <a:solidFill>
                    <a:schemeClr val="accent5">
                      <a:lumMod val="25000"/>
                      <a:lumOff val="75000"/>
                    </a:scheme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505050"/>
                      </a:solidFill>
                      <a:effectLst/>
                      <a:uLnTx/>
                      <a:uFillTx/>
                      <a:latin typeface="Segoe UI"/>
                      <a:ea typeface="+mn-ea"/>
                      <a:cs typeface="+mn-cs"/>
                    </a:endParaRPr>
                  </a:p>
                </p:txBody>
              </p:sp>
            </p:grpSp>
            <p:pic>
              <p:nvPicPr>
                <p:cNvPr id="24" name="Picture 23">
                  <a:extLst>
                    <a:ext uri="{FF2B5EF4-FFF2-40B4-BE49-F238E27FC236}">
                      <a16:creationId xmlns:a16="http://schemas.microsoft.com/office/drawing/2014/main" id="{DD629785-F77C-48DF-A780-76C3F1D5ABE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711196" y="3879050"/>
                  <a:ext cx="1044116" cy="1044116"/>
                </a:xfrm>
                <a:prstGeom prst="rect">
                  <a:avLst/>
                </a:prstGeom>
              </p:spPr>
            </p:pic>
            <p:pic>
              <p:nvPicPr>
                <p:cNvPr id="25" name="Picture 24">
                  <a:extLst>
                    <a:ext uri="{FF2B5EF4-FFF2-40B4-BE49-F238E27FC236}">
                      <a16:creationId xmlns:a16="http://schemas.microsoft.com/office/drawing/2014/main" id="{A850A374-A7F5-49C0-8E7D-0E91F80D7447}"/>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057900" y="3782494"/>
                  <a:ext cx="1237228" cy="1237228"/>
                </a:xfrm>
                <a:prstGeom prst="rect">
                  <a:avLst/>
                </a:prstGeom>
              </p:spPr>
            </p:pic>
          </p:grpSp>
        </p:grpSp>
      </p:grpSp>
    </p:spTree>
    <p:extLst>
      <p:ext uri="{BB962C8B-B14F-4D97-AF65-F5344CB8AC3E}">
        <p14:creationId xmlns:p14="http://schemas.microsoft.com/office/powerpoint/2010/main" val="30533165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D0CE92-1D76-4F61-8208-4BBDE2BA1DA5}"/>
              </a:ext>
            </a:extLst>
          </p:cNvPr>
          <p:cNvSpPr>
            <a:spLocks noGrp="1"/>
          </p:cNvSpPr>
          <p:nvPr>
            <p:ph type="title"/>
          </p:nvPr>
        </p:nvSpPr>
        <p:spPr/>
        <p:txBody>
          <a:bodyPr/>
          <a:lstStyle/>
          <a:p>
            <a:r>
              <a:rPr lang="en-IE" dirty="0"/>
              <a:t>Walkthrough - Manage Resource Locks</a:t>
            </a:r>
            <a:endParaRPr lang="en-US" dirty="0"/>
          </a:p>
        </p:txBody>
      </p:sp>
      <p:sp>
        <p:nvSpPr>
          <p:cNvPr id="3" name="Text Placeholder 2">
            <a:extLst>
              <a:ext uri="{FF2B5EF4-FFF2-40B4-BE49-F238E27FC236}">
                <a16:creationId xmlns:a16="http://schemas.microsoft.com/office/drawing/2014/main" id="{D9B7E699-8A7B-44B9-87EE-C5ED24A8C217}"/>
              </a:ext>
            </a:extLst>
          </p:cNvPr>
          <p:cNvSpPr>
            <a:spLocks noGrp="1"/>
          </p:cNvSpPr>
          <p:nvPr>
            <p:ph sz="quarter" idx="10"/>
          </p:nvPr>
        </p:nvSpPr>
        <p:spPr>
          <a:xfrm>
            <a:off x="411919" y="1525707"/>
            <a:ext cx="5677358" cy="3780522"/>
          </a:xfrm>
        </p:spPr>
        <p:txBody>
          <a:bodyPr/>
          <a:lstStyle/>
          <a:p>
            <a:pPr marL="228600" lvl="1" indent="0">
              <a:buNone/>
            </a:pPr>
            <a:r>
              <a:rPr lang="en-US" sz="2400" dirty="0">
                <a:latin typeface="+mj-lt"/>
                <a:cs typeface="Segoe UI Semibold" panose="020B0702040204020203" pitchFamily="34" charset="0"/>
              </a:rPr>
              <a:t>Create a resource add a lock and modification.</a:t>
            </a:r>
          </a:p>
          <a:p>
            <a:pPr marL="685800" lvl="1" indent="-457200">
              <a:buFont typeface="+mj-lt"/>
              <a:buAutoNum type="arabicPeriod"/>
            </a:pPr>
            <a:r>
              <a:rPr lang="en-US" sz="2400" dirty="0">
                <a:cs typeface="Segoe UI" panose="020B0502040204020203" pitchFamily="34" charset="0"/>
              </a:rPr>
              <a:t>Create a resource.</a:t>
            </a:r>
          </a:p>
          <a:p>
            <a:pPr marL="685800" lvl="1" indent="-457200">
              <a:buFont typeface="+mj-lt"/>
              <a:buAutoNum type="arabicPeriod"/>
            </a:pPr>
            <a:r>
              <a:rPr lang="en-US" sz="2400" dirty="0">
                <a:cs typeface="Segoe UI" panose="020B0502040204020203" pitchFamily="34" charset="0"/>
              </a:rPr>
              <a:t>Add a </a:t>
            </a:r>
            <a:r>
              <a:rPr lang="en-US" sz="2400" dirty="0" err="1">
                <a:cs typeface="Segoe UI" panose="020B0502040204020203" pitchFamily="34" charset="0"/>
              </a:rPr>
              <a:t>ReadOnly</a:t>
            </a:r>
            <a:r>
              <a:rPr lang="en-US" sz="2400" dirty="0">
                <a:cs typeface="Segoe UI" panose="020B0502040204020203" pitchFamily="34" charset="0"/>
              </a:rPr>
              <a:t> resource lock to prevent resource modification.</a:t>
            </a:r>
          </a:p>
          <a:p>
            <a:pPr marL="685800" lvl="1" indent="-457200">
              <a:buFont typeface="+mj-lt"/>
              <a:buAutoNum type="arabicPeriod"/>
            </a:pPr>
            <a:r>
              <a:rPr lang="en-US" sz="2400" dirty="0">
                <a:cs typeface="Segoe UI" panose="020B0502040204020203" pitchFamily="34" charset="0"/>
              </a:rPr>
              <a:t>Update lock and retest.</a:t>
            </a:r>
          </a:p>
          <a:p>
            <a:pPr marL="685800" lvl="1" indent="-457200">
              <a:buFont typeface="+mj-lt"/>
              <a:buAutoNum type="arabicPeriod"/>
            </a:pPr>
            <a:r>
              <a:rPr lang="en-US" sz="2400" dirty="0">
                <a:cs typeface="Segoe UI" panose="020B0502040204020203" pitchFamily="34" charset="0"/>
              </a:rPr>
              <a:t>Remove the resource lock.</a:t>
            </a:r>
          </a:p>
          <a:p>
            <a:pPr marL="685800" lvl="1" indent="-457200">
              <a:buFont typeface="+mj-lt"/>
              <a:buAutoNum type="arabicPeriod"/>
            </a:pPr>
            <a:r>
              <a:rPr lang="en-US" sz="2400" dirty="0">
                <a:cs typeface="Segoe UI" panose="020B0502040204020203" pitchFamily="34" charset="0"/>
              </a:rPr>
              <a:t>Delete the resource.</a:t>
            </a:r>
          </a:p>
        </p:txBody>
      </p:sp>
      <p:pic>
        <p:nvPicPr>
          <p:cNvPr id="6" name="Picture 5">
            <a:extLst>
              <a:ext uri="{FF2B5EF4-FFF2-40B4-BE49-F238E27FC236}">
                <a16:creationId xmlns:a16="http://schemas.microsoft.com/office/drawing/2014/main" id="{7CDCCC72-E44C-4A20-A7B0-16FEBBDDB9F4}"/>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7439025" y="1447034"/>
            <a:ext cx="3762375" cy="3963931"/>
          </a:xfrm>
          <a:prstGeom prst="rect">
            <a:avLst/>
          </a:prstGeom>
        </p:spPr>
      </p:pic>
    </p:spTree>
    <p:extLst>
      <p:ext uri="{BB962C8B-B14F-4D97-AF65-F5344CB8AC3E}">
        <p14:creationId xmlns:p14="http://schemas.microsoft.com/office/powerpoint/2010/main" val="692780178"/>
      </p:ext>
    </p:extLst>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FF388A-DA23-47B5-B1B4-5AA1C4F44269}"/>
              </a:ext>
            </a:extLst>
          </p:cNvPr>
          <p:cNvSpPr>
            <a:spLocks noGrp="1"/>
          </p:cNvSpPr>
          <p:nvPr>
            <p:ph type="title"/>
          </p:nvPr>
        </p:nvSpPr>
        <p:spPr/>
        <p:txBody>
          <a:bodyPr/>
          <a:lstStyle/>
          <a:p>
            <a:r>
              <a:rPr lang="en-US" dirty="0">
                <a:cs typeface="Segoe UI"/>
              </a:rPr>
              <a:t>Management and deployment tools</a:t>
            </a:r>
          </a:p>
        </p:txBody>
      </p:sp>
      <p:pic>
        <p:nvPicPr>
          <p:cNvPr id="5" name="Graphic 4" descr="Internet Of Things">
            <a:extLst>
              <a:ext uri="{FF2B5EF4-FFF2-40B4-BE49-F238E27FC236}">
                <a16:creationId xmlns:a16="http://schemas.microsoft.com/office/drawing/2014/main" id="{26528163-8608-4C7E-AEC3-3A2D83DA047C}"/>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248122" y="2824843"/>
            <a:ext cx="1208314" cy="1208314"/>
          </a:xfrm>
          <a:prstGeom prst="rect">
            <a:avLst/>
          </a:prstGeom>
        </p:spPr>
      </p:pic>
    </p:spTree>
    <p:extLst>
      <p:ext uri="{BB962C8B-B14F-4D97-AF65-F5344CB8AC3E}">
        <p14:creationId xmlns:p14="http://schemas.microsoft.com/office/powerpoint/2010/main" val="914346309"/>
      </p:ext>
    </p:extLst>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a:xfrm>
            <a:off x="418643" y="193679"/>
            <a:ext cx="11341268" cy="680196"/>
          </a:xfrm>
        </p:spPr>
        <p:txBody>
          <a:bodyPr/>
          <a:lstStyle/>
          <a:p>
            <a:r>
              <a:rPr lang="en-US" noProof="0" dirty="0"/>
              <a:t>Tools for interacting with Azure</a:t>
            </a:r>
          </a:p>
        </p:txBody>
      </p:sp>
      <p:grpSp>
        <p:nvGrpSpPr>
          <p:cNvPr id="60" name="Group 59">
            <a:extLst>
              <a:ext uri="{FF2B5EF4-FFF2-40B4-BE49-F238E27FC236}">
                <a16:creationId xmlns:a16="http://schemas.microsoft.com/office/drawing/2014/main" id="{DAD365CD-FCE8-4DBC-B51F-A8E0F6BCAADB}"/>
              </a:ext>
            </a:extLst>
          </p:cNvPr>
          <p:cNvGrpSpPr/>
          <p:nvPr/>
        </p:nvGrpSpPr>
        <p:grpSpPr>
          <a:xfrm>
            <a:off x="2093344" y="1901804"/>
            <a:ext cx="8005313" cy="2489891"/>
            <a:chOff x="68768" y="1715807"/>
            <a:chExt cx="8005313" cy="2489891"/>
          </a:xfrm>
        </p:grpSpPr>
        <p:sp>
          <p:nvSpPr>
            <p:cNvPr id="58" name="Rectangle 57">
              <a:extLst>
                <a:ext uri="{FF2B5EF4-FFF2-40B4-BE49-F238E27FC236}">
                  <a16:creationId xmlns:a16="http://schemas.microsoft.com/office/drawing/2014/main" id="{4375CE31-64D8-4B50-8050-487084DA42DA}"/>
                </a:ext>
              </a:extLst>
            </p:cNvPr>
            <p:cNvSpPr/>
            <p:nvPr/>
          </p:nvSpPr>
          <p:spPr bwMode="auto">
            <a:xfrm>
              <a:off x="68768" y="1715807"/>
              <a:ext cx="8005313" cy="2489891"/>
            </a:xfrm>
            <a:prstGeom prst="rect">
              <a:avLst/>
            </a:prstGeom>
            <a:solidFill>
              <a:schemeClr val="bg1">
                <a:lumMod val="95000"/>
              </a:schemeClr>
            </a:solidFill>
            <a:ln>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grpSp>
          <p:nvGrpSpPr>
            <p:cNvPr id="44" name="Group 43">
              <a:extLst>
                <a:ext uri="{FF2B5EF4-FFF2-40B4-BE49-F238E27FC236}">
                  <a16:creationId xmlns:a16="http://schemas.microsoft.com/office/drawing/2014/main" id="{88B05BAD-A613-4F10-A713-184BFD26A54C}"/>
                </a:ext>
              </a:extLst>
            </p:cNvPr>
            <p:cNvGrpSpPr/>
            <p:nvPr/>
          </p:nvGrpSpPr>
          <p:grpSpPr>
            <a:xfrm>
              <a:off x="460859" y="1861195"/>
              <a:ext cx="7423828" cy="2171866"/>
              <a:chOff x="754157" y="2068229"/>
              <a:chExt cx="7423828" cy="2171866"/>
            </a:xfrm>
          </p:grpSpPr>
          <p:grpSp>
            <p:nvGrpSpPr>
              <p:cNvPr id="33" name="Group 32">
                <a:extLst>
                  <a:ext uri="{FF2B5EF4-FFF2-40B4-BE49-F238E27FC236}">
                    <a16:creationId xmlns:a16="http://schemas.microsoft.com/office/drawing/2014/main" id="{6730CDC1-F8DD-47AF-9809-B980CE41AE36}"/>
                  </a:ext>
                </a:extLst>
              </p:cNvPr>
              <p:cNvGrpSpPr/>
              <p:nvPr/>
            </p:nvGrpSpPr>
            <p:grpSpPr>
              <a:xfrm>
                <a:off x="754157" y="2075609"/>
                <a:ext cx="3610566" cy="960262"/>
                <a:chOff x="3790898" y="5423282"/>
                <a:chExt cx="3610566" cy="960262"/>
              </a:xfrm>
            </p:grpSpPr>
            <p:sp>
              <p:nvSpPr>
                <p:cNvPr id="19" name="Rectangle: Rounded Corners 18">
                  <a:extLst>
                    <a:ext uri="{FF2B5EF4-FFF2-40B4-BE49-F238E27FC236}">
                      <a16:creationId xmlns:a16="http://schemas.microsoft.com/office/drawing/2014/main" id="{1D3C3C88-54BE-465C-AB55-64867C5DA18F}"/>
                    </a:ext>
                  </a:extLst>
                </p:cNvPr>
                <p:cNvSpPr/>
                <p:nvPr/>
              </p:nvSpPr>
              <p:spPr bwMode="auto">
                <a:xfrm>
                  <a:off x="3790898" y="5423282"/>
                  <a:ext cx="3610566" cy="960262"/>
                </a:xfrm>
                <a:prstGeom prst="roundRect">
                  <a:avLst/>
                </a:prstGeom>
                <a:solidFill>
                  <a:schemeClr val="bg1">
                    <a:lumMod val="85000"/>
                  </a:schemeClr>
                </a:solidFill>
                <a:ln>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solidFill>
                      <a:schemeClr val="tx1"/>
                    </a:solidFill>
                    <a:ea typeface="Segoe UI" pitchFamily="34" charset="0"/>
                    <a:cs typeface="Segoe UI" pitchFamily="34" charset="0"/>
                  </a:endParaRPr>
                </a:p>
              </p:txBody>
            </p:sp>
            <p:pic>
              <p:nvPicPr>
                <p:cNvPr id="18" name="Graphic 17">
                  <a:extLst>
                    <a:ext uri="{FF2B5EF4-FFF2-40B4-BE49-F238E27FC236}">
                      <a16:creationId xmlns:a16="http://schemas.microsoft.com/office/drawing/2014/main" id="{A8DC1268-EB17-4E65-BDA6-F12DA9E80A80}"/>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900346" y="5466459"/>
                  <a:ext cx="859148" cy="859148"/>
                </a:xfrm>
                <a:prstGeom prst="rect">
                  <a:avLst/>
                </a:prstGeom>
              </p:spPr>
            </p:pic>
            <p:sp>
              <p:nvSpPr>
                <p:cNvPr id="20" name="TextBox 19">
                  <a:extLst>
                    <a:ext uri="{FF2B5EF4-FFF2-40B4-BE49-F238E27FC236}">
                      <a16:creationId xmlns:a16="http://schemas.microsoft.com/office/drawing/2014/main" id="{5DC6600A-6A3F-4661-9205-35DFC8C67378}"/>
                    </a:ext>
                  </a:extLst>
                </p:cNvPr>
                <p:cNvSpPr txBox="1"/>
                <p:nvPr/>
              </p:nvSpPr>
              <p:spPr>
                <a:xfrm>
                  <a:off x="4376469" y="5589481"/>
                  <a:ext cx="3024995" cy="627864"/>
                </a:xfrm>
                <a:prstGeom prst="rect">
                  <a:avLst/>
                </a:prstGeom>
                <a:noFill/>
              </p:spPr>
              <p:txBody>
                <a:bodyPr wrap="square" lIns="182880" tIns="146304" rIns="182880" bIns="146304" rtlCol="0">
                  <a:spAutoFit/>
                </a:bodyPr>
                <a:lstStyle/>
                <a:p>
                  <a:pPr algn="ctr">
                    <a:lnSpc>
                      <a:spcPct val="90000"/>
                    </a:lnSpc>
                    <a:spcAft>
                      <a:spcPts val="600"/>
                    </a:spcAft>
                  </a:pPr>
                  <a:r>
                    <a:rPr lang="en-US" sz="2400">
                      <a:gradFill>
                        <a:gsLst>
                          <a:gs pos="2917">
                            <a:schemeClr val="tx1"/>
                          </a:gs>
                          <a:gs pos="30000">
                            <a:schemeClr val="tx1"/>
                          </a:gs>
                        </a:gsLst>
                        <a:lin ang="5400000" scaled="0"/>
                      </a:gradFill>
                    </a:rPr>
                    <a:t>Azure Portal</a:t>
                  </a:r>
                </a:p>
              </p:txBody>
            </p:sp>
          </p:grpSp>
          <p:grpSp>
            <p:nvGrpSpPr>
              <p:cNvPr id="35" name="Group 34">
                <a:extLst>
                  <a:ext uri="{FF2B5EF4-FFF2-40B4-BE49-F238E27FC236}">
                    <a16:creationId xmlns:a16="http://schemas.microsoft.com/office/drawing/2014/main" id="{A18D80B7-41DA-4FC3-86DE-684CB54AF0FF}"/>
                  </a:ext>
                </a:extLst>
              </p:cNvPr>
              <p:cNvGrpSpPr/>
              <p:nvPr/>
            </p:nvGrpSpPr>
            <p:grpSpPr>
              <a:xfrm>
                <a:off x="4539555" y="3238525"/>
                <a:ext cx="3638430" cy="1001570"/>
                <a:chOff x="3809041" y="5387870"/>
                <a:chExt cx="3638430" cy="1001570"/>
              </a:xfrm>
            </p:grpSpPr>
            <p:sp>
              <p:nvSpPr>
                <p:cNvPr id="36" name="Rectangle: Rounded Corners 35">
                  <a:extLst>
                    <a:ext uri="{FF2B5EF4-FFF2-40B4-BE49-F238E27FC236}">
                      <a16:creationId xmlns:a16="http://schemas.microsoft.com/office/drawing/2014/main" id="{0B63F06B-36BD-4B03-A91A-A4911ABF52F5}"/>
                    </a:ext>
                  </a:extLst>
                </p:cNvPr>
                <p:cNvSpPr/>
                <p:nvPr/>
              </p:nvSpPr>
              <p:spPr bwMode="auto">
                <a:xfrm>
                  <a:off x="3809041" y="5429178"/>
                  <a:ext cx="3610566" cy="960262"/>
                </a:xfrm>
                <a:prstGeom prst="roundRect">
                  <a:avLst/>
                </a:prstGeom>
                <a:solidFill>
                  <a:schemeClr val="bg1">
                    <a:lumMod val="85000"/>
                  </a:schemeClr>
                </a:solidFill>
                <a:ln>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solidFill>
                      <a:schemeClr val="tx1"/>
                    </a:solidFill>
                    <a:ea typeface="Segoe UI" pitchFamily="34" charset="0"/>
                    <a:cs typeface="Segoe UI" pitchFamily="34" charset="0"/>
                  </a:endParaRPr>
                </a:p>
              </p:txBody>
            </p:sp>
            <p:pic>
              <p:nvPicPr>
                <p:cNvPr id="37" name="Graphic 36">
                  <a:extLst>
                    <a:ext uri="{FF2B5EF4-FFF2-40B4-BE49-F238E27FC236}">
                      <a16:creationId xmlns:a16="http://schemas.microsoft.com/office/drawing/2014/main" id="{698A36FD-A495-4345-AB6E-8A203D2A94A7}"/>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a:stretch/>
              </p:blipFill>
              <p:spPr>
                <a:xfrm>
                  <a:off x="3900346" y="5466459"/>
                  <a:ext cx="859148" cy="859148"/>
                </a:xfrm>
                <a:prstGeom prst="rect">
                  <a:avLst/>
                </a:prstGeom>
              </p:spPr>
            </p:pic>
            <p:sp>
              <p:nvSpPr>
                <p:cNvPr id="38" name="TextBox 37">
                  <a:extLst>
                    <a:ext uri="{FF2B5EF4-FFF2-40B4-BE49-F238E27FC236}">
                      <a16:creationId xmlns:a16="http://schemas.microsoft.com/office/drawing/2014/main" id="{EBEDE8DC-D815-4D2F-BE04-CBAE05A5BBAB}"/>
                    </a:ext>
                  </a:extLst>
                </p:cNvPr>
                <p:cNvSpPr txBox="1"/>
                <p:nvPr/>
              </p:nvSpPr>
              <p:spPr>
                <a:xfrm>
                  <a:off x="4376469" y="5387870"/>
                  <a:ext cx="3071002" cy="960263"/>
                </a:xfrm>
                <a:prstGeom prst="rect">
                  <a:avLst/>
                </a:prstGeom>
                <a:noFill/>
              </p:spPr>
              <p:txBody>
                <a:bodyPr wrap="square" lIns="182880" tIns="146304" rIns="182880" bIns="146304" rtlCol="0">
                  <a:spAutoFit/>
                </a:bodyPr>
                <a:lstStyle/>
                <a:p>
                  <a:pPr algn="ctr">
                    <a:lnSpc>
                      <a:spcPct val="90000"/>
                    </a:lnSpc>
                    <a:spcAft>
                      <a:spcPts val="600"/>
                    </a:spcAft>
                  </a:pPr>
                  <a:r>
                    <a:rPr lang="en-US" sz="2400" dirty="0">
                      <a:gradFill>
                        <a:gsLst>
                          <a:gs pos="2917">
                            <a:schemeClr val="tx1"/>
                          </a:gs>
                          <a:gs pos="30000">
                            <a:schemeClr val="tx1"/>
                          </a:gs>
                        </a:gsLst>
                        <a:lin ang="5400000" scaled="0"/>
                      </a:gradFill>
                    </a:rPr>
                    <a:t>Command-Line Interface (CLI) </a:t>
                  </a:r>
                </a:p>
              </p:txBody>
            </p:sp>
          </p:grpSp>
          <p:grpSp>
            <p:nvGrpSpPr>
              <p:cNvPr id="39" name="Group 38">
                <a:extLst>
                  <a:ext uri="{FF2B5EF4-FFF2-40B4-BE49-F238E27FC236}">
                    <a16:creationId xmlns:a16="http://schemas.microsoft.com/office/drawing/2014/main" id="{A857370F-0707-4B93-A0BC-6D7DCF7525D3}"/>
                  </a:ext>
                </a:extLst>
              </p:cNvPr>
              <p:cNvGrpSpPr/>
              <p:nvPr/>
            </p:nvGrpSpPr>
            <p:grpSpPr>
              <a:xfrm>
                <a:off x="4521413" y="2068229"/>
                <a:ext cx="3610566" cy="960262"/>
                <a:chOff x="3790898" y="5423282"/>
                <a:chExt cx="3610566" cy="960262"/>
              </a:xfrm>
            </p:grpSpPr>
            <p:sp>
              <p:nvSpPr>
                <p:cNvPr id="40" name="Rectangle: Rounded Corners 39">
                  <a:extLst>
                    <a:ext uri="{FF2B5EF4-FFF2-40B4-BE49-F238E27FC236}">
                      <a16:creationId xmlns:a16="http://schemas.microsoft.com/office/drawing/2014/main" id="{40195766-F6A8-44BF-927B-82F54EA40D2D}"/>
                    </a:ext>
                  </a:extLst>
                </p:cNvPr>
                <p:cNvSpPr/>
                <p:nvPr/>
              </p:nvSpPr>
              <p:spPr bwMode="auto">
                <a:xfrm>
                  <a:off x="3790898" y="5423282"/>
                  <a:ext cx="3610566" cy="960262"/>
                </a:xfrm>
                <a:prstGeom prst="roundRect">
                  <a:avLst/>
                </a:prstGeom>
                <a:solidFill>
                  <a:schemeClr val="bg1">
                    <a:lumMod val="85000"/>
                  </a:schemeClr>
                </a:solidFill>
                <a:ln>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solidFill>
                      <a:schemeClr val="tx1"/>
                    </a:solidFill>
                    <a:ea typeface="Segoe UI" pitchFamily="34" charset="0"/>
                    <a:cs typeface="Segoe UI" pitchFamily="34" charset="0"/>
                  </a:endParaRPr>
                </a:p>
              </p:txBody>
            </p:sp>
            <p:pic>
              <p:nvPicPr>
                <p:cNvPr id="41" name="Graphic 40">
                  <a:extLst>
                    <a:ext uri="{FF2B5EF4-FFF2-40B4-BE49-F238E27FC236}">
                      <a16:creationId xmlns:a16="http://schemas.microsoft.com/office/drawing/2014/main" id="{2EA3B29A-C381-4F12-8FBA-8DD901BA4961}"/>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rcRect/>
                <a:stretch/>
              </p:blipFill>
              <p:spPr>
                <a:xfrm>
                  <a:off x="3900346" y="5466459"/>
                  <a:ext cx="859148" cy="859148"/>
                </a:xfrm>
                <a:prstGeom prst="rect">
                  <a:avLst/>
                </a:prstGeom>
              </p:spPr>
            </p:pic>
            <p:sp>
              <p:nvSpPr>
                <p:cNvPr id="42" name="TextBox 41">
                  <a:extLst>
                    <a:ext uri="{FF2B5EF4-FFF2-40B4-BE49-F238E27FC236}">
                      <a16:creationId xmlns:a16="http://schemas.microsoft.com/office/drawing/2014/main" id="{3939993E-305E-435B-A393-17804AFA5077}"/>
                    </a:ext>
                  </a:extLst>
                </p:cNvPr>
                <p:cNvSpPr txBox="1"/>
                <p:nvPr/>
              </p:nvSpPr>
              <p:spPr>
                <a:xfrm>
                  <a:off x="4551437" y="5589481"/>
                  <a:ext cx="2850027" cy="627864"/>
                </a:xfrm>
                <a:prstGeom prst="rect">
                  <a:avLst/>
                </a:prstGeom>
                <a:noFill/>
              </p:spPr>
              <p:txBody>
                <a:bodyPr wrap="square" lIns="182880" tIns="146304" rIns="182880" bIns="146304" rtlCol="0">
                  <a:spAutoFit/>
                </a:bodyPr>
                <a:lstStyle/>
                <a:p>
                  <a:pPr algn="ctr">
                    <a:lnSpc>
                      <a:spcPct val="90000"/>
                    </a:lnSpc>
                    <a:spcAft>
                      <a:spcPts val="600"/>
                    </a:spcAft>
                  </a:pPr>
                  <a:r>
                    <a:rPr lang="en-US" sz="2400">
                      <a:gradFill>
                        <a:gsLst>
                          <a:gs pos="2917">
                            <a:schemeClr val="tx1"/>
                          </a:gs>
                          <a:gs pos="30000">
                            <a:schemeClr val="tx1"/>
                          </a:gs>
                        </a:gsLst>
                        <a:lin ang="5400000" scaled="0"/>
                      </a:gradFill>
                    </a:rPr>
                    <a:t>Azure PowerShell</a:t>
                  </a:r>
                </a:p>
              </p:txBody>
            </p:sp>
          </p:grpSp>
          <p:grpSp>
            <p:nvGrpSpPr>
              <p:cNvPr id="45" name="Group 44">
                <a:extLst>
                  <a:ext uri="{FF2B5EF4-FFF2-40B4-BE49-F238E27FC236}">
                    <a16:creationId xmlns:a16="http://schemas.microsoft.com/office/drawing/2014/main" id="{F27606A3-2E17-4A4A-A99E-632AD85A7E7A}"/>
                  </a:ext>
                </a:extLst>
              </p:cNvPr>
              <p:cNvGrpSpPr/>
              <p:nvPr/>
            </p:nvGrpSpPr>
            <p:grpSpPr>
              <a:xfrm>
                <a:off x="754157" y="3279833"/>
                <a:ext cx="3610566" cy="960262"/>
                <a:chOff x="23643" y="4259372"/>
                <a:chExt cx="3610566" cy="960262"/>
              </a:xfrm>
            </p:grpSpPr>
            <p:sp>
              <p:nvSpPr>
                <p:cNvPr id="46" name="Rectangle: Rounded Corners 45">
                  <a:extLst>
                    <a:ext uri="{FF2B5EF4-FFF2-40B4-BE49-F238E27FC236}">
                      <a16:creationId xmlns:a16="http://schemas.microsoft.com/office/drawing/2014/main" id="{E56129BC-8D83-4788-9B0F-24995714A77D}"/>
                    </a:ext>
                  </a:extLst>
                </p:cNvPr>
                <p:cNvSpPr/>
                <p:nvPr/>
              </p:nvSpPr>
              <p:spPr bwMode="auto">
                <a:xfrm>
                  <a:off x="23643" y="4259372"/>
                  <a:ext cx="3610566" cy="960262"/>
                </a:xfrm>
                <a:prstGeom prst="roundRect">
                  <a:avLst/>
                </a:prstGeom>
                <a:solidFill>
                  <a:schemeClr val="bg1">
                    <a:lumMod val="85000"/>
                  </a:schemeClr>
                </a:solidFill>
                <a:ln>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solidFill>
                      <a:schemeClr val="tx1"/>
                    </a:solidFill>
                    <a:ea typeface="Segoe UI" pitchFamily="34" charset="0"/>
                    <a:cs typeface="Segoe UI" pitchFamily="34" charset="0"/>
                  </a:endParaRPr>
                </a:p>
              </p:txBody>
            </p:sp>
            <p:pic>
              <p:nvPicPr>
                <p:cNvPr id="47" name="Graphic 46">
                  <a:extLst>
                    <a:ext uri="{FF2B5EF4-FFF2-40B4-BE49-F238E27FC236}">
                      <a16:creationId xmlns:a16="http://schemas.microsoft.com/office/drawing/2014/main" id="{9F9F060C-F59F-469D-876D-65E060D54127}"/>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rcRect/>
                <a:stretch/>
              </p:blipFill>
              <p:spPr>
                <a:xfrm>
                  <a:off x="133091" y="4302549"/>
                  <a:ext cx="859148" cy="859148"/>
                </a:xfrm>
                <a:prstGeom prst="rect">
                  <a:avLst/>
                </a:prstGeom>
              </p:spPr>
            </p:pic>
            <p:sp>
              <p:nvSpPr>
                <p:cNvPr id="48" name="TextBox 47">
                  <a:extLst>
                    <a:ext uri="{FF2B5EF4-FFF2-40B4-BE49-F238E27FC236}">
                      <a16:creationId xmlns:a16="http://schemas.microsoft.com/office/drawing/2014/main" id="{98688D32-6A2E-489E-960B-7F2C31CCC512}"/>
                    </a:ext>
                  </a:extLst>
                </p:cNvPr>
                <p:cNvSpPr txBox="1"/>
                <p:nvPr/>
              </p:nvSpPr>
              <p:spPr>
                <a:xfrm>
                  <a:off x="784182" y="4425571"/>
                  <a:ext cx="2850027" cy="627864"/>
                </a:xfrm>
                <a:prstGeom prst="rect">
                  <a:avLst/>
                </a:prstGeom>
                <a:noFill/>
              </p:spPr>
              <p:txBody>
                <a:bodyPr wrap="square" lIns="182880" tIns="146304" rIns="182880" bIns="146304" rtlCol="0">
                  <a:spAutoFit/>
                </a:bodyPr>
                <a:lstStyle/>
                <a:p>
                  <a:pPr algn="ctr">
                    <a:lnSpc>
                      <a:spcPct val="90000"/>
                    </a:lnSpc>
                    <a:spcAft>
                      <a:spcPts val="600"/>
                    </a:spcAft>
                  </a:pPr>
                  <a:r>
                    <a:rPr lang="en-US" sz="2400">
                      <a:gradFill>
                        <a:gsLst>
                          <a:gs pos="2917">
                            <a:schemeClr val="tx1"/>
                          </a:gs>
                          <a:gs pos="30000">
                            <a:schemeClr val="tx1"/>
                          </a:gs>
                        </a:gsLst>
                        <a:lin ang="5400000" scaled="0"/>
                      </a:gradFill>
                    </a:rPr>
                    <a:t>Azure Cloud Shell</a:t>
                  </a:r>
                </a:p>
              </p:txBody>
            </p:sp>
          </p:grpSp>
        </p:grpSp>
      </p:grpSp>
      <p:pic>
        <p:nvPicPr>
          <p:cNvPr id="2" name="Picture 1">
            <a:extLst>
              <a:ext uri="{FF2B5EF4-FFF2-40B4-BE49-F238E27FC236}">
                <a16:creationId xmlns:a16="http://schemas.microsoft.com/office/drawing/2014/main" id="{48243F0C-6F88-42C7-93EC-B717100BA5CC}"/>
              </a:ext>
              <a:ext uri="{C183D7F6-B498-43B3-948B-1728B52AA6E4}">
                <adec:decorative xmlns:adec="http://schemas.microsoft.com/office/drawing/2017/decorative" val="1"/>
              </a:ext>
            </a:extLst>
          </p:cNvPr>
          <p:cNvPicPr>
            <a:picLocks noChangeAspect="1"/>
          </p:cNvPicPr>
          <p:nvPr/>
        </p:nvPicPr>
        <p:blipFill>
          <a:blip r:embed="rId11"/>
          <a:stretch>
            <a:fillRect/>
          </a:stretch>
        </p:blipFill>
        <p:spPr>
          <a:xfrm>
            <a:off x="4591050" y="6486525"/>
            <a:ext cx="3009900" cy="371475"/>
          </a:xfrm>
          <a:prstGeom prst="rect">
            <a:avLst/>
          </a:prstGeom>
        </p:spPr>
      </p:pic>
    </p:spTree>
    <p:extLst>
      <p:ext uri="{BB962C8B-B14F-4D97-AF65-F5344CB8AC3E}">
        <p14:creationId xmlns:p14="http://schemas.microsoft.com/office/powerpoint/2010/main" val="8104891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p:txBody>
          <a:bodyPr/>
          <a:lstStyle/>
          <a:p>
            <a:r>
              <a:rPr lang="en-US" dirty="0"/>
              <a:t>Azure Resource Manager</a:t>
            </a:r>
          </a:p>
        </p:txBody>
      </p:sp>
      <p:pic>
        <p:nvPicPr>
          <p:cNvPr id="3" name="Picture 2" descr="Resource Manager request model">
            <a:extLst>
              <a:ext uri="{FF2B5EF4-FFF2-40B4-BE49-F238E27FC236}">
                <a16:creationId xmlns:a16="http://schemas.microsoft.com/office/drawing/2014/main" id="{5254E02D-4590-4CE5-B9AA-6DB1E37AEC54}"/>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328268" y="1426690"/>
            <a:ext cx="7608779" cy="4004620"/>
          </a:xfrm>
          <a:prstGeom prst="rect">
            <a:avLst/>
          </a:prstGeom>
          <a:noFill/>
          <a:extLst>
            <a:ext uri="{909E8E84-426E-40DD-AFC4-6F175D3DCCD1}">
              <a14:hiddenFill xmlns:a14="http://schemas.microsoft.com/office/drawing/2010/main">
                <a:solidFill>
                  <a:srgbClr val="FFFFFF"/>
                </a:solidFill>
              </a14:hiddenFill>
            </a:ext>
          </a:extLst>
        </p:spPr>
      </p:pic>
      <p:sp>
        <p:nvSpPr>
          <p:cNvPr id="6" name="Text Placeholder 5"/>
          <p:cNvSpPr>
            <a:spLocks noGrp="1"/>
          </p:cNvSpPr>
          <p:nvPr>
            <p:ph sz="quarter" idx="10"/>
          </p:nvPr>
        </p:nvSpPr>
        <p:spPr>
          <a:xfrm>
            <a:off x="8219767" y="1818856"/>
            <a:ext cx="3883742" cy="2410244"/>
          </a:xfrm>
        </p:spPr>
        <p:txBody>
          <a:bodyPr/>
          <a:lstStyle/>
          <a:p>
            <a:r>
              <a:rPr lang="en-US" dirty="0">
                <a:latin typeface="+mn-lt"/>
              </a:rPr>
              <a:t>The </a:t>
            </a:r>
            <a:r>
              <a:rPr lang="en-US" b="1" dirty="0">
                <a:latin typeface="+mn-lt"/>
              </a:rPr>
              <a:t>Azure Resource Manager (ARM) </a:t>
            </a:r>
            <a:r>
              <a:rPr lang="en-US" dirty="0">
                <a:latin typeface="+mn-lt"/>
              </a:rPr>
              <a:t>provides a management layer that enables you to create, update, and delete resources in your Azure subscription.</a:t>
            </a:r>
          </a:p>
        </p:txBody>
      </p:sp>
      <p:sp>
        <p:nvSpPr>
          <p:cNvPr id="2" name="Footer Placeholder 1">
            <a:extLst>
              <a:ext uri="{FF2B5EF4-FFF2-40B4-BE49-F238E27FC236}">
                <a16:creationId xmlns:a16="http://schemas.microsoft.com/office/drawing/2014/main" id="{150D22A2-AC6A-4254-BB57-F0E78E9809EF}"/>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8450693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09E576-F320-4CE8-97FA-ADDBD108391E}"/>
              </a:ext>
            </a:extLst>
          </p:cNvPr>
          <p:cNvSpPr>
            <a:spLocks noGrp="1"/>
          </p:cNvSpPr>
          <p:nvPr>
            <p:ph type="title"/>
          </p:nvPr>
        </p:nvSpPr>
        <p:spPr>
          <a:xfrm>
            <a:off x="418643" y="351714"/>
            <a:ext cx="11341268" cy="680196"/>
          </a:xfrm>
        </p:spPr>
        <p:txBody>
          <a:bodyPr/>
          <a:lstStyle/>
          <a:p>
            <a:r>
              <a:rPr lang="en-US"/>
              <a:t>Azure Resource Manager (ARM) templates</a:t>
            </a:r>
          </a:p>
        </p:txBody>
      </p:sp>
      <p:sp>
        <p:nvSpPr>
          <p:cNvPr id="3" name="Content Placeholder 2">
            <a:extLst>
              <a:ext uri="{FF2B5EF4-FFF2-40B4-BE49-F238E27FC236}">
                <a16:creationId xmlns:a16="http://schemas.microsoft.com/office/drawing/2014/main" id="{326ABB9F-383D-40D6-A0F9-F2642D189D31}"/>
              </a:ext>
            </a:extLst>
          </p:cNvPr>
          <p:cNvSpPr>
            <a:spLocks noGrp="1"/>
          </p:cNvSpPr>
          <p:nvPr>
            <p:ph sz="quarter" idx="10"/>
          </p:nvPr>
        </p:nvSpPr>
        <p:spPr>
          <a:xfrm>
            <a:off x="418643" y="1202912"/>
            <a:ext cx="11340811" cy="4278094"/>
          </a:xfrm>
        </p:spPr>
        <p:txBody>
          <a:bodyPr/>
          <a:lstStyle/>
          <a:p>
            <a:r>
              <a:rPr lang="en-US" b="1" i="0">
                <a:solidFill>
                  <a:srgbClr val="171717"/>
                </a:solidFill>
                <a:effectLst/>
                <a:latin typeface="Segoe UI Semibold" panose="020B0702040204020203" pitchFamily="34" charset="0"/>
                <a:cs typeface="Segoe UI Semibold" panose="020B0702040204020203" pitchFamily="34" charset="0"/>
              </a:rPr>
              <a:t>Azure Resource Manager (ARM) </a:t>
            </a:r>
            <a:r>
              <a:rPr lang="en-US" b="0" i="0">
                <a:solidFill>
                  <a:srgbClr val="171717"/>
                </a:solidFill>
                <a:effectLst/>
                <a:latin typeface="Segoe UI" panose="020B0502040204020203" pitchFamily="34" charset="0"/>
              </a:rPr>
              <a:t>templates </a:t>
            </a:r>
            <a:r>
              <a:rPr lang="en-US">
                <a:solidFill>
                  <a:srgbClr val="171717"/>
                </a:solidFill>
                <a:latin typeface="Segoe UI" panose="020B0502040204020203" pitchFamily="34" charset="0"/>
              </a:rPr>
              <a:t>are JavaScript Object Notation (JSON) files that can be used to create and deploy Azure infrastructure without having to write programing commands.</a:t>
            </a:r>
          </a:p>
          <a:p>
            <a:pPr marL="342900" indent="-342900">
              <a:buFont typeface="Arial" panose="020B0604020202020204" pitchFamily="34" charset="0"/>
              <a:buChar char="•"/>
            </a:pPr>
            <a:r>
              <a:rPr lang="en-US">
                <a:solidFill>
                  <a:srgbClr val="171717"/>
                </a:solidFill>
                <a:latin typeface="Segoe UI" panose="020B0502040204020203" pitchFamily="34" charset="0"/>
              </a:rPr>
              <a:t>Declarative syntax</a:t>
            </a:r>
          </a:p>
          <a:p>
            <a:pPr marL="342900" indent="-342900">
              <a:buFont typeface="Arial" panose="020B0604020202020204" pitchFamily="34" charset="0"/>
              <a:buChar char="•"/>
            </a:pPr>
            <a:r>
              <a:rPr lang="en-US">
                <a:solidFill>
                  <a:srgbClr val="171717"/>
                </a:solidFill>
                <a:latin typeface="Segoe UI" panose="020B0502040204020203" pitchFamily="34" charset="0"/>
              </a:rPr>
              <a:t>Repeatable results</a:t>
            </a:r>
          </a:p>
          <a:p>
            <a:pPr marL="342900" indent="-342900">
              <a:buFont typeface="Arial" panose="020B0604020202020204" pitchFamily="34" charset="0"/>
              <a:buChar char="•"/>
            </a:pPr>
            <a:r>
              <a:rPr lang="en-US">
                <a:solidFill>
                  <a:srgbClr val="171717"/>
                </a:solidFill>
                <a:latin typeface="Segoe UI" panose="020B0502040204020203" pitchFamily="34" charset="0"/>
              </a:rPr>
              <a:t>Orchestration</a:t>
            </a:r>
          </a:p>
          <a:p>
            <a:pPr marL="342900" indent="-342900">
              <a:buFont typeface="Arial" panose="020B0604020202020204" pitchFamily="34" charset="0"/>
              <a:buChar char="•"/>
            </a:pPr>
            <a:r>
              <a:rPr lang="en-US">
                <a:solidFill>
                  <a:srgbClr val="171717"/>
                </a:solidFill>
                <a:latin typeface="Segoe UI" panose="020B0502040204020203" pitchFamily="34" charset="0"/>
              </a:rPr>
              <a:t>Modular files</a:t>
            </a:r>
          </a:p>
          <a:p>
            <a:pPr marL="342900" indent="-342900">
              <a:buFont typeface="Arial" panose="020B0604020202020204" pitchFamily="34" charset="0"/>
              <a:buChar char="•"/>
            </a:pPr>
            <a:r>
              <a:rPr lang="en-US">
                <a:solidFill>
                  <a:srgbClr val="171717"/>
                </a:solidFill>
                <a:latin typeface="Segoe UI" panose="020B0502040204020203" pitchFamily="34" charset="0"/>
              </a:rPr>
              <a:t>Built-in validation</a:t>
            </a:r>
          </a:p>
          <a:p>
            <a:pPr marL="342900" indent="-342900">
              <a:buFont typeface="Arial" panose="020B0604020202020204" pitchFamily="34" charset="0"/>
              <a:buChar char="•"/>
            </a:pPr>
            <a:r>
              <a:rPr lang="en-US">
                <a:solidFill>
                  <a:srgbClr val="171717"/>
                </a:solidFill>
                <a:latin typeface="Segoe UI" panose="020B0502040204020203" pitchFamily="34" charset="0"/>
              </a:rPr>
              <a:t>Exportable code</a:t>
            </a:r>
            <a:endParaRPr lang="en-US"/>
          </a:p>
        </p:txBody>
      </p:sp>
      <p:pic>
        <p:nvPicPr>
          <p:cNvPr id="1026" name="Picture 2" descr="Template deployment comparison">
            <a:extLst>
              <a:ext uri="{FF2B5EF4-FFF2-40B4-BE49-F238E27FC236}">
                <a16:creationId xmlns:a16="http://schemas.microsoft.com/office/drawing/2014/main" id="{68AAA998-FDAD-4A33-B25E-1F1E1901564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45065" y="2239401"/>
            <a:ext cx="7007830" cy="323726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33260041"/>
      </p:ext>
    </p:extLst>
  </p:cSld>
  <p:clrMapOvr>
    <a:masterClrMapping/>
  </p:clrMapOvr>
  <p:transition>
    <p:fad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13">
            <a:extLst>
              <a:ext uri="{FF2B5EF4-FFF2-40B4-BE49-F238E27FC236}">
                <a16:creationId xmlns:a16="http://schemas.microsoft.com/office/drawing/2014/main" id="{E307D465-5D56-0B41-96C4-901FFC2422DF}"/>
              </a:ext>
            </a:extLst>
          </p:cNvPr>
          <p:cNvSpPr>
            <a:spLocks noGrp="1"/>
          </p:cNvSpPr>
          <p:nvPr>
            <p:ph type="title"/>
          </p:nvPr>
        </p:nvSpPr>
        <p:spPr>
          <a:xfrm>
            <a:off x="418643" y="440494"/>
            <a:ext cx="11341268" cy="642840"/>
          </a:xfrm>
        </p:spPr>
        <p:txBody>
          <a:bodyPr/>
          <a:lstStyle/>
          <a:p>
            <a:r>
              <a:rPr lang="en-US" dirty="0"/>
              <a:t>Provision resources with Infrastructure as Code </a:t>
            </a:r>
          </a:p>
        </p:txBody>
      </p:sp>
      <p:sp>
        <p:nvSpPr>
          <p:cNvPr id="21" name="Text Placeholder 20">
            <a:extLst>
              <a:ext uri="{FF2B5EF4-FFF2-40B4-BE49-F238E27FC236}">
                <a16:creationId xmlns:a16="http://schemas.microsoft.com/office/drawing/2014/main" id="{4047240F-BF9A-4E2B-8008-11B83B1D6719}"/>
              </a:ext>
            </a:extLst>
          </p:cNvPr>
          <p:cNvSpPr>
            <a:spLocks noGrp="1"/>
          </p:cNvSpPr>
          <p:nvPr>
            <p:ph type="body" sz="quarter" idx="10"/>
          </p:nvPr>
        </p:nvSpPr>
        <p:spPr/>
        <p:txBody>
          <a:bodyPr/>
          <a:lstStyle/>
          <a:p>
            <a:r>
              <a:rPr lang="en-US" dirty="0"/>
              <a:t>Azure supports </a:t>
            </a:r>
            <a:r>
              <a:rPr lang="en-US" dirty="0" err="1"/>
              <a:t>IaC</a:t>
            </a:r>
            <a:r>
              <a:rPr lang="en-US" dirty="0"/>
              <a:t> with Azure Resource Manager and third-party platforms.</a:t>
            </a:r>
          </a:p>
        </p:txBody>
      </p:sp>
      <p:sp>
        <p:nvSpPr>
          <p:cNvPr id="19" name="TextBox 18">
            <a:extLst>
              <a:ext uri="{FF2B5EF4-FFF2-40B4-BE49-F238E27FC236}">
                <a16:creationId xmlns:a16="http://schemas.microsoft.com/office/drawing/2014/main" id="{DA7D93C5-427A-46DA-92B8-6D377FF5E968}"/>
              </a:ext>
            </a:extLst>
          </p:cNvPr>
          <p:cNvSpPr txBox="1"/>
          <p:nvPr/>
        </p:nvSpPr>
        <p:spPr>
          <a:xfrm>
            <a:off x="418643" y="1920895"/>
            <a:ext cx="5173980" cy="3016210"/>
          </a:xfrm>
          <a:prstGeom prst="rect">
            <a:avLst/>
          </a:prstGeom>
          <a:noFill/>
        </p:spPr>
        <p:txBody>
          <a:bodyPr wrap="square">
            <a:spAutoFit/>
          </a:bodyPr>
          <a:lstStyle/>
          <a:p>
            <a:pPr marL="342900" lvl="1" indent="-342900">
              <a:spcBef>
                <a:spcPts val="0"/>
              </a:spcBef>
              <a:spcAft>
                <a:spcPts val="1200"/>
              </a:spcAft>
              <a:buFont typeface="Arial" panose="020B0604020202020204" pitchFamily="34" charset="0"/>
              <a:buChar char="•"/>
            </a:pPr>
            <a:r>
              <a:rPr lang="en-US" sz="2000" dirty="0"/>
              <a:t>Azure Resource Manager templates – Bicep, JSON </a:t>
            </a:r>
          </a:p>
          <a:p>
            <a:pPr marL="342900" lvl="1" indent="-342900">
              <a:spcAft>
                <a:spcPts val="1200"/>
              </a:spcAft>
              <a:buFont typeface="Arial" panose="020B0604020202020204" pitchFamily="34" charset="0"/>
              <a:buChar char="•"/>
            </a:pPr>
            <a:r>
              <a:rPr lang="en-US" sz="2000" dirty="0"/>
              <a:t>Azure Automation  </a:t>
            </a:r>
          </a:p>
          <a:p>
            <a:pPr marL="342900" lvl="1" indent="-342900">
              <a:spcAft>
                <a:spcPts val="1200"/>
              </a:spcAft>
              <a:buFont typeface="Arial" panose="020B0604020202020204" pitchFamily="34" charset="0"/>
              <a:buChar char="•"/>
            </a:pPr>
            <a:r>
              <a:rPr lang="en-US" sz="2000" dirty="0"/>
              <a:t>Azure DevOps services </a:t>
            </a:r>
          </a:p>
          <a:p>
            <a:pPr marL="342900" lvl="1" indent="-342900">
              <a:spcAft>
                <a:spcPts val="1200"/>
              </a:spcAft>
              <a:buFont typeface="Arial" panose="020B0604020202020204" pitchFamily="34" charset="0"/>
              <a:buChar char="•"/>
            </a:pPr>
            <a:r>
              <a:rPr lang="en-US" sz="2000" dirty="0"/>
              <a:t>GitHub actions</a:t>
            </a:r>
          </a:p>
          <a:p>
            <a:pPr marL="342900" lvl="1" indent="-342900">
              <a:spcAft>
                <a:spcPts val="1200"/>
              </a:spcAft>
              <a:buFont typeface="Arial" panose="020B0604020202020204" pitchFamily="34" charset="0"/>
              <a:buChar char="•"/>
            </a:pPr>
            <a:r>
              <a:rPr lang="en-US" sz="2000" dirty="0"/>
              <a:t>Terraform</a:t>
            </a:r>
          </a:p>
          <a:p>
            <a:pPr marL="342900" lvl="1" indent="-342900">
              <a:spcAft>
                <a:spcPts val="1200"/>
              </a:spcAft>
              <a:buFont typeface="Arial" panose="020B0604020202020204" pitchFamily="34" charset="0"/>
              <a:buChar char="•"/>
            </a:pPr>
            <a:r>
              <a:rPr lang="en-US" sz="2000" dirty="0"/>
              <a:t>Jenkins </a:t>
            </a:r>
          </a:p>
        </p:txBody>
      </p:sp>
      <p:sp>
        <p:nvSpPr>
          <p:cNvPr id="5" name="Rectangle 4">
            <a:extLst>
              <a:ext uri="{FF2B5EF4-FFF2-40B4-BE49-F238E27FC236}">
                <a16:creationId xmlns:a16="http://schemas.microsoft.com/office/drawing/2014/main" id="{98316DB6-DEF2-486D-BA25-1C6E4A952C06}"/>
              </a:ext>
              <a:ext uri="{C183D7F6-B498-43B3-948B-1728B52AA6E4}">
                <adec:decorative xmlns:adec="http://schemas.microsoft.com/office/drawing/2017/decorative" val="1"/>
              </a:ext>
            </a:extLst>
          </p:cNvPr>
          <p:cNvSpPr/>
          <p:nvPr/>
        </p:nvSpPr>
        <p:spPr bwMode="auto">
          <a:xfrm>
            <a:off x="6102723" y="1752568"/>
            <a:ext cx="5793076" cy="4100756"/>
          </a:xfrm>
          <a:prstGeom prst="rect">
            <a:avLst/>
          </a:prstGeom>
          <a:noFill/>
          <a:ln>
            <a:solidFill>
              <a:schemeClr val="bg1">
                <a:lumMod val="8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grpSp>
        <p:nvGrpSpPr>
          <p:cNvPr id="2" name="Group 1" descr="Bicep templates create JSON templates that create resources in Azure. ">
            <a:extLst>
              <a:ext uri="{FF2B5EF4-FFF2-40B4-BE49-F238E27FC236}">
                <a16:creationId xmlns:a16="http://schemas.microsoft.com/office/drawing/2014/main" id="{204E3450-968B-4E57-9A77-9B6DF5CD6BDD}"/>
              </a:ext>
            </a:extLst>
          </p:cNvPr>
          <p:cNvGrpSpPr/>
          <p:nvPr/>
        </p:nvGrpSpPr>
        <p:grpSpPr>
          <a:xfrm>
            <a:off x="6451273" y="2121783"/>
            <a:ext cx="5305425" cy="3362325"/>
            <a:chOff x="6451273" y="2121783"/>
            <a:chExt cx="5305425" cy="3362325"/>
          </a:xfrm>
        </p:grpSpPr>
        <p:pic>
          <p:nvPicPr>
            <p:cNvPr id="10" name="Graphic 9">
              <a:extLst>
                <a:ext uri="{FF2B5EF4-FFF2-40B4-BE49-F238E27FC236}">
                  <a16:creationId xmlns:a16="http://schemas.microsoft.com/office/drawing/2014/main" id="{E00CAEF6-D57A-4DBA-A63D-EF7AA421C28F}"/>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748785" y="2762620"/>
              <a:ext cx="617289" cy="617289"/>
            </a:xfrm>
            <a:prstGeom prst="rect">
              <a:avLst/>
            </a:prstGeom>
          </p:spPr>
        </p:pic>
        <p:pic>
          <p:nvPicPr>
            <p:cNvPr id="17" name="Picture 16" descr="Bicep templates create JSON templates that provision resources in Azure. ">
              <a:extLst>
                <a:ext uri="{FF2B5EF4-FFF2-40B4-BE49-F238E27FC236}">
                  <a16:creationId xmlns:a16="http://schemas.microsoft.com/office/drawing/2014/main" id="{DC85D94E-7A85-437D-974F-E22440172A21}"/>
                </a:ext>
              </a:extLst>
            </p:cNvPr>
            <p:cNvPicPr>
              <a:picLocks noChangeAspect="1"/>
            </p:cNvPicPr>
            <p:nvPr/>
          </p:nvPicPr>
          <p:blipFill>
            <a:blip r:embed="rId5"/>
            <a:stretch>
              <a:fillRect/>
            </a:stretch>
          </p:blipFill>
          <p:spPr>
            <a:xfrm>
              <a:off x="6451273" y="2121783"/>
              <a:ext cx="5305425" cy="3362325"/>
            </a:xfrm>
            <a:prstGeom prst="rect">
              <a:avLst/>
            </a:prstGeom>
          </p:spPr>
        </p:pic>
      </p:grpSp>
    </p:spTree>
    <p:extLst>
      <p:ext uri="{BB962C8B-B14F-4D97-AF65-F5344CB8AC3E}">
        <p14:creationId xmlns:p14="http://schemas.microsoft.com/office/powerpoint/2010/main" val="533030446"/>
      </p:ext>
    </p:extLst>
  </p:cSld>
  <p:clrMapOvr>
    <a:masterClrMapping/>
  </p:clrMapOvr>
  <p:transition>
    <p:fad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734D5999-BB6D-4A72-E3D1-2DC5D63C67B0}"/>
              </a:ext>
            </a:extLst>
          </p:cNvPr>
          <p:cNvPicPr>
            <a:picLocks noChangeAspect="1"/>
          </p:cNvPicPr>
          <p:nvPr/>
        </p:nvPicPr>
        <p:blipFill>
          <a:blip r:embed="rId2"/>
          <a:stretch>
            <a:fillRect/>
          </a:stretch>
        </p:blipFill>
        <p:spPr>
          <a:xfrm>
            <a:off x="106345" y="0"/>
            <a:ext cx="5426110" cy="6858000"/>
          </a:xfrm>
          <a:prstGeom prst="rect">
            <a:avLst/>
          </a:prstGeom>
        </p:spPr>
      </p:pic>
      <p:pic>
        <p:nvPicPr>
          <p:cNvPr id="7" name="Picture 6">
            <a:extLst>
              <a:ext uri="{FF2B5EF4-FFF2-40B4-BE49-F238E27FC236}">
                <a16:creationId xmlns:a16="http://schemas.microsoft.com/office/drawing/2014/main" id="{62E9D717-762E-5D7A-7A20-D009C1160092}"/>
              </a:ext>
            </a:extLst>
          </p:cNvPr>
          <p:cNvPicPr>
            <a:picLocks noChangeAspect="1"/>
          </p:cNvPicPr>
          <p:nvPr/>
        </p:nvPicPr>
        <p:blipFill>
          <a:blip r:embed="rId3"/>
          <a:stretch>
            <a:fillRect/>
          </a:stretch>
        </p:blipFill>
        <p:spPr>
          <a:xfrm>
            <a:off x="5651935" y="1160462"/>
            <a:ext cx="6540065" cy="4537075"/>
          </a:xfrm>
          <a:prstGeom prst="rect">
            <a:avLst/>
          </a:prstGeom>
        </p:spPr>
      </p:pic>
    </p:spTree>
    <p:extLst>
      <p:ext uri="{BB962C8B-B14F-4D97-AF65-F5344CB8AC3E}">
        <p14:creationId xmlns:p14="http://schemas.microsoft.com/office/powerpoint/2010/main" val="761965900"/>
      </p:ext>
    </p:extLst>
  </p:cSld>
  <p:clrMapOvr>
    <a:masterClrMapping/>
  </p:clrMapOvr>
  <p:transition>
    <p:fad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FF388A-DA23-47B5-B1B4-5AA1C4F44269}"/>
              </a:ext>
            </a:extLst>
          </p:cNvPr>
          <p:cNvSpPr>
            <a:spLocks noGrp="1"/>
          </p:cNvSpPr>
          <p:nvPr>
            <p:ph type="title"/>
          </p:nvPr>
        </p:nvSpPr>
        <p:spPr/>
        <p:txBody>
          <a:bodyPr/>
          <a:lstStyle/>
          <a:p>
            <a:r>
              <a:rPr lang="en-US" dirty="0">
                <a:cs typeface="Segoe UI"/>
              </a:rPr>
              <a:t>Azure monitoring tools</a:t>
            </a:r>
          </a:p>
        </p:txBody>
      </p:sp>
      <p:pic>
        <p:nvPicPr>
          <p:cNvPr id="5" name="Graphic 4" descr="Tools">
            <a:extLst>
              <a:ext uri="{FF2B5EF4-FFF2-40B4-BE49-F238E27FC236}">
                <a16:creationId xmlns:a16="http://schemas.microsoft.com/office/drawing/2014/main" id="{C4B53E57-6676-4A4D-AB65-F20D2D3F865E}"/>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190018" y="2841974"/>
            <a:ext cx="1153392" cy="1153392"/>
          </a:xfrm>
          <a:prstGeom prst="rect">
            <a:avLst/>
          </a:prstGeom>
        </p:spPr>
      </p:pic>
    </p:spTree>
    <p:extLst>
      <p:ext uri="{BB962C8B-B14F-4D97-AF65-F5344CB8AC3E}">
        <p14:creationId xmlns:p14="http://schemas.microsoft.com/office/powerpoint/2010/main" val="2582992634"/>
      </p:ext>
    </p:extLst>
  </p:cSld>
  <p:clrMapOvr>
    <a:masterClrMapping/>
  </p:clrMapOvr>
  <p:transition>
    <p:fad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4F8039-6C38-4EF0-85F2-A923D9224100}"/>
              </a:ext>
            </a:extLst>
          </p:cNvPr>
          <p:cNvSpPr>
            <a:spLocks noGrp="1"/>
          </p:cNvSpPr>
          <p:nvPr>
            <p:ph type="title"/>
          </p:nvPr>
        </p:nvSpPr>
        <p:spPr/>
        <p:txBody>
          <a:bodyPr/>
          <a:lstStyle/>
          <a:p>
            <a:r>
              <a:rPr lang="en-US" dirty="0">
                <a:cs typeface="Segoe UI"/>
              </a:rPr>
              <a:t>Azure Management Tools - Objective Domain</a:t>
            </a:r>
          </a:p>
        </p:txBody>
      </p:sp>
      <p:sp>
        <p:nvSpPr>
          <p:cNvPr id="3" name="Text Placeholder 2">
            <a:extLst>
              <a:ext uri="{FF2B5EF4-FFF2-40B4-BE49-F238E27FC236}">
                <a16:creationId xmlns:a16="http://schemas.microsoft.com/office/drawing/2014/main" id="{73FCDDB7-986A-464D-8EA9-CD6818C49190}"/>
              </a:ext>
            </a:extLst>
          </p:cNvPr>
          <p:cNvSpPr>
            <a:spLocks noGrp="1"/>
          </p:cNvSpPr>
          <p:nvPr>
            <p:ph sz="quarter" idx="10"/>
          </p:nvPr>
        </p:nvSpPr>
        <p:spPr>
          <a:xfrm>
            <a:off x="419100" y="1456897"/>
            <a:ext cx="11340811" cy="2698175"/>
          </a:xfrm>
        </p:spPr>
        <p:txBody>
          <a:bodyPr/>
          <a:lstStyle/>
          <a:p>
            <a:pPr lvl="0" fontAlgn="base"/>
            <a:r>
              <a:rPr lang="en-US" dirty="0">
                <a:latin typeface="+mj-lt"/>
              </a:rPr>
              <a:t>Describe the functionality and usage of:</a:t>
            </a:r>
          </a:p>
          <a:p>
            <a:pPr lvl="0" fontAlgn="base"/>
            <a:endParaRPr lang="en-US" sz="1000" dirty="0">
              <a:latin typeface="+mj-lt"/>
            </a:endParaRPr>
          </a:p>
          <a:p>
            <a:pPr marL="342900" lvl="0" indent="-342900" fontAlgn="base">
              <a:buFont typeface="Arial" panose="020B0604020202020204" pitchFamily="34" charset="0"/>
              <a:buChar char="•"/>
            </a:pPr>
            <a:r>
              <a:rPr lang="en-US" dirty="0">
                <a:latin typeface="+mn-lt"/>
              </a:rPr>
              <a:t>Describe the purpose of Azure Advisor.</a:t>
            </a:r>
          </a:p>
          <a:p>
            <a:pPr marL="342900" lvl="0" indent="-342900" fontAlgn="base">
              <a:buFont typeface="Arial" panose="020B0604020202020204" pitchFamily="34" charset="0"/>
              <a:buChar char="•"/>
            </a:pPr>
            <a:r>
              <a:rPr lang="en-US" dirty="0">
                <a:latin typeface="+mn-lt"/>
              </a:rPr>
              <a:t>Describe Azure Service Health.</a:t>
            </a:r>
          </a:p>
          <a:p>
            <a:pPr marL="342900" lvl="0" indent="-342900" fontAlgn="base">
              <a:buFont typeface="Arial" panose="020B0604020202020204" pitchFamily="34" charset="0"/>
              <a:buChar char="•"/>
            </a:pPr>
            <a:r>
              <a:rPr lang="en-US" dirty="0">
                <a:latin typeface="+mn-lt"/>
              </a:rPr>
              <a:t>Describe Azure Monitor, including Azure Log Analytics, Azure Monitor Alerts, and Application Insights.</a:t>
            </a:r>
          </a:p>
        </p:txBody>
      </p:sp>
    </p:spTree>
    <p:extLst>
      <p:ext uri="{BB962C8B-B14F-4D97-AF65-F5344CB8AC3E}">
        <p14:creationId xmlns:p14="http://schemas.microsoft.com/office/powerpoint/2010/main" val="474028571"/>
      </p:ext>
    </p:extLst>
  </p:cSld>
  <p:clrMapOvr>
    <a:masterClrMapping/>
  </p:clrMapOvr>
  <p:transition>
    <p:fade/>
  </p:transition>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7" name="Title 16"/>
          <p:cNvSpPr>
            <a:spLocks noGrp="1"/>
          </p:cNvSpPr>
          <p:nvPr>
            <p:ph type="title"/>
          </p:nvPr>
        </p:nvSpPr>
        <p:spPr/>
        <p:txBody>
          <a:bodyPr/>
          <a:lstStyle/>
          <a:p>
            <a:r>
              <a:rPr lang="en-US" noProof="0"/>
              <a:t>Azure Advisor</a:t>
            </a:r>
          </a:p>
        </p:txBody>
      </p:sp>
      <p:sp>
        <p:nvSpPr>
          <p:cNvPr id="3" name="Text Placeholder 2">
            <a:extLst>
              <a:ext uri="{FF2B5EF4-FFF2-40B4-BE49-F238E27FC236}">
                <a16:creationId xmlns:a16="http://schemas.microsoft.com/office/drawing/2014/main" id="{61305E9E-589A-43A1-9A16-D0BA79D9C4B6}"/>
              </a:ext>
            </a:extLst>
          </p:cNvPr>
          <p:cNvSpPr>
            <a:spLocks noGrp="1"/>
          </p:cNvSpPr>
          <p:nvPr>
            <p:ph sz="quarter" idx="10"/>
          </p:nvPr>
        </p:nvSpPr>
        <p:spPr>
          <a:xfrm>
            <a:off x="462447" y="1236939"/>
            <a:ext cx="11528787" cy="1422377"/>
          </a:xfrm>
        </p:spPr>
        <p:txBody>
          <a:bodyPr/>
          <a:lstStyle/>
          <a:p>
            <a:pPr marL="1588">
              <a:lnSpc>
                <a:spcPct val="115000"/>
              </a:lnSpc>
              <a:spcBef>
                <a:spcPts val="567"/>
              </a:spcBef>
              <a:buClr>
                <a:srgbClr val="1A1A1A"/>
              </a:buClr>
            </a:pPr>
            <a:r>
              <a:rPr lang="en-US" b="1"/>
              <a:t>Azure Advisor </a:t>
            </a:r>
            <a:r>
              <a:rPr lang="en-US"/>
              <a:t>analyzes deployed Azure resources and makes recommendations based on best practices to optimize Azure deployments. </a:t>
            </a:r>
            <a:endParaRPr lang="en-US" b="0" i="0">
              <a:solidFill>
                <a:srgbClr val="171717"/>
              </a:solidFill>
              <a:effectLst/>
              <a:latin typeface="Segoe UI" panose="020B0502040204020203" pitchFamily="34" charset="0"/>
            </a:endParaRPr>
          </a:p>
        </p:txBody>
      </p:sp>
      <p:sp>
        <p:nvSpPr>
          <p:cNvPr id="7" name="Text Placeholder 2">
            <a:extLst>
              <a:ext uri="{FF2B5EF4-FFF2-40B4-BE49-F238E27FC236}">
                <a16:creationId xmlns:a16="http://schemas.microsoft.com/office/drawing/2014/main" id="{8211F619-94DC-46FD-8301-A1DC5F93625D}"/>
              </a:ext>
            </a:extLst>
          </p:cNvPr>
          <p:cNvSpPr txBox="1">
            <a:spLocks/>
          </p:cNvSpPr>
          <p:nvPr/>
        </p:nvSpPr>
        <p:spPr>
          <a:xfrm>
            <a:off x="1074785" y="2248984"/>
            <a:ext cx="4428041" cy="2544286"/>
          </a:xfrm>
          <a:prstGeom prst="rect">
            <a:avLst/>
          </a:prstGeom>
        </p:spPr>
        <p:txBody>
          <a:bodyPr vert="horz" wrap="square" lIns="0" tIns="91440" rIns="146304" bIns="91440" rtlCol="0">
            <a:spAutoFit/>
          </a:bodyPr>
          <a:lstStyle>
            <a:lvl1pPr marL="0" marR="0" indent="0" algn="l" defTabSz="914367" rtl="0" eaLnBrk="1" fontAlgn="auto" latinLnBrk="0" hangingPunct="1">
              <a:lnSpc>
                <a:spcPct val="100000"/>
              </a:lnSpc>
              <a:spcBef>
                <a:spcPts val="392"/>
              </a:spcBef>
              <a:spcAft>
                <a:spcPts val="588"/>
              </a:spcAft>
              <a:buClrTx/>
              <a:buSzPct val="90000"/>
              <a:buFont typeface="Wingdings" panose="05000000000000000000" pitchFamily="2" charset="2"/>
              <a:buNone/>
              <a:tabLst/>
              <a:defRPr sz="2400" kern="1200" spc="-49" baseline="0">
                <a:solidFill>
                  <a:srgbClr val="000000"/>
                </a:solidFill>
                <a:latin typeface="+mn-lt"/>
                <a:ea typeface="+mn-ea"/>
                <a:cs typeface="+mn-cs"/>
              </a:defRPr>
            </a:lvl1pPr>
            <a:lvl2pPr marL="0" marR="0" indent="0" algn="l" defTabSz="914367" rtl="0" eaLnBrk="1" fontAlgn="auto" latinLnBrk="0" hangingPunct="1">
              <a:lnSpc>
                <a:spcPct val="100000"/>
              </a:lnSpc>
              <a:spcBef>
                <a:spcPts val="392"/>
              </a:spcBef>
              <a:spcAft>
                <a:spcPts val="588"/>
              </a:spcAft>
              <a:buClrTx/>
              <a:buSzPct val="90000"/>
              <a:buFontTx/>
              <a:buNone/>
              <a:tabLst/>
              <a:defRPr sz="2400" kern="1200" spc="0" baseline="0">
                <a:solidFill>
                  <a:schemeClr val="tx1"/>
                </a:solidFill>
                <a:latin typeface="+mn-lt"/>
                <a:ea typeface="+mn-ea"/>
                <a:cs typeface="+mn-cs"/>
              </a:defRPr>
            </a:lvl2pPr>
            <a:lvl3pPr marL="0" marR="0" indent="0" algn="l" defTabSz="914367" rtl="0" eaLnBrk="1" fontAlgn="auto" latinLnBrk="0" hangingPunct="1">
              <a:lnSpc>
                <a:spcPct val="100000"/>
              </a:lnSpc>
              <a:spcBef>
                <a:spcPts val="392"/>
              </a:spcBef>
              <a:spcAft>
                <a:spcPts val="588"/>
              </a:spcAft>
              <a:buClrTx/>
              <a:buSzPct val="90000"/>
              <a:buFont typeface="Wingdings" panose="05000000000000000000" pitchFamily="2" charset="2"/>
              <a:buNone/>
              <a:tabLst/>
              <a:defRPr sz="2400" kern="1200" spc="0" baseline="0">
                <a:solidFill>
                  <a:schemeClr val="tx1"/>
                </a:solidFill>
                <a:latin typeface="+mn-lt"/>
                <a:ea typeface="+mn-ea"/>
                <a:cs typeface="+mn-cs"/>
              </a:defRPr>
            </a:lvl3pPr>
            <a:lvl4pPr marL="0" marR="0" indent="0" algn="l" defTabSz="914367" rtl="0" eaLnBrk="1" fontAlgn="auto" latinLnBrk="0" hangingPunct="1">
              <a:lnSpc>
                <a:spcPct val="100000"/>
              </a:lnSpc>
              <a:spcBef>
                <a:spcPts val="392"/>
              </a:spcBef>
              <a:spcAft>
                <a:spcPts val="588"/>
              </a:spcAft>
              <a:buClrTx/>
              <a:buSzPct val="90000"/>
              <a:buFont typeface="Wingdings" panose="05000000000000000000" pitchFamily="2" charset="2"/>
              <a:buNone/>
              <a:tabLst/>
              <a:defRPr sz="2400" kern="1200" spc="0" baseline="0">
                <a:solidFill>
                  <a:schemeClr val="tx1"/>
                </a:solidFill>
                <a:latin typeface="+mn-lt"/>
                <a:ea typeface="+mn-ea"/>
                <a:cs typeface="+mn-cs"/>
              </a:defRPr>
            </a:lvl4pPr>
            <a:lvl5pPr marL="0" marR="0" indent="0" algn="l" defTabSz="914367" rtl="0" eaLnBrk="1" fontAlgn="auto" latinLnBrk="0" hangingPunct="1">
              <a:lnSpc>
                <a:spcPct val="100000"/>
              </a:lnSpc>
              <a:spcBef>
                <a:spcPts val="392"/>
              </a:spcBef>
              <a:spcAft>
                <a:spcPts val="588"/>
              </a:spcAft>
              <a:buClrTx/>
              <a:buSzPct val="90000"/>
              <a:buFont typeface="Wingdings" panose="05000000000000000000" pitchFamily="2" charset="2"/>
              <a:buNone/>
              <a:tabLst/>
              <a:defRPr sz="2400" b="0" kern="1200" spc="0" baseline="0">
                <a:solidFill>
                  <a:schemeClr val="tx1"/>
                </a:solidFill>
                <a:latin typeface="+mn-lt"/>
                <a:ea typeface="+mn-ea"/>
                <a:cs typeface="+mn-cs"/>
              </a:defRPr>
            </a:lvl5pPr>
            <a:lvl6pPr marL="2285916" indent="0" algn="l" defTabSz="914367" rtl="0" eaLnBrk="1" latinLnBrk="0" hangingPunct="1">
              <a:spcBef>
                <a:spcPct val="20000"/>
              </a:spcBef>
              <a:buFont typeface="Arial" pitchFamily="34" charset="0"/>
              <a:buNone/>
              <a:defRPr sz="1961" kern="1200">
                <a:solidFill>
                  <a:schemeClr val="tx1"/>
                </a:solidFill>
                <a:latin typeface="+mn-lt"/>
                <a:ea typeface="+mn-ea"/>
                <a:cs typeface="+mn-cs"/>
              </a:defRPr>
            </a:lvl6pPr>
            <a:lvl7pPr marL="0" indent="0" algn="l" defTabSz="914367" rtl="0" eaLnBrk="1" latinLnBrk="0" hangingPunct="1">
              <a:lnSpc>
                <a:spcPct val="100000"/>
              </a:lnSpc>
              <a:spcBef>
                <a:spcPts val="392"/>
              </a:spcBef>
              <a:spcAft>
                <a:spcPts val="588"/>
              </a:spcAft>
              <a:buFont typeface="Arial" pitchFamily="34" charset="0"/>
              <a:buNone/>
              <a:defRPr sz="1200" kern="1200">
                <a:solidFill>
                  <a:schemeClr val="tx1"/>
                </a:solidFill>
                <a:latin typeface="+mn-lt"/>
                <a:ea typeface="+mn-ea"/>
                <a:cs typeface="+mn-cs"/>
              </a:defRPr>
            </a:lvl7pPr>
            <a:lvl8pPr marL="3428877"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8pPr>
            <a:lvl9pPr marL="3886061"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9pPr>
          </a:lstStyle>
          <a:p>
            <a:pPr marL="342900" indent="-342900">
              <a:buFont typeface="Arial" panose="020B0604020202020204" pitchFamily="34" charset="0"/>
              <a:buChar char="•"/>
            </a:pPr>
            <a:r>
              <a:rPr lang="en-US">
                <a:solidFill>
                  <a:srgbClr val="171717"/>
                </a:solidFill>
                <a:latin typeface="Segoe UI" panose="020B0502040204020203" pitchFamily="34" charset="0"/>
              </a:rPr>
              <a:t>Reliability</a:t>
            </a:r>
          </a:p>
          <a:p>
            <a:pPr marL="342900" indent="-342900">
              <a:buFont typeface="Arial" panose="020B0604020202020204" pitchFamily="34" charset="0"/>
              <a:buChar char="•"/>
            </a:pPr>
            <a:r>
              <a:rPr lang="en-US">
                <a:solidFill>
                  <a:srgbClr val="171717"/>
                </a:solidFill>
                <a:latin typeface="Segoe UI" panose="020B0502040204020203" pitchFamily="34" charset="0"/>
              </a:rPr>
              <a:t>Security</a:t>
            </a:r>
          </a:p>
          <a:p>
            <a:pPr marL="342900" indent="-342900">
              <a:buFont typeface="Arial" panose="020B0604020202020204" pitchFamily="34" charset="0"/>
              <a:buChar char="•"/>
            </a:pPr>
            <a:r>
              <a:rPr lang="en-US">
                <a:solidFill>
                  <a:srgbClr val="171717"/>
                </a:solidFill>
                <a:latin typeface="Segoe UI" panose="020B0502040204020203" pitchFamily="34" charset="0"/>
              </a:rPr>
              <a:t>Performance</a:t>
            </a:r>
          </a:p>
          <a:p>
            <a:pPr marL="342900" indent="-342900">
              <a:buFont typeface="Arial" panose="020B0604020202020204" pitchFamily="34" charset="0"/>
              <a:buChar char="•"/>
            </a:pPr>
            <a:r>
              <a:rPr lang="en-US">
                <a:solidFill>
                  <a:srgbClr val="171717"/>
                </a:solidFill>
                <a:latin typeface="Segoe UI" panose="020B0502040204020203" pitchFamily="34" charset="0"/>
              </a:rPr>
              <a:t>Cost</a:t>
            </a:r>
          </a:p>
          <a:p>
            <a:pPr marL="342900" indent="-342900">
              <a:buFont typeface="Arial" panose="020B0604020202020204" pitchFamily="34" charset="0"/>
              <a:buChar char="•"/>
            </a:pPr>
            <a:r>
              <a:rPr lang="en-US">
                <a:solidFill>
                  <a:srgbClr val="171717"/>
                </a:solidFill>
                <a:latin typeface="Segoe UI" panose="020B0502040204020203" pitchFamily="34" charset="0"/>
              </a:rPr>
              <a:t>Operational Excellence</a:t>
            </a:r>
            <a:endParaRPr lang="en-US"/>
          </a:p>
        </p:txBody>
      </p:sp>
      <p:pic>
        <p:nvPicPr>
          <p:cNvPr id="4" name="Graphic 3">
            <a:extLst>
              <a:ext uri="{FF2B5EF4-FFF2-40B4-BE49-F238E27FC236}">
                <a16:creationId xmlns:a16="http://schemas.microsoft.com/office/drawing/2014/main" id="{20DDA732-3832-48FC-BD76-D6B112163199}"/>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307175" y="0"/>
            <a:ext cx="1422378" cy="1422378"/>
          </a:xfrm>
          <a:prstGeom prst="rect">
            <a:avLst/>
          </a:prstGeom>
        </p:spPr>
      </p:pic>
      <p:sp>
        <p:nvSpPr>
          <p:cNvPr id="2" name="Footer Placeholder 1">
            <a:extLst>
              <a:ext uri="{FF2B5EF4-FFF2-40B4-BE49-F238E27FC236}">
                <a16:creationId xmlns:a16="http://schemas.microsoft.com/office/drawing/2014/main" id="{D214BF27-303B-4C79-A29C-4298223950B4}"/>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pic>
        <p:nvPicPr>
          <p:cNvPr id="6" name="Picture 5" descr="Screenshot of Azure Advisor showing available recommendations to increase Reliability and Security.">
            <a:extLst>
              <a:ext uri="{FF2B5EF4-FFF2-40B4-BE49-F238E27FC236}">
                <a16:creationId xmlns:a16="http://schemas.microsoft.com/office/drawing/2014/main" id="{E4DCF9A4-169E-12E5-33B4-0875BA4DEA3F}"/>
              </a:ext>
            </a:extLst>
          </p:cNvPr>
          <p:cNvPicPr>
            <a:picLocks noChangeAspect="1"/>
          </p:cNvPicPr>
          <p:nvPr/>
        </p:nvPicPr>
        <p:blipFill rotWithShape="1">
          <a:blip r:embed="rId5">
            <a:extLst>
              <a:ext uri="{28A0092B-C50C-407E-A947-70E740481C1C}">
                <a14:useLocalDpi xmlns:a14="http://schemas.microsoft.com/office/drawing/2010/main" val="0"/>
              </a:ext>
            </a:extLst>
          </a:blip>
          <a:srcRect l="18386" t="29119" r="16258" b="36091"/>
          <a:stretch/>
        </p:blipFill>
        <p:spPr>
          <a:xfrm>
            <a:off x="4778391" y="2174786"/>
            <a:ext cx="7167838" cy="2358577"/>
          </a:xfrm>
          <a:prstGeom prst="rect">
            <a:avLst/>
          </a:prstGeom>
        </p:spPr>
      </p:pic>
    </p:spTree>
    <p:extLst>
      <p:ext uri="{BB962C8B-B14F-4D97-AF65-F5344CB8AC3E}">
        <p14:creationId xmlns:p14="http://schemas.microsoft.com/office/powerpoint/2010/main" val="29686190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a:xfrm>
            <a:off x="418643" y="280697"/>
            <a:ext cx="11341268" cy="680196"/>
          </a:xfrm>
        </p:spPr>
        <p:txBody>
          <a:bodyPr/>
          <a:lstStyle/>
          <a:p>
            <a:r>
              <a:rPr lang="en-US" noProof="0" dirty="0"/>
              <a:t>Azure Service </a:t>
            </a:r>
            <a:r>
              <a:rPr lang="en-US" dirty="0"/>
              <a:t>Health</a:t>
            </a:r>
            <a:endParaRPr lang="en-US" noProof="0" dirty="0"/>
          </a:p>
        </p:txBody>
      </p:sp>
      <p:pic>
        <p:nvPicPr>
          <p:cNvPr id="1026" name="Picture 2" descr="Screenshot of the Azure Service Health UI showing a notification that storage service is temporarily down.">
            <a:extLst>
              <a:ext uri="{FF2B5EF4-FFF2-40B4-BE49-F238E27FC236}">
                <a16:creationId xmlns:a16="http://schemas.microsoft.com/office/drawing/2014/main" id="{C1FD750E-1B8D-4AA2-B122-AD194BB3824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4001" y="858928"/>
            <a:ext cx="7944492" cy="4581525"/>
          </a:xfrm>
          <a:prstGeom prst="rect">
            <a:avLst/>
          </a:prstGeom>
          <a:noFill/>
          <a:extLst>
            <a:ext uri="{909E8E84-426E-40DD-AFC4-6F175D3DCCD1}">
              <a14:hiddenFill xmlns:a14="http://schemas.microsoft.com/office/drawing/2010/main">
                <a:solidFill>
                  <a:srgbClr val="FFFFFF"/>
                </a:solidFill>
              </a14:hiddenFill>
            </a:ext>
          </a:extLst>
        </p:spPr>
      </p:pic>
      <p:sp>
        <p:nvSpPr>
          <p:cNvPr id="6" name="Text Placeholder 5"/>
          <p:cNvSpPr>
            <a:spLocks noGrp="1"/>
          </p:cNvSpPr>
          <p:nvPr>
            <p:ph sz="quarter" idx="10"/>
          </p:nvPr>
        </p:nvSpPr>
        <p:spPr>
          <a:xfrm>
            <a:off x="8305454" y="2764416"/>
            <a:ext cx="3791296" cy="2029257"/>
          </a:xfrm>
        </p:spPr>
        <p:txBody>
          <a:bodyPr/>
          <a:lstStyle/>
          <a:p>
            <a:r>
              <a:rPr lang="en-US">
                <a:latin typeface="+mn-lt"/>
              </a:rPr>
              <a:t>Evaluate the impact of Azure service issues with personalized guidance and support, notifications, and issue resolution updates.</a:t>
            </a:r>
            <a:endParaRPr lang="en-US" noProof="0">
              <a:latin typeface="+mn-lt"/>
            </a:endParaRPr>
          </a:p>
        </p:txBody>
      </p:sp>
      <p:pic>
        <p:nvPicPr>
          <p:cNvPr id="4" name="Picture 3" descr="Azure Service Health icon. ">
            <a:extLst>
              <a:ext uri="{FF2B5EF4-FFF2-40B4-BE49-F238E27FC236}">
                <a16:creationId xmlns:a16="http://schemas.microsoft.com/office/drawing/2014/main" id="{548EF610-4EC2-460A-85DE-77190BE1F209}"/>
              </a:ext>
              <a:ext uri="{C183D7F6-B498-43B3-948B-1728B52AA6E4}">
                <adec:decorative xmlns:adec="http://schemas.microsoft.com/office/drawing/2017/decorative" val="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098881" y="1296653"/>
            <a:ext cx="1438967" cy="1291800"/>
          </a:xfrm>
          <a:prstGeom prst="rect">
            <a:avLst/>
          </a:prstGeom>
        </p:spPr>
      </p:pic>
    </p:spTree>
    <p:extLst>
      <p:ext uri="{BB962C8B-B14F-4D97-AF65-F5344CB8AC3E}">
        <p14:creationId xmlns:p14="http://schemas.microsoft.com/office/powerpoint/2010/main" val="5223402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a:xfrm>
            <a:off x="418643" y="262935"/>
            <a:ext cx="11341268" cy="680196"/>
          </a:xfrm>
        </p:spPr>
        <p:txBody>
          <a:bodyPr/>
          <a:lstStyle/>
          <a:p>
            <a:r>
              <a:rPr lang="en-US" noProof="0" dirty="0"/>
              <a:t>Azure Service </a:t>
            </a:r>
            <a:r>
              <a:rPr lang="en-US" dirty="0"/>
              <a:t>Health </a:t>
            </a:r>
            <a:r>
              <a:rPr lang="en-US" sz="1800" dirty="0"/>
              <a:t>(continued)</a:t>
            </a:r>
            <a:endParaRPr lang="en-US" sz="1800" noProof="0" dirty="0"/>
          </a:p>
        </p:txBody>
      </p:sp>
      <p:sp>
        <p:nvSpPr>
          <p:cNvPr id="5" name="Content Placeholder 4">
            <a:extLst>
              <a:ext uri="{FF2B5EF4-FFF2-40B4-BE49-F238E27FC236}">
                <a16:creationId xmlns:a16="http://schemas.microsoft.com/office/drawing/2014/main" id="{73383DDD-C51A-44C9-85B2-777B81897618}"/>
              </a:ext>
            </a:extLst>
          </p:cNvPr>
          <p:cNvSpPr>
            <a:spLocks noGrp="1"/>
          </p:cNvSpPr>
          <p:nvPr>
            <p:ph sz="quarter" idx="10"/>
          </p:nvPr>
        </p:nvSpPr>
        <p:spPr>
          <a:xfrm>
            <a:off x="418643" y="1114134"/>
            <a:ext cx="11340811" cy="923330"/>
          </a:xfrm>
        </p:spPr>
        <p:txBody>
          <a:bodyPr/>
          <a:lstStyle/>
          <a:p>
            <a:r>
              <a:rPr lang="en-US" b="1"/>
              <a:t>Azure Service Health</a:t>
            </a:r>
            <a:r>
              <a:rPr lang="en-US"/>
              <a:t> provides a personalized view of the health of Azure services and the regions being used.</a:t>
            </a:r>
            <a:endParaRPr lang="en-US" b="1"/>
          </a:p>
        </p:txBody>
      </p:sp>
      <p:sp>
        <p:nvSpPr>
          <p:cNvPr id="10" name="Text Placeholder 2">
            <a:extLst>
              <a:ext uri="{FF2B5EF4-FFF2-40B4-BE49-F238E27FC236}">
                <a16:creationId xmlns:a16="http://schemas.microsoft.com/office/drawing/2014/main" id="{E6AA95A4-F6B2-4057-B42C-3ABE13E45E59}"/>
              </a:ext>
            </a:extLst>
          </p:cNvPr>
          <p:cNvSpPr txBox="1">
            <a:spLocks/>
          </p:cNvSpPr>
          <p:nvPr/>
        </p:nvSpPr>
        <p:spPr>
          <a:xfrm>
            <a:off x="992653" y="2037464"/>
            <a:ext cx="5457426" cy="1549142"/>
          </a:xfrm>
          <a:prstGeom prst="rect">
            <a:avLst/>
          </a:prstGeom>
        </p:spPr>
        <p:txBody>
          <a:bodyPr vert="horz" wrap="square" lIns="0" tIns="91440" rIns="146304" bIns="91440" rtlCol="0">
            <a:spAutoFit/>
          </a:bodyPr>
          <a:lstStyle>
            <a:lvl1pPr marL="0" marR="0" indent="0" algn="l" defTabSz="914367" rtl="0" eaLnBrk="1" fontAlgn="auto" latinLnBrk="0" hangingPunct="1">
              <a:lnSpc>
                <a:spcPct val="100000"/>
              </a:lnSpc>
              <a:spcBef>
                <a:spcPts val="392"/>
              </a:spcBef>
              <a:spcAft>
                <a:spcPts val="588"/>
              </a:spcAft>
              <a:buClrTx/>
              <a:buSzPct val="90000"/>
              <a:buFont typeface="Wingdings" panose="05000000000000000000" pitchFamily="2" charset="2"/>
              <a:buNone/>
              <a:tabLst/>
              <a:defRPr sz="2400" kern="1200" spc="-49" baseline="0">
                <a:solidFill>
                  <a:srgbClr val="000000"/>
                </a:solidFill>
                <a:latin typeface="+mn-lt"/>
                <a:ea typeface="+mn-ea"/>
                <a:cs typeface="+mn-cs"/>
              </a:defRPr>
            </a:lvl1pPr>
            <a:lvl2pPr marL="0" marR="0" indent="0" algn="l" defTabSz="914367" rtl="0" eaLnBrk="1" fontAlgn="auto" latinLnBrk="0" hangingPunct="1">
              <a:lnSpc>
                <a:spcPct val="100000"/>
              </a:lnSpc>
              <a:spcBef>
                <a:spcPts val="392"/>
              </a:spcBef>
              <a:spcAft>
                <a:spcPts val="588"/>
              </a:spcAft>
              <a:buClrTx/>
              <a:buSzPct val="90000"/>
              <a:buFontTx/>
              <a:buNone/>
              <a:tabLst/>
              <a:defRPr sz="2400" kern="1200" spc="0" baseline="0">
                <a:solidFill>
                  <a:schemeClr val="tx1"/>
                </a:solidFill>
                <a:latin typeface="+mn-lt"/>
                <a:ea typeface="+mn-ea"/>
                <a:cs typeface="+mn-cs"/>
              </a:defRPr>
            </a:lvl2pPr>
            <a:lvl3pPr marL="0" marR="0" indent="0" algn="l" defTabSz="914367" rtl="0" eaLnBrk="1" fontAlgn="auto" latinLnBrk="0" hangingPunct="1">
              <a:lnSpc>
                <a:spcPct val="100000"/>
              </a:lnSpc>
              <a:spcBef>
                <a:spcPts val="392"/>
              </a:spcBef>
              <a:spcAft>
                <a:spcPts val="588"/>
              </a:spcAft>
              <a:buClrTx/>
              <a:buSzPct val="90000"/>
              <a:buFont typeface="Wingdings" panose="05000000000000000000" pitchFamily="2" charset="2"/>
              <a:buNone/>
              <a:tabLst/>
              <a:defRPr sz="2400" kern="1200" spc="0" baseline="0">
                <a:solidFill>
                  <a:schemeClr val="tx1"/>
                </a:solidFill>
                <a:latin typeface="+mn-lt"/>
                <a:ea typeface="+mn-ea"/>
                <a:cs typeface="+mn-cs"/>
              </a:defRPr>
            </a:lvl3pPr>
            <a:lvl4pPr marL="0" marR="0" indent="0" algn="l" defTabSz="914367" rtl="0" eaLnBrk="1" fontAlgn="auto" latinLnBrk="0" hangingPunct="1">
              <a:lnSpc>
                <a:spcPct val="100000"/>
              </a:lnSpc>
              <a:spcBef>
                <a:spcPts val="392"/>
              </a:spcBef>
              <a:spcAft>
                <a:spcPts val="588"/>
              </a:spcAft>
              <a:buClrTx/>
              <a:buSzPct val="90000"/>
              <a:buFont typeface="Wingdings" panose="05000000000000000000" pitchFamily="2" charset="2"/>
              <a:buNone/>
              <a:tabLst/>
              <a:defRPr sz="2400" kern="1200" spc="0" baseline="0">
                <a:solidFill>
                  <a:schemeClr val="tx1"/>
                </a:solidFill>
                <a:latin typeface="+mn-lt"/>
                <a:ea typeface="+mn-ea"/>
                <a:cs typeface="+mn-cs"/>
              </a:defRPr>
            </a:lvl4pPr>
            <a:lvl5pPr marL="0" marR="0" indent="0" algn="l" defTabSz="914367" rtl="0" eaLnBrk="1" fontAlgn="auto" latinLnBrk="0" hangingPunct="1">
              <a:lnSpc>
                <a:spcPct val="100000"/>
              </a:lnSpc>
              <a:spcBef>
                <a:spcPts val="392"/>
              </a:spcBef>
              <a:spcAft>
                <a:spcPts val="588"/>
              </a:spcAft>
              <a:buClrTx/>
              <a:buSzPct val="90000"/>
              <a:buFont typeface="Wingdings" panose="05000000000000000000" pitchFamily="2" charset="2"/>
              <a:buNone/>
              <a:tabLst/>
              <a:defRPr sz="2400" b="0" kern="1200" spc="0" baseline="0">
                <a:solidFill>
                  <a:schemeClr val="tx1"/>
                </a:solidFill>
                <a:latin typeface="+mn-lt"/>
                <a:ea typeface="+mn-ea"/>
                <a:cs typeface="+mn-cs"/>
              </a:defRPr>
            </a:lvl5pPr>
            <a:lvl6pPr marL="2285916" indent="0" algn="l" defTabSz="914367" rtl="0" eaLnBrk="1" latinLnBrk="0" hangingPunct="1">
              <a:spcBef>
                <a:spcPct val="20000"/>
              </a:spcBef>
              <a:buFont typeface="Arial" pitchFamily="34" charset="0"/>
              <a:buNone/>
              <a:defRPr sz="1961" kern="1200">
                <a:solidFill>
                  <a:schemeClr val="tx1"/>
                </a:solidFill>
                <a:latin typeface="+mn-lt"/>
                <a:ea typeface="+mn-ea"/>
                <a:cs typeface="+mn-cs"/>
              </a:defRPr>
            </a:lvl6pPr>
            <a:lvl7pPr marL="0" indent="0" algn="l" defTabSz="914367" rtl="0" eaLnBrk="1" latinLnBrk="0" hangingPunct="1">
              <a:lnSpc>
                <a:spcPct val="100000"/>
              </a:lnSpc>
              <a:spcBef>
                <a:spcPts val="392"/>
              </a:spcBef>
              <a:spcAft>
                <a:spcPts val="588"/>
              </a:spcAft>
              <a:buFont typeface="Arial" pitchFamily="34" charset="0"/>
              <a:buNone/>
              <a:defRPr sz="1200" kern="1200">
                <a:solidFill>
                  <a:schemeClr val="tx1"/>
                </a:solidFill>
                <a:latin typeface="+mn-lt"/>
                <a:ea typeface="+mn-ea"/>
                <a:cs typeface="+mn-cs"/>
              </a:defRPr>
            </a:lvl7pPr>
            <a:lvl8pPr marL="3428877"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8pPr>
            <a:lvl9pPr marL="3886061"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9pPr>
          </a:lstStyle>
          <a:p>
            <a:pPr marL="342900" indent="-342900">
              <a:buFont typeface="Arial" panose="020B0604020202020204" pitchFamily="34" charset="0"/>
              <a:buChar char="•"/>
            </a:pPr>
            <a:r>
              <a:rPr lang="en-US">
                <a:solidFill>
                  <a:srgbClr val="171717"/>
                </a:solidFill>
                <a:latin typeface="Segoe UI" panose="020B0502040204020203" pitchFamily="34" charset="0"/>
              </a:rPr>
              <a:t>Communication regarding outages</a:t>
            </a:r>
          </a:p>
          <a:p>
            <a:pPr marL="342900" indent="-342900">
              <a:buFont typeface="Arial" panose="020B0604020202020204" pitchFamily="34" charset="0"/>
              <a:buChar char="•"/>
            </a:pPr>
            <a:r>
              <a:rPr lang="en-US">
                <a:solidFill>
                  <a:srgbClr val="171717"/>
                </a:solidFill>
                <a:latin typeface="Segoe UI" panose="020B0502040204020203" pitchFamily="34" charset="0"/>
              </a:rPr>
              <a:t>Planned maintenance</a:t>
            </a:r>
          </a:p>
          <a:p>
            <a:pPr marL="342900" indent="-342900">
              <a:buFont typeface="Arial" panose="020B0604020202020204" pitchFamily="34" charset="0"/>
              <a:buChar char="•"/>
            </a:pPr>
            <a:r>
              <a:rPr lang="en-US">
                <a:solidFill>
                  <a:srgbClr val="171717"/>
                </a:solidFill>
                <a:latin typeface="Segoe UI" panose="020B0502040204020203" pitchFamily="34" charset="0"/>
              </a:rPr>
              <a:t>Other health advisories</a:t>
            </a:r>
            <a:endParaRPr lang="en-US"/>
          </a:p>
        </p:txBody>
      </p:sp>
      <p:pic>
        <p:nvPicPr>
          <p:cNvPr id="15" name="Picture 14" descr="Sample Azure Service Health message describe where and outage occurred and information about its duration.">
            <a:extLst>
              <a:ext uri="{FF2B5EF4-FFF2-40B4-BE49-F238E27FC236}">
                <a16:creationId xmlns:a16="http://schemas.microsoft.com/office/drawing/2014/main" id="{7ADEE659-983F-482C-A86F-47D5B658221B}"/>
              </a:ext>
            </a:extLst>
          </p:cNvPr>
          <p:cNvPicPr>
            <a:picLocks noChangeAspect="1"/>
          </p:cNvPicPr>
          <p:nvPr/>
        </p:nvPicPr>
        <p:blipFill>
          <a:blip r:embed="rId3"/>
          <a:stretch>
            <a:fillRect/>
          </a:stretch>
        </p:blipFill>
        <p:spPr>
          <a:xfrm>
            <a:off x="6029325" y="1713075"/>
            <a:ext cx="6035589" cy="3747062"/>
          </a:xfrm>
          <a:prstGeom prst="rect">
            <a:avLst/>
          </a:prstGeom>
          <a:ln>
            <a:solidFill>
              <a:schemeClr val="tx1"/>
            </a:solidFill>
          </a:ln>
        </p:spPr>
      </p:pic>
    </p:spTree>
    <p:extLst>
      <p:ext uri="{BB962C8B-B14F-4D97-AF65-F5344CB8AC3E}">
        <p14:creationId xmlns:p14="http://schemas.microsoft.com/office/powerpoint/2010/main" val="36273172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p:txBody>
          <a:bodyPr/>
          <a:lstStyle/>
          <a:p>
            <a:r>
              <a:rPr lang="en-US" noProof="0"/>
              <a:t>Azure Monitor</a:t>
            </a:r>
          </a:p>
        </p:txBody>
      </p:sp>
      <p:sp>
        <p:nvSpPr>
          <p:cNvPr id="2" name="Content Placeholder 1">
            <a:extLst>
              <a:ext uri="{FF2B5EF4-FFF2-40B4-BE49-F238E27FC236}">
                <a16:creationId xmlns:a16="http://schemas.microsoft.com/office/drawing/2014/main" id="{B651D040-F18F-4BC8-B269-1B007C84FF33}"/>
              </a:ext>
            </a:extLst>
          </p:cNvPr>
          <p:cNvSpPr>
            <a:spLocks noGrp="1"/>
          </p:cNvSpPr>
          <p:nvPr>
            <p:ph sz="quarter" idx="10"/>
          </p:nvPr>
        </p:nvSpPr>
        <p:spPr>
          <a:xfrm>
            <a:off x="418643" y="1291692"/>
            <a:ext cx="11340811" cy="1292662"/>
          </a:xfrm>
        </p:spPr>
        <p:txBody>
          <a:bodyPr vert="horz" wrap="square" lIns="0" tIns="91440" rIns="146304" bIns="91440" rtlCol="0" anchor="t">
            <a:spAutoFit/>
          </a:bodyPr>
          <a:lstStyle/>
          <a:p>
            <a:r>
              <a:rPr lang="en-IE" b="1"/>
              <a:t>Azure Monitor </a:t>
            </a:r>
            <a:r>
              <a:rPr lang="en-US" b="0" i="0">
                <a:solidFill>
                  <a:srgbClr val="171717"/>
                </a:solidFill>
                <a:effectLst/>
                <a:latin typeface="Segoe UI"/>
                <a:cs typeface="Segoe UI"/>
              </a:rPr>
              <a:t>maximizes the availability and performance of applications and services by collecting, analyzing, and acting on telemetry from cloud and on-premises environments.</a:t>
            </a:r>
            <a:r>
              <a:rPr lang="en-US">
                <a:solidFill>
                  <a:srgbClr val="171717"/>
                </a:solidFill>
                <a:latin typeface="Segoe UI"/>
                <a:cs typeface="Segoe UI"/>
              </a:rPr>
              <a:t> </a:t>
            </a:r>
            <a:endParaRPr lang="en-US" b="0" i="0">
              <a:solidFill>
                <a:srgbClr val="171717"/>
              </a:solidFill>
              <a:effectLst/>
              <a:latin typeface="Segoe UI"/>
              <a:cs typeface="Segoe UI"/>
            </a:endParaRPr>
          </a:p>
        </p:txBody>
      </p:sp>
      <p:sp>
        <p:nvSpPr>
          <p:cNvPr id="6" name="Text Placeholder 2">
            <a:extLst>
              <a:ext uri="{FF2B5EF4-FFF2-40B4-BE49-F238E27FC236}">
                <a16:creationId xmlns:a16="http://schemas.microsoft.com/office/drawing/2014/main" id="{8663E32C-DF10-4033-BCA2-825E74F48432}"/>
              </a:ext>
            </a:extLst>
          </p:cNvPr>
          <p:cNvSpPr txBox="1">
            <a:spLocks/>
          </p:cNvSpPr>
          <p:nvPr/>
        </p:nvSpPr>
        <p:spPr>
          <a:xfrm>
            <a:off x="1074785" y="2582983"/>
            <a:ext cx="4428041" cy="2544286"/>
          </a:xfrm>
          <a:prstGeom prst="rect">
            <a:avLst/>
          </a:prstGeom>
        </p:spPr>
        <p:txBody>
          <a:bodyPr vert="horz" wrap="square" lIns="0" tIns="91440" rIns="146304" bIns="91440" rtlCol="0">
            <a:spAutoFit/>
          </a:bodyPr>
          <a:lstStyle>
            <a:lvl1pPr marL="0" marR="0" indent="0" algn="l" defTabSz="914367" rtl="0" eaLnBrk="1" fontAlgn="auto" latinLnBrk="0" hangingPunct="1">
              <a:lnSpc>
                <a:spcPct val="100000"/>
              </a:lnSpc>
              <a:spcBef>
                <a:spcPts val="392"/>
              </a:spcBef>
              <a:spcAft>
                <a:spcPts val="588"/>
              </a:spcAft>
              <a:buClrTx/>
              <a:buSzPct val="90000"/>
              <a:buFont typeface="Wingdings" panose="05000000000000000000" pitchFamily="2" charset="2"/>
              <a:buNone/>
              <a:tabLst/>
              <a:defRPr sz="2400" kern="1200" spc="-49" baseline="0">
                <a:solidFill>
                  <a:srgbClr val="000000"/>
                </a:solidFill>
                <a:latin typeface="+mn-lt"/>
                <a:ea typeface="+mn-ea"/>
                <a:cs typeface="+mn-cs"/>
              </a:defRPr>
            </a:lvl1pPr>
            <a:lvl2pPr marL="0" marR="0" indent="0" algn="l" defTabSz="914367" rtl="0" eaLnBrk="1" fontAlgn="auto" latinLnBrk="0" hangingPunct="1">
              <a:lnSpc>
                <a:spcPct val="100000"/>
              </a:lnSpc>
              <a:spcBef>
                <a:spcPts val="392"/>
              </a:spcBef>
              <a:spcAft>
                <a:spcPts val="588"/>
              </a:spcAft>
              <a:buClrTx/>
              <a:buSzPct val="90000"/>
              <a:buFontTx/>
              <a:buNone/>
              <a:tabLst/>
              <a:defRPr sz="2400" kern="1200" spc="0" baseline="0">
                <a:solidFill>
                  <a:schemeClr val="tx1"/>
                </a:solidFill>
                <a:latin typeface="+mn-lt"/>
                <a:ea typeface="+mn-ea"/>
                <a:cs typeface="+mn-cs"/>
              </a:defRPr>
            </a:lvl2pPr>
            <a:lvl3pPr marL="0" marR="0" indent="0" algn="l" defTabSz="914367" rtl="0" eaLnBrk="1" fontAlgn="auto" latinLnBrk="0" hangingPunct="1">
              <a:lnSpc>
                <a:spcPct val="100000"/>
              </a:lnSpc>
              <a:spcBef>
                <a:spcPts val="392"/>
              </a:spcBef>
              <a:spcAft>
                <a:spcPts val="588"/>
              </a:spcAft>
              <a:buClrTx/>
              <a:buSzPct val="90000"/>
              <a:buFont typeface="Wingdings" panose="05000000000000000000" pitchFamily="2" charset="2"/>
              <a:buNone/>
              <a:tabLst/>
              <a:defRPr sz="2400" kern="1200" spc="0" baseline="0">
                <a:solidFill>
                  <a:schemeClr val="tx1"/>
                </a:solidFill>
                <a:latin typeface="+mn-lt"/>
                <a:ea typeface="+mn-ea"/>
                <a:cs typeface="+mn-cs"/>
              </a:defRPr>
            </a:lvl3pPr>
            <a:lvl4pPr marL="0" marR="0" indent="0" algn="l" defTabSz="914367" rtl="0" eaLnBrk="1" fontAlgn="auto" latinLnBrk="0" hangingPunct="1">
              <a:lnSpc>
                <a:spcPct val="100000"/>
              </a:lnSpc>
              <a:spcBef>
                <a:spcPts val="392"/>
              </a:spcBef>
              <a:spcAft>
                <a:spcPts val="588"/>
              </a:spcAft>
              <a:buClrTx/>
              <a:buSzPct val="90000"/>
              <a:buFont typeface="Wingdings" panose="05000000000000000000" pitchFamily="2" charset="2"/>
              <a:buNone/>
              <a:tabLst/>
              <a:defRPr sz="2400" kern="1200" spc="0" baseline="0">
                <a:solidFill>
                  <a:schemeClr val="tx1"/>
                </a:solidFill>
                <a:latin typeface="+mn-lt"/>
                <a:ea typeface="+mn-ea"/>
                <a:cs typeface="+mn-cs"/>
              </a:defRPr>
            </a:lvl4pPr>
            <a:lvl5pPr marL="0" marR="0" indent="0" algn="l" defTabSz="914367" rtl="0" eaLnBrk="1" fontAlgn="auto" latinLnBrk="0" hangingPunct="1">
              <a:lnSpc>
                <a:spcPct val="100000"/>
              </a:lnSpc>
              <a:spcBef>
                <a:spcPts val="392"/>
              </a:spcBef>
              <a:spcAft>
                <a:spcPts val="588"/>
              </a:spcAft>
              <a:buClrTx/>
              <a:buSzPct val="90000"/>
              <a:buFont typeface="Wingdings" panose="05000000000000000000" pitchFamily="2" charset="2"/>
              <a:buNone/>
              <a:tabLst/>
              <a:defRPr sz="2400" b="0" kern="1200" spc="0" baseline="0">
                <a:solidFill>
                  <a:schemeClr val="tx1"/>
                </a:solidFill>
                <a:latin typeface="+mn-lt"/>
                <a:ea typeface="+mn-ea"/>
                <a:cs typeface="+mn-cs"/>
              </a:defRPr>
            </a:lvl5pPr>
            <a:lvl6pPr marL="2285916" indent="0" algn="l" defTabSz="914367" rtl="0" eaLnBrk="1" latinLnBrk="0" hangingPunct="1">
              <a:spcBef>
                <a:spcPct val="20000"/>
              </a:spcBef>
              <a:buFont typeface="Arial" pitchFamily="34" charset="0"/>
              <a:buNone/>
              <a:defRPr sz="1961" kern="1200">
                <a:solidFill>
                  <a:schemeClr val="tx1"/>
                </a:solidFill>
                <a:latin typeface="+mn-lt"/>
                <a:ea typeface="+mn-ea"/>
                <a:cs typeface="+mn-cs"/>
              </a:defRPr>
            </a:lvl6pPr>
            <a:lvl7pPr marL="0" indent="0" algn="l" defTabSz="914367" rtl="0" eaLnBrk="1" latinLnBrk="0" hangingPunct="1">
              <a:lnSpc>
                <a:spcPct val="100000"/>
              </a:lnSpc>
              <a:spcBef>
                <a:spcPts val="392"/>
              </a:spcBef>
              <a:spcAft>
                <a:spcPts val="588"/>
              </a:spcAft>
              <a:buFont typeface="Arial" pitchFamily="34" charset="0"/>
              <a:buNone/>
              <a:defRPr sz="1200" kern="1200">
                <a:solidFill>
                  <a:schemeClr val="tx1"/>
                </a:solidFill>
                <a:latin typeface="+mn-lt"/>
                <a:ea typeface="+mn-ea"/>
                <a:cs typeface="+mn-cs"/>
              </a:defRPr>
            </a:lvl7pPr>
            <a:lvl8pPr marL="3428877"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8pPr>
            <a:lvl9pPr marL="3886061"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9pPr>
          </a:lstStyle>
          <a:p>
            <a:pPr marL="342900" indent="-342900">
              <a:buFont typeface="Arial" panose="020B0604020202020204" pitchFamily="34" charset="0"/>
              <a:buChar char="•"/>
            </a:pPr>
            <a:r>
              <a:rPr lang="en-US">
                <a:solidFill>
                  <a:srgbClr val="171717"/>
                </a:solidFill>
                <a:latin typeface="Segoe UI" panose="020B0502040204020203" pitchFamily="34" charset="0"/>
              </a:rPr>
              <a:t>Application Insights</a:t>
            </a:r>
          </a:p>
          <a:p>
            <a:pPr marL="342900" indent="-342900">
              <a:buFont typeface="Arial" panose="020B0604020202020204" pitchFamily="34" charset="0"/>
              <a:buChar char="•"/>
            </a:pPr>
            <a:r>
              <a:rPr lang="en-US">
                <a:solidFill>
                  <a:srgbClr val="171717"/>
                </a:solidFill>
                <a:latin typeface="Segoe UI" panose="020B0502040204020203" pitchFamily="34" charset="0"/>
              </a:rPr>
              <a:t>Log Analytics</a:t>
            </a:r>
          </a:p>
          <a:p>
            <a:pPr marL="342900" indent="-342900">
              <a:buFont typeface="Arial" panose="020B0604020202020204" pitchFamily="34" charset="0"/>
              <a:buChar char="•"/>
            </a:pPr>
            <a:r>
              <a:rPr lang="en-US">
                <a:solidFill>
                  <a:srgbClr val="171717"/>
                </a:solidFill>
                <a:latin typeface="Segoe UI" panose="020B0502040204020203" pitchFamily="34" charset="0"/>
              </a:rPr>
              <a:t>Smart Alerts</a:t>
            </a:r>
          </a:p>
          <a:p>
            <a:pPr marL="342900" indent="-342900">
              <a:buFont typeface="Arial" panose="020B0604020202020204" pitchFamily="34" charset="0"/>
              <a:buChar char="•"/>
            </a:pPr>
            <a:r>
              <a:rPr lang="en-US">
                <a:solidFill>
                  <a:srgbClr val="171717"/>
                </a:solidFill>
                <a:latin typeface="Segoe UI" panose="020B0502040204020203" pitchFamily="34" charset="0"/>
              </a:rPr>
              <a:t>Automation Actions</a:t>
            </a:r>
          </a:p>
          <a:p>
            <a:pPr marL="342900" indent="-342900">
              <a:buFont typeface="Arial" panose="020B0604020202020204" pitchFamily="34" charset="0"/>
              <a:buChar char="•"/>
            </a:pPr>
            <a:r>
              <a:rPr lang="en-US">
                <a:solidFill>
                  <a:srgbClr val="171717"/>
                </a:solidFill>
                <a:latin typeface="Segoe UI" panose="020B0502040204020203" pitchFamily="34" charset="0"/>
              </a:rPr>
              <a:t>Customized Dashboards</a:t>
            </a:r>
            <a:endParaRPr lang="en-US"/>
          </a:p>
        </p:txBody>
      </p:sp>
      <p:pic>
        <p:nvPicPr>
          <p:cNvPr id="9" name="Graphic 8">
            <a:extLst>
              <a:ext uri="{FF2B5EF4-FFF2-40B4-BE49-F238E27FC236}">
                <a16:creationId xmlns:a16="http://schemas.microsoft.com/office/drawing/2014/main" id="{99E5DF5D-DA24-4B0D-9466-AE576BD76C66}"/>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223065" y="2582983"/>
            <a:ext cx="2816149" cy="2816149"/>
          </a:xfrm>
          <a:prstGeom prst="rect">
            <a:avLst/>
          </a:prstGeom>
        </p:spPr>
      </p:pic>
    </p:spTree>
    <p:extLst>
      <p:ext uri="{BB962C8B-B14F-4D97-AF65-F5344CB8AC3E}">
        <p14:creationId xmlns:p14="http://schemas.microsoft.com/office/powerpoint/2010/main" val="14274416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WHITE TEMPLATE">
  <a:themeElements>
    <a:clrScheme name="ST_Illustration_White_Blue">
      <a:dk1>
        <a:srgbClr val="1A1A1A"/>
      </a:dk1>
      <a:lt1>
        <a:srgbClr val="FFFFFF"/>
      </a:lt1>
      <a:dk2>
        <a:srgbClr val="0D0D0D"/>
      </a:dk2>
      <a:lt2>
        <a:srgbClr val="D2D2D2"/>
      </a:lt2>
      <a:accent1>
        <a:srgbClr val="0078D4"/>
      </a:accent1>
      <a:accent2>
        <a:srgbClr val="002050"/>
      </a:accent2>
      <a:accent3>
        <a:srgbClr val="107C10"/>
      </a:accent3>
      <a:accent4>
        <a:srgbClr val="D73B01"/>
      </a:accent4>
      <a:accent5>
        <a:srgbClr val="737373"/>
      </a:accent5>
      <a:accent6>
        <a:srgbClr val="E6E6E6"/>
      </a:accent6>
      <a:hlink>
        <a:srgbClr val="0078D4"/>
      </a:hlink>
      <a:folHlink>
        <a:srgbClr val="0078D4"/>
      </a:folHlink>
    </a:clrScheme>
    <a:fontScheme name="Segoe UI Semibold - Segoe UI">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smtClean="0">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16-9_Illustration_2018_Cloud_011.potx" id="{762B47AA-A827-4F63-8EDD-1F6B4767BB62}" vid="{53DB83EF-4F78-4F48-A301-01610C79C1EF}"/>
    </a:ext>
  </a:extLst>
</a:theme>
</file>

<file path=ppt/theme/theme2.xml><?xml version="1.0" encoding="utf-8"?>
<a:theme xmlns:a="http://schemas.openxmlformats.org/drawingml/2006/main" name="Microsoft Power Platform Template">
  <a:themeElements>
    <a:clrScheme name="Azure">
      <a:dk1>
        <a:srgbClr val="000000"/>
      </a:dk1>
      <a:lt1>
        <a:srgbClr val="FFFFFF"/>
      </a:lt1>
      <a:dk2>
        <a:srgbClr val="0078D4"/>
      </a:dk2>
      <a:lt2>
        <a:srgbClr val="FFFFFF"/>
      </a:lt2>
      <a:accent1>
        <a:srgbClr val="243A5E"/>
      </a:accent1>
      <a:accent2>
        <a:srgbClr val="75757A"/>
      </a:accent2>
      <a:accent3>
        <a:srgbClr val="000041"/>
      </a:accent3>
      <a:accent4>
        <a:srgbClr val="0078D4"/>
      </a:accent4>
      <a:accent5>
        <a:srgbClr val="50E6FF"/>
      </a:accent5>
      <a:accent6>
        <a:srgbClr val="EBEBEB"/>
      </a:accent6>
      <a:hlink>
        <a:srgbClr val="0078D4"/>
      </a:hlink>
      <a:folHlink>
        <a:srgbClr val="0078D4"/>
      </a:folHlink>
    </a:clrScheme>
    <a:fontScheme name="Dynamics 365">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defTabSz="932472" fontAlgn="base">
          <a:lnSpc>
            <a:spcPct val="90000"/>
          </a:lnSpc>
          <a:spcBef>
            <a:spcPct val="0"/>
          </a:spcBef>
          <a:spcAft>
            <a:spcPct val="0"/>
          </a:spcAft>
          <a:defRPr sz="2400" dirty="0" err="1" smtClean="0">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182880" tIns="146304" rIns="182880" bIns="146304" rtlCol="0">
        <a:spAutoFit/>
      </a:bodyPr>
      <a:lstStyle>
        <a:defPPr>
          <a:lnSpc>
            <a:spcPct val="90000"/>
          </a:lnSpc>
          <a:spcAft>
            <a:spcPts val="600"/>
          </a:spcAft>
          <a:defRPr sz="24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ATT_Azure_PowerPoint_Template_Dec19" id="{4D812253-AE16-49B7-9E8B-E155C396F1B1}" vid="{CDFF03D5-E879-4992-95FD-25D14F5B9F5C}"/>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A5B7356A06F744439C0CE932EEB009F5" ma:contentTypeVersion="6" ma:contentTypeDescription="Create a new document." ma:contentTypeScope="" ma:versionID="d10da16756ea923870ae2deb524579bc">
  <xsd:schema xmlns:xsd="http://www.w3.org/2001/XMLSchema" xmlns:xs="http://www.w3.org/2001/XMLSchema" xmlns:p="http://schemas.microsoft.com/office/2006/metadata/properties" xmlns:ns2="6656ffad-92b0-4efb-bc78-5d5af2c7fd93" xmlns:ns3="e7cc3f53-dbdf-4ffb-90f1-33d3d1806439" targetNamespace="http://schemas.microsoft.com/office/2006/metadata/properties" ma:root="true" ma:fieldsID="b6b9ea322e60814eb61348a7c2360d68" ns2:_="" ns3:_="">
    <xsd:import namespace="6656ffad-92b0-4efb-bc78-5d5af2c7fd93"/>
    <xsd:import namespace="e7cc3f53-dbdf-4ffb-90f1-33d3d1806439"/>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AutoKeyPoints" minOccurs="0"/>
                <xsd:element ref="ns2: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656ffad-92b0-4efb-bc78-5d5af2c7fd9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e7cc3f53-dbdf-4ffb-90f1-33d3d1806439"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51892BFB-6BCD-4C56-B521-8DDA525D4904}">
  <ds:schemaRefs>
    <ds:schemaRef ds:uri="6656ffad-92b0-4efb-bc78-5d5af2c7fd93"/>
    <ds:schemaRef ds:uri="e7cc3f53-dbdf-4ffb-90f1-33d3d1806439"/>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F0826445-6CBB-47B5-8644-CB908B7CDCFF}">
  <ds:schemaRefs>
    <ds:schemaRef ds:uri="http://purl.org/dc/dcmitype/"/>
    <ds:schemaRef ds:uri="http://schemas.microsoft.com/office/2006/metadata/properties"/>
    <ds:schemaRef ds:uri="6656ffad-92b0-4efb-bc78-5d5af2c7fd93"/>
    <ds:schemaRef ds:uri="http://purl.org/dc/elements/1.1/"/>
    <ds:schemaRef ds:uri="http://www.w3.org/XML/1998/namespace"/>
    <ds:schemaRef ds:uri="http://schemas.microsoft.com/office/infopath/2007/PartnerControls"/>
    <ds:schemaRef ds:uri="http://schemas.microsoft.com/office/2006/documentManagement/types"/>
    <ds:schemaRef ds:uri="http://schemas.openxmlformats.org/package/2006/metadata/core-properties"/>
    <ds:schemaRef ds:uri="e7cc3f53-dbdf-4ffb-90f1-33d3d1806439"/>
    <ds:schemaRef ds:uri="http://purl.org/dc/terms/"/>
  </ds:schemaRefs>
</ds:datastoreItem>
</file>

<file path=customXml/itemProps3.xml><?xml version="1.0" encoding="utf-8"?>
<ds:datastoreItem xmlns:ds="http://schemas.openxmlformats.org/officeDocument/2006/customXml" ds:itemID="{1970FC99-0298-496A-B2C0-591169155DD4}">
  <ds:schemaRefs>
    <ds:schemaRef ds:uri="http://schemas.microsoft.com/sharepoint/v3/contenttype/forms"/>
  </ds:schemaRefs>
</ds:datastoreItem>
</file>

<file path=docMetadata/LabelInfo.xml><?xml version="1.0" encoding="utf-8"?>
<clbl:labelList xmlns:clbl="http://schemas.microsoft.com/office/2020/mipLabelMetadata">
  <clbl:label id="{f42aa342-8706-4288-bd11-ebb85995028c}" enabled="1" method="Standard" siteId="{72f988bf-86f1-41af-91ab-2d7cd011db47}" contentBits="0" removed="0"/>
</clbl:labelList>
</file>

<file path=docProps/app.xml><?xml version="1.0" encoding="utf-8"?>
<Properties xmlns="http://schemas.openxmlformats.org/officeDocument/2006/extended-properties" xmlns:vt="http://schemas.openxmlformats.org/officeDocument/2006/docPropsVTypes">
  <TotalTime>436</TotalTime>
  <Words>3569</Words>
  <Application>Microsoft Office PowerPoint</Application>
  <PresentationFormat>Widescreen</PresentationFormat>
  <Paragraphs>388</Paragraphs>
  <Slides>31</Slides>
  <Notes>29</Notes>
  <HiddenSlides>0</HiddenSlides>
  <MMClips>0</MMClips>
  <ScaleCrop>false</ScaleCrop>
  <HeadingPairs>
    <vt:vector size="6" baseType="variant">
      <vt:variant>
        <vt:lpstr>Fonts Used</vt:lpstr>
      </vt:variant>
      <vt:variant>
        <vt:i4>8</vt:i4>
      </vt:variant>
      <vt:variant>
        <vt:lpstr>Theme</vt:lpstr>
      </vt:variant>
      <vt:variant>
        <vt:i4>2</vt:i4>
      </vt:variant>
      <vt:variant>
        <vt:lpstr>Slide Titles</vt:lpstr>
      </vt:variant>
      <vt:variant>
        <vt:i4>31</vt:i4>
      </vt:variant>
    </vt:vector>
  </HeadingPairs>
  <TitlesOfParts>
    <vt:vector size="41" baseType="lpstr">
      <vt:lpstr>Arial</vt:lpstr>
      <vt:lpstr>Calibri</vt:lpstr>
      <vt:lpstr>Consolas</vt:lpstr>
      <vt:lpstr>Segoe UI</vt:lpstr>
      <vt:lpstr>Segoe UI Light</vt:lpstr>
      <vt:lpstr>Segoe UI Semibold</vt:lpstr>
      <vt:lpstr>Segoe UI Semilight</vt:lpstr>
      <vt:lpstr>Wingdings</vt:lpstr>
      <vt:lpstr>WHITE TEMPLATE</vt:lpstr>
      <vt:lpstr>Microsoft Power Platform Template</vt:lpstr>
      <vt:lpstr>Module 04:  Management And Goverance</vt:lpstr>
      <vt:lpstr>Module Outline</vt:lpstr>
      <vt:lpstr>Module 03 – Outline</vt:lpstr>
      <vt:lpstr>Identity, Access, and Security</vt:lpstr>
      <vt:lpstr>Azure Active Directory (AAD)</vt:lpstr>
      <vt:lpstr>Compare Authentication and Authorization</vt:lpstr>
      <vt:lpstr>Azure Multi-Factor Authentication</vt:lpstr>
      <vt:lpstr>External Identities</vt:lpstr>
      <vt:lpstr>Conditional Access</vt:lpstr>
      <vt:lpstr>Explore Role-based access control (RBAC)</vt:lpstr>
      <vt:lpstr>Microsoft Defender for Cloud</vt:lpstr>
      <vt:lpstr>Governance and compliance</vt:lpstr>
      <vt:lpstr>Azure Policy</vt:lpstr>
      <vt:lpstr>Azure Blueprints</vt:lpstr>
      <vt:lpstr>Identifying Non-Compliant Resources</vt:lpstr>
      <vt:lpstr>View Policy Evaluation Results</vt:lpstr>
      <vt:lpstr>Resource locks</vt:lpstr>
      <vt:lpstr>Tags</vt:lpstr>
      <vt:lpstr>Walkthrough - Manage Resource Locks</vt:lpstr>
      <vt:lpstr>Management and deployment tools</vt:lpstr>
      <vt:lpstr>Tools for interacting with Azure</vt:lpstr>
      <vt:lpstr>Azure Resource Manager</vt:lpstr>
      <vt:lpstr>Azure Resource Manager (ARM) templates</vt:lpstr>
      <vt:lpstr>Provision resources with Infrastructure as Code </vt:lpstr>
      <vt:lpstr>PowerPoint Presentation</vt:lpstr>
      <vt:lpstr>Azure monitoring tools</vt:lpstr>
      <vt:lpstr>Azure Management Tools - Objective Domain</vt:lpstr>
      <vt:lpstr>Azure Advisor</vt:lpstr>
      <vt:lpstr>Azure Service Health</vt:lpstr>
      <vt:lpstr>Azure Service Health (continued)</vt:lpstr>
      <vt:lpstr>Azure Monitor</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AZ-900T0x Module 03: Core Solutions</dc:title>
  <dc:creator>Chelsea Lee</dc:creator>
  <cp:lastModifiedBy>Cyrus Cheng</cp:lastModifiedBy>
  <cp:revision>17</cp:revision>
  <dcterms:created xsi:type="dcterms:W3CDTF">2020-08-22T17:40:38Z</dcterms:created>
  <dcterms:modified xsi:type="dcterms:W3CDTF">2022-07-13T15:21:15Z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0x010100A5B7356A06F744439C0CE932EEB009F5</vt:lpwstr>
  </property>
</Properties>
</file>