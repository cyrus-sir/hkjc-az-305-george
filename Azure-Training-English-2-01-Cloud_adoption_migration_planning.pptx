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ink/ink1.xml" ContentType="application/inkml+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229" r:id="rId4"/>
    <p:sldMasterId id="2147484818" r:id="rId5"/>
    <p:sldMasterId id="2147484745" r:id="rId6"/>
  </p:sldMasterIdLst>
  <p:notesMasterIdLst>
    <p:notesMasterId r:id="rId47"/>
  </p:notesMasterIdLst>
  <p:handoutMasterIdLst>
    <p:handoutMasterId r:id="rId48"/>
  </p:handoutMasterIdLst>
  <p:sldIdLst>
    <p:sldId id="262" r:id="rId7"/>
    <p:sldId id="1856" r:id="rId8"/>
    <p:sldId id="1660" r:id="rId9"/>
    <p:sldId id="1958" r:id="rId10"/>
    <p:sldId id="1959" r:id="rId11"/>
    <p:sldId id="1960" r:id="rId12"/>
    <p:sldId id="2250" r:id="rId13"/>
    <p:sldId id="1945" r:id="rId14"/>
    <p:sldId id="1976" r:id="rId15"/>
    <p:sldId id="2147470169" r:id="rId16"/>
    <p:sldId id="1956" r:id="rId17"/>
    <p:sldId id="1670" r:id="rId18"/>
    <p:sldId id="1858" r:id="rId19"/>
    <p:sldId id="1925" r:id="rId20"/>
    <p:sldId id="1961" r:id="rId21"/>
    <p:sldId id="1931" r:id="rId22"/>
    <p:sldId id="1905" r:id="rId23"/>
    <p:sldId id="1917" r:id="rId24"/>
    <p:sldId id="1920" r:id="rId25"/>
    <p:sldId id="1979" r:id="rId26"/>
    <p:sldId id="2147470157" r:id="rId27"/>
    <p:sldId id="2076138153" r:id="rId28"/>
    <p:sldId id="2147470158" r:id="rId29"/>
    <p:sldId id="2076138154" r:id="rId30"/>
    <p:sldId id="2147470159" r:id="rId31"/>
    <p:sldId id="2147470166" r:id="rId32"/>
    <p:sldId id="2147470167" r:id="rId33"/>
    <p:sldId id="1747" r:id="rId34"/>
    <p:sldId id="2076138168" r:id="rId35"/>
    <p:sldId id="2076138147" r:id="rId36"/>
    <p:sldId id="2076137479" r:id="rId37"/>
    <p:sldId id="2134804995" r:id="rId38"/>
    <p:sldId id="2145705841" r:id="rId39"/>
    <p:sldId id="467" r:id="rId40"/>
    <p:sldId id="2147470110" r:id="rId41"/>
    <p:sldId id="2147470163" r:id="rId42"/>
    <p:sldId id="2147470165" r:id="rId43"/>
    <p:sldId id="2147470168" r:id="rId44"/>
    <p:sldId id="2147470161" r:id="rId45"/>
    <p:sldId id="2147470162" r:id="rId46"/>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521415D9-36F7-43E2-AB2F-B90AF26B5E84}">
      <p14:sectionLst xmlns:p14="http://schemas.microsoft.com/office/powerpoint/2010/main">
        <p14:section name="White Template" id="{A073DAE3-B461-442F-A3D3-6642BD875E45}">
          <p14:sldIdLst>
            <p14:sldId id="262"/>
            <p14:sldId id="1856"/>
            <p14:sldId id="1660"/>
            <p14:sldId id="1958"/>
            <p14:sldId id="1959"/>
            <p14:sldId id="1960"/>
            <p14:sldId id="2250"/>
            <p14:sldId id="1945"/>
            <p14:sldId id="1976"/>
            <p14:sldId id="2147470169"/>
            <p14:sldId id="1956"/>
            <p14:sldId id="1670"/>
            <p14:sldId id="1858"/>
            <p14:sldId id="1925"/>
            <p14:sldId id="1961"/>
            <p14:sldId id="1931"/>
            <p14:sldId id="1905"/>
            <p14:sldId id="1917"/>
            <p14:sldId id="1920"/>
            <p14:sldId id="1979"/>
            <p14:sldId id="2147470157"/>
            <p14:sldId id="2076138153"/>
            <p14:sldId id="2147470158"/>
            <p14:sldId id="2076138154"/>
            <p14:sldId id="2147470159"/>
            <p14:sldId id="2147470166"/>
            <p14:sldId id="2147470167"/>
            <p14:sldId id="1747"/>
            <p14:sldId id="2076138168"/>
            <p14:sldId id="2076138147"/>
            <p14:sldId id="2076137479"/>
            <p14:sldId id="2134804995"/>
            <p14:sldId id="2145705841"/>
            <p14:sldId id="467"/>
            <p14:sldId id="2147470110"/>
          </p14:sldIdLst>
        </p14:section>
        <p14:section name="Images" id="{7DCECBBF-77C9-4C7F-8E4B-0B4CCE8B5B0F}">
          <p14:sldIdLst>
            <p14:sldId id="2147470163"/>
            <p14:sldId id="2147470165"/>
            <p14:sldId id="2147470168"/>
            <p14:sldId id="2147470161"/>
            <p14:sldId id="2147470162"/>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4"/>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43A5E"/>
    <a:srgbClr val="D0DAF1"/>
    <a:srgbClr val="0078D4"/>
    <a:srgbClr val="1A1A1A"/>
    <a:srgbClr val="00BCF2"/>
    <a:srgbClr val="40CDF5"/>
    <a:srgbClr val="40587C"/>
    <a:srgbClr val="00B0E3"/>
    <a:srgbClr val="0018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97A632-998D-4F9B-B6BD-7C7FD9BE0341}" v="5" dt="2021-05-07T22:38:05.69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8106" autoAdjust="0"/>
  </p:normalViewPr>
  <p:slideViewPr>
    <p:cSldViewPr snapToGrid="0">
      <p:cViewPr varScale="1">
        <p:scale>
          <a:sx n="71" d="100"/>
          <a:sy n="71" d="100"/>
        </p:scale>
        <p:origin x="1230" y="60"/>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notesMaster" Target="notesMasters/notesMaster1.xml"/><Relationship Id="rId50" Type="http://schemas.openxmlformats.org/officeDocument/2006/relationships/presProps" Target="presProps.xml"/><Relationship Id="rId55" Type="http://schemas.microsoft.com/office/2018/10/relationships/authors" Target="author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commentAuthors" Target="commentAuthor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handoutMaster" Target="handoutMasters/handoutMaster1.xml"/><Relationship Id="rId8" Type="http://schemas.openxmlformats.org/officeDocument/2006/relationships/slide" Target="slides/slide2.xml"/><Relationship Id="rId51" Type="http://schemas.openxmlformats.org/officeDocument/2006/relationships/viewProps" Target="viewProps.xml"/><Relationship Id="rId3" Type="http://schemas.openxmlformats.org/officeDocument/2006/relationships/customXml" Target="../customXml/item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7/13/2022 7:15 PM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1-11-02T00:45:05.805"/>
    </inkml:context>
    <inkml:brush xml:id="br0">
      <inkml:brushProperty name="width" value="0.1" units="cm"/>
      <inkml:brushProperty name="height" value="0.1" units="cm"/>
      <inkml:brushProperty name="color" value="#E71224"/>
    </inkml:brush>
  </inkml:definitions>
  <inkml:trace contextRef="#ctx0" brushRef="#br0">8143 7643 5631 0 0,'-6'-9'2560'0'0,"-6"-12"-2208"0"0,1-9-4928 0 0,1 1 609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7/13/2022 7:15 PM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Light"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Light"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azuremarketplace.microsoft.com/en-us/"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docs.microsoft.com/en-us/azure/governance/management-groups/" TargetMode="External"/><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E2F19A73-88F5-4B80-A929-CF8E66EE5449}" type="datetime8">
              <a:rPr lang="en-US" smtClean="0"/>
              <a:t>7/13/2022 7:15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37153336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7:15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https://docs.microsoft.com/learn/modules/describe-core-architectural-components-of-azure/3-get-started-azure-accounts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7:15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19096802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exercises will be in the Learn Sandbox – in the last module, there’s a portion that needs an Azure account or can be converted to Demo. This is an optional exercise to help the students create free accounts. Note: They will need a credit card for this exercise.</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7:15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6502063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https://docs.microsoft.com/learn/modules/describe-core-architectural-components-of-azure/4-exercise-explore-learn-sandbox</a:t>
            </a:r>
          </a:p>
          <a:p>
            <a:endParaRPr lang="en-US" dirty="0"/>
          </a:p>
          <a:p>
            <a:r>
              <a:rPr lang="en-US" b="1" dirty="0"/>
              <a:t>NOTE:</a:t>
            </a:r>
            <a:r>
              <a:rPr lang="en-US" b="0" dirty="0"/>
              <a:t> The Learn Sandbox doesn’t require an Azure account, it will work with a Microsoft Account, if you skipped the previous walkthrough.</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7:15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27675675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dirty="0"/>
              <a:t>Connects end users with Microsoft partners, Independent Software Vendors (ISVs), and start-ups that offer solutions and services for Azure.</a:t>
            </a:r>
          </a:p>
          <a:p>
            <a:r>
              <a:rPr lang="en-US" sz="2400" dirty="0"/>
              <a:t>Azure customers, IT professionals and cloud developers can find, try, purchase, and provision Azure applications and services from certified service providers. </a:t>
            </a:r>
          </a:p>
          <a:p>
            <a:r>
              <a:rPr lang="en-US" sz="2400" dirty="0"/>
              <a:t>Includes close to 10,000 product listings.</a:t>
            </a:r>
          </a:p>
          <a:p>
            <a:endParaRPr lang="en-IE" sz="900" b="0" i="0" u="none" strike="noStrike" kern="1200" dirty="0">
              <a:solidFill>
                <a:schemeClr val="tx1"/>
              </a:solidFill>
              <a:effectLst/>
              <a:latin typeface="Segoe UI Light" pitchFamily="34" charset="0"/>
              <a:ea typeface="+mn-ea"/>
              <a:cs typeface="+mn-cs"/>
            </a:endParaRPr>
          </a:p>
          <a:p>
            <a:r>
              <a:rPr lang="en-IE" sz="900" b="0" i="0" u="none" strike="noStrike" kern="1200" dirty="0">
                <a:solidFill>
                  <a:schemeClr val="tx1"/>
                </a:solidFill>
                <a:effectLst/>
                <a:latin typeface="Segoe UI Light" pitchFamily="34" charset="0"/>
                <a:ea typeface="+mn-ea"/>
                <a:cs typeface="+mn-cs"/>
              </a:rPr>
              <a:t>There is also a </a:t>
            </a:r>
            <a:r>
              <a:rPr lang="en-IE" sz="900" b="1" i="0" u="none" strike="noStrike" kern="1200" dirty="0">
                <a:solidFill>
                  <a:schemeClr val="tx1"/>
                </a:solidFill>
                <a:effectLst/>
                <a:latin typeface="Segoe UI Light" pitchFamily="34" charset="0"/>
                <a:ea typeface="+mn-ea"/>
                <a:cs typeface="+mn-cs"/>
              </a:rPr>
              <a:t>Marketplace FAQ </a:t>
            </a:r>
            <a:r>
              <a:rPr lang="en-IE" sz="900" b="0" i="0" u="none" strike="noStrike" kern="1200" dirty="0">
                <a:solidFill>
                  <a:schemeClr val="tx1"/>
                </a:solidFill>
                <a:effectLst/>
                <a:latin typeface="Segoe UI Light" pitchFamily="34" charset="0"/>
                <a:ea typeface="+mn-ea"/>
                <a:cs typeface="+mn-cs"/>
              </a:rPr>
              <a:t>available at </a:t>
            </a:r>
            <a:r>
              <a:rPr lang="en-IE" u="sng" dirty="0"/>
              <a:t>https://azure.microsoft.com/en-us/marketplace/faq/ </a:t>
            </a:r>
          </a:p>
          <a:p>
            <a:endParaRPr lang="en-IE" sz="900" b="0" i="0" u="none" strike="noStrike" kern="1200" dirty="0">
              <a:solidFill>
                <a:schemeClr val="tx1"/>
              </a:solidFill>
              <a:effectLst/>
              <a:latin typeface="Segoe UI Light"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E" b="1" dirty="0"/>
              <a:t>Azure Marketplace </a:t>
            </a:r>
            <a:r>
              <a:rPr lang="en-IE" dirty="0"/>
              <a:t>- </a:t>
            </a:r>
            <a:r>
              <a:rPr lang="en-IE" dirty="0">
                <a:hlinkClick r:id="rId3"/>
              </a:rPr>
              <a:t>https://azuremarketplace.microsoft.com/en-us/</a:t>
            </a:r>
            <a:r>
              <a:rPr lang="en-IE" dirty="0"/>
              <a:t>  </a:t>
            </a:r>
          </a:p>
          <a:p>
            <a:endParaRPr lang="en-US" dirty="0"/>
          </a:p>
          <a:p>
            <a:r>
              <a:rPr lang="en-US" b="1" dirty="0"/>
              <a:t>Learn and SkillPipe content order note:</a:t>
            </a:r>
          </a:p>
          <a:p>
            <a:r>
              <a:rPr lang="en-US" dirty="0"/>
              <a:t>Note in Learn</a:t>
            </a: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7:15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299144919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1000" b="0" kern="1200" dirty="0">
                <a:solidFill>
                  <a:schemeClr val="tx1"/>
                </a:solidFill>
                <a:effectLst/>
                <a:latin typeface="Segoe UI Light" pitchFamily="34" charset="0"/>
                <a:ea typeface="+mn-ea"/>
                <a:cs typeface="+mn-cs"/>
              </a:rPr>
              <a:t>https://docs.microsoft.com/learn/modules/describe-features-tools-for-managing-deploying-azure-resources/2-describe-interacting-azure</a:t>
            </a:r>
            <a:endParaRPr lang="en-IE" sz="900" b="0" u="sng"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7:15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2775183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7/13/2022 7:17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35165168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IE" sz="2400" dirty="0">
                <a:latin typeface="Segoe UI Semilight"/>
                <a:cs typeface="Segoe UI Semilight"/>
              </a:rPr>
              <a:t>https://docs.microsoft.com/learn/modules/describe-core-architectural-components-of-azure/5-describe-azure-physical-infrastructure</a:t>
            </a:r>
          </a:p>
          <a:p>
            <a:pPr marL="225425" indent="-225425">
              <a:buFont typeface="Arial" panose="020B0604020202020204" pitchFamily="34" charset="0"/>
              <a:buChar char="•"/>
            </a:pPr>
            <a:endParaRPr lang="en-IE" sz="2400" dirty="0">
              <a:latin typeface="Segoe UI Semilight"/>
              <a:cs typeface="Segoe UI Semilight"/>
            </a:endParaRPr>
          </a:p>
          <a:p>
            <a:pPr marL="225425" indent="-225425">
              <a:buFont typeface="Arial" panose="020B0604020202020204" pitchFamily="34" charset="0"/>
              <a:buChar char="•"/>
            </a:pPr>
            <a:r>
              <a:rPr lang="en-IE" sz="2400" dirty="0">
                <a:latin typeface="Segoe UI Semilight"/>
                <a:cs typeface="Segoe UI Semilight"/>
              </a:rPr>
              <a:t>A region represents a collection of </a:t>
            </a:r>
            <a:r>
              <a:rPr lang="en-IE" sz="2400" dirty="0" err="1">
                <a:latin typeface="Segoe UI Semilight"/>
                <a:cs typeface="Segoe UI Semilight"/>
              </a:rPr>
              <a:t>datacenters</a:t>
            </a:r>
            <a:r>
              <a:rPr lang="en-IE" sz="2400" dirty="0">
                <a:latin typeface="Segoe UI Semilight"/>
                <a:cs typeface="Segoe UI Semilight"/>
              </a:rPr>
              <a:t>.</a:t>
            </a:r>
            <a:endParaRPr lang="en-IE" sz="2400" dirty="0"/>
          </a:p>
          <a:p>
            <a:pPr marL="225425" indent="-225425">
              <a:buFont typeface="Arial" panose="020B0604020202020204" pitchFamily="34" charset="0"/>
              <a:buChar char="•"/>
            </a:pPr>
            <a:r>
              <a:rPr lang="en-IE" sz="2400" dirty="0"/>
              <a:t>Provide flexibility and scale.</a:t>
            </a:r>
          </a:p>
          <a:p>
            <a:pPr marL="225425" indent="-225425">
              <a:buFont typeface="Arial" panose="020B0604020202020204" pitchFamily="34" charset="0"/>
              <a:buChar char="•"/>
            </a:pPr>
            <a:r>
              <a:rPr lang="en-IE" sz="2400" dirty="0"/>
              <a:t>Preserve data residency.</a:t>
            </a:r>
          </a:p>
          <a:p>
            <a:pPr marL="225425" indent="-225425">
              <a:buFont typeface="Arial" panose="020B0604020202020204" pitchFamily="34" charset="0"/>
              <a:buChar char="•"/>
            </a:pPr>
            <a:r>
              <a:rPr lang="en-IE" sz="2400" dirty="0"/>
              <a:t>Select regions close to your users.</a:t>
            </a:r>
          </a:p>
          <a:p>
            <a:pPr marL="225425" indent="-225425">
              <a:buFont typeface="Arial" panose="020B0604020202020204" pitchFamily="34" charset="0"/>
              <a:buChar char="•"/>
            </a:pPr>
            <a:r>
              <a:rPr lang="en-IE" sz="2400" dirty="0">
                <a:latin typeface="Segoe UI Semilight"/>
                <a:cs typeface="Segoe UI Semilight"/>
              </a:rPr>
              <a:t>Be aware of region deployment availability.</a:t>
            </a:r>
            <a:endParaRPr lang="en-IE" sz="2400" dirty="0"/>
          </a:p>
          <a:p>
            <a:pPr marL="225425" indent="-225425">
              <a:buFont typeface="Arial" panose="020B0604020202020204" pitchFamily="34" charset="0"/>
              <a:buChar char="•"/>
            </a:pPr>
            <a:r>
              <a:rPr lang="en-IE" sz="2400" dirty="0">
                <a:latin typeface="Segoe UI Semilight"/>
                <a:cs typeface="Segoe UI Semilight"/>
              </a:rPr>
              <a:t>There are global services that are region independent.</a:t>
            </a:r>
          </a:p>
          <a:p>
            <a:endParaRPr lang="en-IE" sz="900" b="0" i="0" u="none" strike="noStrike" kern="1200" dirty="0">
              <a:solidFill>
                <a:schemeClr val="tx1"/>
              </a:solidFill>
              <a:effectLst/>
              <a:latin typeface="Segoe UI Light" pitchFamily="34" charset="0"/>
              <a:ea typeface="+mn-ea"/>
              <a:cs typeface="+mn-cs"/>
            </a:endParaRPr>
          </a:p>
          <a:p>
            <a:r>
              <a:rPr lang="en-IE" sz="900" b="0" i="0" u="none" strike="noStrike" kern="1200" dirty="0">
                <a:solidFill>
                  <a:schemeClr val="tx1"/>
                </a:solidFill>
                <a:effectLst/>
                <a:latin typeface="Segoe UI Light" pitchFamily="34" charset="0"/>
                <a:ea typeface="+mn-ea"/>
                <a:cs typeface="+mn-cs"/>
              </a:rPr>
              <a:t>A list of regions and their locations is available at </a:t>
            </a:r>
            <a:r>
              <a:rPr lang="en-IE" sz="900" u="sng" dirty="0"/>
              <a:t>https://azure.microsoft.com/en-us/global-infrastructure/locations/</a:t>
            </a:r>
          </a:p>
          <a:p>
            <a:endParaRPr lang="en-IE" sz="900" u="sng" dirty="0"/>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6-10</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https://docs.microsoft.com/en-us/learn/modules/azure-architecture-fundamentals/regions-availability-zones</a:t>
            </a:r>
            <a:endParaRPr lang="en-IE" sz="900" u="sng"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7:17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a:p>
        </p:txBody>
      </p:sp>
    </p:spTree>
    <p:extLst>
      <p:ext uri="{BB962C8B-B14F-4D97-AF65-F5344CB8AC3E}">
        <p14:creationId xmlns:p14="http://schemas.microsoft.com/office/powerpoint/2010/main" val="195340555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 typeface="Arial" panose="020B0604020202020204" pitchFamily="34" charset="0"/>
              <a:buNone/>
              <a:tabLst/>
              <a:defRPr/>
            </a:pPr>
            <a:r>
              <a:rPr lang="en-IE" sz="2800" dirty="0">
                <a:latin typeface="Segoe UI Semilight"/>
                <a:cs typeface="Segoe UI Semilight"/>
              </a:rPr>
              <a:t>https://docs.microsoft.com/learn/modules/describe-core-architectural-components-of-azure/5-describe-azure-physical-infrastructure</a:t>
            </a:r>
          </a:p>
          <a:p>
            <a:pPr marL="0" indent="0">
              <a:buFont typeface="Arial" panose="020B0604020202020204" pitchFamily="34" charset="0"/>
              <a:buNone/>
            </a:pPr>
            <a:endParaRPr lang="en-IE" sz="2800" dirty="0"/>
          </a:p>
          <a:p>
            <a:pPr marL="457200" indent="-457200">
              <a:buFont typeface="Arial" panose="020B0604020202020204" pitchFamily="34" charset="0"/>
              <a:buChar char="•"/>
            </a:pPr>
            <a:r>
              <a:rPr lang="en-IE" sz="2800" dirty="0"/>
              <a:t>Physically separate locations within an Azure region.</a:t>
            </a:r>
          </a:p>
          <a:p>
            <a:pPr marL="457200" indent="-457200">
              <a:buFont typeface="Arial" panose="020B0604020202020204" pitchFamily="34" charset="0"/>
              <a:buChar char="•"/>
            </a:pPr>
            <a:r>
              <a:rPr lang="en-IE" sz="2800" dirty="0"/>
              <a:t>Takes availability sets to the next level</a:t>
            </a:r>
          </a:p>
          <a:p>
            <a:pPr marL="457200" indent="-457200">
              <a:buFont typeface="Arial" panose="020B0604020202020204" pitchFamily="34" charset="0"/>
              <a:buChar char="•"/>
            </a:pPr>
            <a:r>
              <a:rPr lang="en-IE" sz="2800" dirty="0"/>
              <a:t>Includes one or more </a:t>
            </a:r>
            <a:r>
              <a:rPr lang="en-IE" sz="2800" dirty="0" err="1"/>
              <a:t>datacenters</a:t>
            </a:r>
            <a:r>
              <a:rPr lang="en-IE" sz="2800" dirty="0"/>
              <a:t>, equipped with independent power, cooling, and networking. </a:t>
            </a:r>
          </a:p>
          <a:p>
            <a:pPr marL="457200" indent="-457200">
              <a:buFont typeface="Arial" panose="020B0604020202020204" pitchFamily="34" charset="0"/>
              <a:buChar char="•"/>
            </a:pPr>
            <a:r>
              <a:rPr lang="en-IE" sz="2800" dirty="0"/>
              <a:t>Acts as an isolation boundary.</a:t>
            </a:r>
          </a:p>
          <a:p>
            <a:pPr marL="457200" indent="-457200">
              <a:buFont typeface="Arial" panose="020B0604020202020204" pitchFamily="34" charset="0"/>
              <a:buChar char="•"/>
            </a:pPr>
            <a:r>
              <a:rPr lang="en-IE" sz="2800" dirty="0"/>
              <a:t>If one availability zone goes down, the other continues working.</a:t>
            </a:r>
            <a:endParaRPr lang="en-IE" sz="2800" b="1" dirty="0"/>
          </a:p>
          <a:p>
            <a:endParaRPr lang="en-IE" sz="900" b="0" i="0" u="none" strike="noStrike" kern="1200" dirty="0">
              <a:solidFill>
                <a:schemeClr val="tx1"/>
              </a:solidFill>
              <a:effectLst/>
              <a:latin typeface="Segoe UI Light" pitchFamily="34" charset="0"/>
              <a:ea typeface="+mn-ea"/>
              <a:cs typeface="+mn-cs"/>
            </a:endParaRPr>
          </a:p>
          <a:p>
            <a:endParaRPr lang="en-IE" sz="900" b="0" i="0" u="none" strike="noStrike" kern="1200" dirty="0">
              <a:solidFill>
                <a:schemeClr val="tx1"/>
              </a:solidFill>
              <a:effectLst/>
              <a:latin typeface="Segoe UI Light" pitchFamily="34" charset="0"/>
              <a:ea typeface="+mn-ea"/>
              <a:cs typeface="+mn-cs"/>
            </a:endParaRPr>
          </a:p>
          <a:p>
            <a:r>
              <a:rPr lang="en-IE" sz="900" b="0" i="0" u="none" strike="noStrike" kern="1200" dirty="0">
                <a:solidFill>
                  <a:schemeClr val="tx1"/>
                </a:solidFill>
                <a:effectLst/>
                <a:latin typeface="Segoe UI Light" pitchFamily="34" charset="0"/>
                <a:ea typeface="+mn-ea"/>
                <a:cs typeface="+mn-cs"/>
              </a:rPr>
              <a:t>More details about Availability Zones in Azure are available at </a:t>
            </a:r>
            <a:r>
              <a:rPr lang="en-IE" sz="900" u="sng" dirty="0"/>
              <a:t>https://docs.microsoft.com/en-us/azure/availability-zones/az-overview </a:t>
            </a:r>
          </a:p>
          <a:p>
            <a:endParaRPr lang="en-IE" sz="900" u="sng" dirty="0"/>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6-10</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https://docs.microsoft.com/en-us/learn/modules/azure-architecture-fundamentals/regions-availability-zones</a:t>
            </a:r>
            <a:endParaRPr lang="en-IE" sz="900" u="sng" dirty="0"/>
          </a:p>
          <a:p>
            <a:endParaRPr lang="en-US" sz="900" dirty="0"/>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7/13/2022 7:17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a:p>
        </p:txBody>
      </p:sp>
    </p:spTree>
    <p:extLst>
      <p:ext uri="{BB962C8B-B14F-4D97-AF65-F5344CB8AC3E}">
        <p14:creationId xmlns:p14="http://schemas.microsoft.com/office/powerpoint/2010/main" val="195851969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 typeface="Arial" panose="020B0604020202020204" pitchFamily="34" charset="0"/>
              <a:buNone/>
              <a:tabLst/>
              <a:defRPr/>
            </a:pPr>
            <a:r>
              <a:rPr lang="en-IE" sz="900" dirty="0">
                <a:latin typeface="Segoe UI Semilight"/>
                <a:cs typeface="Segoe UI Semilight"/>
              </a:rPr>
              <a:t>https://docs.microsoft.com/learn/modules/describe-core-architectural-components-of-azure/5-describe-azure-physical-infrastructure</a:t>
            </a:r>
          </a:p>
          <a:p>
            <a:pPr marL="0" indent="0">
              <a:buFont typeface="Arial" panose="020B0604020202020204" pitchFamily="34" charset="0"/>
              <a:buNone/>
            </a:pPr>
            <a:endParaRPr lang="en-US" sz="900" dirty="0"/>
          </a:p>
          <a:p>
            <a:pPr marL="290195" indent="-290195">
              <a:buFont typeface="Arial" panose="020B0604020202020204" pitchFamily="34" charset="0"/>
              <a:buChar char="•"/>
            </a:pPr>
            <a:r>
              <a:rPr lang="en-US" sz="900" dirty="0"/>
              <a:t>Each Azure region is paired with another region.</a:t>
            </a:r>
          </a:p>
          <a:p>
            <a:pPr marL="290195" indent="-290195">
              <a:buFont typeface="Arial" panose="020B0604020202020204" pitchFamily="34" charset="0"/>
              <a:buChar char="•"/>
            </a:pPr>
            <a:r>
              <a:rPr lang="en-US" sz="900" dirty="0"/>
              <a:t>Azure prefers at least 300 miles of separation between datacenters in a regional pair.</a:t>
            </a:r>
          </a:p>
          <a:p>
            <a:pPr marL="290195" indent="-290195">
              <a:buFont typeface="Arial" panose="020B0604020202020204" pitchFamily="34" charset="0"/>
              <a:buChar char="•"/>
            </a:pPr>
            <a:r>
              <a:rPr lang="en-US" sz="900" dirty="0"/>
              <a:t>Some services provide automatic replication to the paired region.</a:t>
            </a:r>
          </a:p>
          <a:p>
            <a:pPr marL="290195" indent="-290195">
              <a:buFont typeface="Arial" panose="020B0604020202020204" pitchFamily="34" charset="0"/>
              <a:buChar char="•"/>
            </a:pPr>
            <a:r>
              <a:rPr lang="en-US" sz="900" dirty="0"/>
              <a:t>In an outage, recovery of one region is prioritized out of every pair.</a:t>
            </a:r>
          </a:p>
          <a:p>
            <a:pPr marL="290195" indent="-290195">
              <a:buFont typeface="Arial" panose="020B0604020202020204" pitchFamily="34" charset="0"/>
              <a:buChar char="•"/>
            </a:pPr>
            <a:r>
              <a:rPr lang="en-US" sz="900" dirty="0"/>
              <a:t>Azure system updates are rolled out to paired regions sequentially (not at the same time).</a:t>
            </a:r>
          </a:p>
          <a:p>
            <a:endParaRPr lang="en-IE" sz="900" dirty="0"/>
          </a:p>
          <a:p>
            <a:r>
              <a:rPr lang="en-IE" sz="900" dirty="0"/>
              <a:t>List of geographies, regions, region-pairs, and other details -https://azure.microsoft.com/en-us/global-infrastructure/geographies/</a:t>
            </a:r>
          </a:p>
          <a:p>
            <a:r>
              <a:rPr lang="en-IE" sz="900" dirty="0"/>
              <a:t>A full list of region pairs is available at </a:t>
            </a:r>
            <a:r>
              <a:rPr lang="en-IE" sz="900" u="sng" dirty="0"/>
              <a:t>https://docs.microsoft.com/en-us/azure/best-practices-availability-paired-regions#what-are-paired-regions </a:t>
            </a:r>
          </a:p>
          <a:p>
            <a:endParaRPr lang="en-IE" sz="900" u="sng" dirty="0"/>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6-10</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https://docs.microsoft.com/en-us/learn/modules/azure-architecture-fundamentals/regions-availability-zones</a:t>
            </a:r>
            <a:endParaRPr lang="en-IE" sz="900" u="sng" dirty="0"/>
          </a:p>
          <a:p>
            <a:endParaRPr lang="en-US" sz="900" dirty="0"/>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7:17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a:p>
        </p:txBody>
      </p:sp>
    </p:spTree>
    <p:extLst>
      <p:ext uri="{BB962C8B-B14F-4D97-AF65-F5344CB8AC3E}">
        <p14:creationId xmlns:p14="http://schemas.microsoft.com/office/powerpoint/2010/main" val="1548144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IE" sz="900" dirty="0">
                <a:latin typeface="Segoe UI Semilight"/>
                <a:cs typeface="Segoe UI Semilight"/>
              </a:rPr>
              <a:t>https://docs.microsoft.com/learn/modules/describe-core-architectural-components-of-azure/5-describe-azure-physical-infrastructure</a:t>
            </a:r>
          </a:p>
          <a:p>
            <a:endParaRPr lang="en-IE" sz="900" b="1" i="0" u="none" strike="noStrike" kern="1200" dirty="0">
              <a:solidFill>
                <a:schemeClr val="tx1"/>
              </a:solidFill>
              <a:effectLst/>
              <a:latin typeface="Segoe UI Light" pitchFamily="34" charset="0"/>
              <a:ea typeface="+mn-ea"/>
              <a:cs typeface="+mn-cs"/>
            </a:endParaRPr>
          </a:p>
          <a:p>
            <a:r>
              <a:rPr lang="en-IE" sz="900" b="1" i="0" u="none" strike="noStrike" kern="1200" dirty="0">
                <a:solidFill>
                  <a:schemeClr val="tx1"/>
                </a:solidFill>
                <a:effectLst/>
                <a:latin typeface="Segoe UI Light" pitchFamily="34" charset="0"/>
                <a:ea typeface="+mn-ea"/>
                <a:cs typeface="+mn-cs"/>
              </a:rPr>
              <a:t>Azure China 21Vianet </a:t>
            </a:r>
            <a:r>
              <a:rPr lang="en-IE" sz="900" b="0" i="0" u="none" strike="noStrike" kern="1200" dirty="0">
                <a:solidFill>
                  <a:schemeClr val="tx1"/>
                </a:solidFill>
                <a:effectLst/>
                <a:latin typeface="Segoe UI Light" pitchFamily="34" charset="0"/>
                <a:ea typeface="+mn-ea"/>
                <a:cs typeface="+mn-cs"/>
              </a:rPr>
              <a:t>- https://docs.microsoft.com/en-us/azure/china/</a:t>
            </a:r>
          </a:p>
          <a:p>
            <a:endParaRPr lang="en-IE" sz="900" b="0" i="0" u="none" strike="noStrike" kern="1200" dirty="0">
              <a:solidFill>
                <a:schemeClr val="tx1"/>
              </a:solidFill>
              <a:effectLst/>
              <a:latin typeface="Segoe UI Light" pitchFamily="34" charset="0"/>
              <a:ea typeface="+mn-ea"/>
              <a:cs typeface="+mn-cs"/>
            </a:endParaRPr>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7:17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a:p>
        </p:txBody>
      </p:sp>
    </p:spTree>
    <p:extLst>
      <p:ext uri="{BB962C8B-B14F-4D97-AF65-F5344CB8AC3E}">
        <p14:creationId xmlns:p14="http://schemas.microsoft.com/office/powerpoint/2010/main" val="37295291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https://infrastructuremap.microsoft.com/</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7:17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15</a:t>
            </a:fld>
            <a:endParaRPr lang="en-US"/>
          </a:p>
        </p:txBody>
      </p:sp>
    </p:spTree>
    <p:extLst>
      <p:ext uri="{BB962C8B-B14F-4D97-AF65-F5344CB8AC3E}">
        <p14:creationId xmlns:p14="http://schemas.microsoft.com/office/powerpoint/2010/main" val="415986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https://docs.microsoft.com/learn/modules/describe-core-architectural-components-of-azure/6-describe-azure-management-infrastructure</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7:17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16</a:t>
            </a:fld>
            <a:endParaRPr lang="en-US"/>
          </a:p>
        </p:txBody>
      </p:sp>
    </p:spTree>
    <p:extLst>
      <p:ext uri="{BB962C8B-B14F-4D97-AF65-F5344CB8AC3E}">
        <p14:creationId xmlns:p14="http://schemas.microsoft.com/office/powerpoint/2010/main" val="23489799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 typeface="Arial" panose="020B0604020202020204" pitchFamily="34" charset="0"/>
              <a:buNone/>
              <a:tabLst/>
              <a:defRPr/>
            </a:pPr>
            <a:r>
              <a:rPr lang="en-US" sz="1800" dirty="0"/>
              <a:t>https://docs.microsoft.com/learn/modules/describe-core-architectural-components-of-azure/6-describe-azure-management-infrastructure</a:t>
            </a:r>
          </a:p>
          <a:p>
            <a:pPr marL="0" indent="0">
              <a:buFont typeface="Arial" panose="020B0604020202020204" pitchFamily="34" charset="0"/>
              <a:buNone/>
            </a:pPr>
            <a:endParaRPr lang="en-US" sz="1800" dirty="0"/>
          </a:p>
          <a:p>
            <a:pPr marL="287338" indent="-287338">
              <a:buFont typeface="Arial" panose="020B0604020202020204" pitchFamily="34" charset="0"/>
              <a:buChar char="•"/>
            </a:pPr>
            <a:r>
              <a:rPr lang="en-US" sz="1800" dirty="0"/>
              <a:t>Containers for multiple resources that share the same life cycle. </a:t>
            </a:r>
          </a:p>
          <a:p>
            <a:pPr marL="287338" indent="-287338">
              <a:buFont typeface="Arial" panose="020B0604020202020204" pitchFamily="34" charset="0"/>
              <a:buChar char="•"/>
            </a:pPr>
            <a:r>
              <a:rPr lang="en-US" sz="1800" dirty="0"/>
              <a:t>Aggregates resources into a single manageable unit.</a:t>
            </a:r>
          </a:p>
          <a:p>
            <a:pPr marL="287338" indent="-287338">
              <a:buFont typeface="Arial" panose="020B0604020202020204" pitchFamily="34" charset="0"/>
              <a:buChar char="•"/>
            </a:pPr>
            <a:r>
              <a:rPr lang="en-US" sz="1800" dirty="0"/>
              <a:t>Every Azure resource must exist in one (and only one) resource group.</a:t>
            </a:r>
          </a:p>
          <a:p>
            <a:pPr marL="287338" indent="-287338">
              <a:buFont typeface="Arial" panose="020B0604020202020204" pitchFamily="34" charset="0"/>
              <a:buChar char="•"/>
            </a:pPr>
            <a:r>
              <a:rPr lang="en-US" sz="1800" dirty="0"/>
              <a:t>Secure at the resource group </a:t>
            </a:r>
            <a:br>
              <a:rPr lang="en-US" sz="1800" dirty="0"/>
            </a:br>
            <a:r>
              <a:rPr lang="en-US" sz="1800" dirty="0"/>
              <a:t>(or resource) level - using role-based access control (RBAC).</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a:p>
            <a:r>
              <a:rPr lang="en-US" sz="9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900" b="0" i="0" u="none" strike="noStrike" kern="1200" dirty="0">
                <a:solidFill>
                  <a:schemeClr val="tx1"/>
                </a:solidFill>
                <a:effectLst/>
                <a:latin typeface="Segoe UI Light" pitchFamily="34" charset="0"/>
                <a:ea typeface="+mn-ea"/>
                <a:cs typeface="+mn-cs"/>
              </a:rPr>
              <a:t>Slides 11-13</a:t>
            </a:r>
          </a:p>
          <a:p>
            <a:pPr marL="0" indent="0">
              <a:buFont typeface="Arial" panose="020B0604020202020204" pitchFamily="34" charset="0"/>
              <a:buNone/>
            </a:pPr>
            <a:r>
              <a:rPr lang="en-US" sz="900" b="0" i="0" u="none" strike="noStrike" kern="1200" dirty="0">
                <a:solidFill>
                  <a:schemeClr val="tx1"/>
                </a:solidFill>
                <a:effectLst/>
                <a:latin typeface="Segoe UI Light" pitchFamily="34" charset="0"/>
                <a:ea typeface="+mn-ea"/>
                <a:cs typeface="+mn-cs"/>
              </a:rPr>
              <a:t>https://docs.microsoft.com/en-us/learn/modules/azure-architecture-fundamentals/resources-resource-manager</a:t>
            </a:r>
          </a:p>
          <a:p>
            <a:pPr marL="0" indent="0">
              <a:buFont typeface="Arial" panose="020B0604020202020204" pitchFamily="34" charset="0"/>
              <a:buNone/>
            </a:pPr>
            <a:endParaRPr lang="en-US" sz="900" dirty="0"/>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72E0C910-0166-48E0-B8EF-5071277A02A8}" type="datetime8">
              <a:rPr lang="en-US" smtClean="0"/>
              <a:t>7/13/2022 7:17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a:p>
        </p:txBody>
      </p:sp>
    </p:spTree>
    <p:extLst>
      <p:ext uri="{BB962C8B-B14F-4D97-AF65-F5344CB8AC3E}">
        <p14:creationId xmlns:p14="http://schemas.microsoft.com/office/powerpoint/2010/main" val="1601089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900" dirty="0"/>
              <a:t>https://docs.microsoft.com/learn/modules/describe-core-architectural-components-of-azure/6-describe-azure-management-infrastructure</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900" dirty="0"/>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dirty="0"/>
              <a:t>An account can have one subscription or multiple subscriptions.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900"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kern="1200" dirty="0">
                <a:solidFill>
                  <a:schemeClr val="tx1"/>
                </a:solidFill>
                <a:effectLst/>
                <a:latin typeface="Segoe UI Light" pitchFamily="34" charset="0"/>
                <a:ea typeface="+mn-ea"/>
                <a:cs typeface="+mn-cs"/>
              </a:rPr>
              <a:t>Azure subscription offers - </a:t>
            </a:r>
            <a:r>
              <a:rPr lang="en-IE" u="sng" dirty="0"/>
              <a:t>https://azure.microsoft.com/en-us/support/legal/offer-details/ </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u="sng" dirty="0"/>
          </a:p>
          <a:p>
            <a:endParaRPr lang="en-IE" u="sng" dirty="0"/>
          </a:p>
          <a:p>
            <a:r>
              <a:rPr lang="en-US" sz="8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800" b="0" i="0" u="none" strike="noStrike" kern="1200" dirty="0">
                <a:solidFill>
                  <a:schemeClr val="tx1"/>
                </a:solidFill>
                <a:effectLst/>
                <a:latin typeface="Segoe UI Light" pitchFamily="34" charset="0"/>
                <a:ea typeface="+mn-ea"/>
                <a:cs typeface="+mn-cs"/>
              </a:rPr>
              <a:t>Slides 14 &amp; 16</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900" b="0" i="0" u="none" strike="noStrike" kern="1200" dirty="0">
                <a:solidFill>
                  <a:schemeClr val="tx1"/>
                </a:solidFill>
                <a:effectLst/>
                <a:latin typeface="Segoe UI Light" pitchFamily="34" charset="0"/>
                <a:ea typeface="+mn-ea"/>
                <a:cs typeface="+mn-cs"/>
              </a:rPr>
              <a:t>https://docs.microsoft.com/en-us/learn/modules/azure-architecture-fundamentals/management-groups-subscriptions</a:t>
            </a: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7/13/2022 7:17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a:p>
        </p:txBody>
      </p:sp>
    </p:spTree>
    <p:extLst>
      <p:ext uri="{BB962C8B-B14F-4D97-AF65-F5344CB8AC3E}">
        <p14:creationId xmlns:p14="http://schemas.microsoft.com/office/powerpoint/2010/main" val="195851969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sz="2000" dirty="0"/>
              <a:t>https://docs.microsoft.com/learn/modules/describe-core-architectural-components-of-azure/6-describe-azure-management-infrastructure</a:t>
            </a:r>
          </a:p>
          <a:p>
            <a:endParaRPr lang="en-US" sz="2000" dirty="0"/>
          </a:p>
          <a:p>
            <a:r>
              <a:rPr lang="en-US" sz="2000" dirty="0"/>
              <a:t>Management groups can include multiple Azure subscriptions.</a:t>
            </a:r>
          </a:p>
          <a:p>
            <a:r>
              <a:rPr lang="en-US" sz="2000" dirty="0"/>
              <a:t>Subscriptions inherit conditions applied to the management group.</a:t>
            </a:r>
          </a:p>
          <a:p>
            <a:r>
              <a:rPr lang="en-US" sz="2000" dirty="0"/>
              <a:t>10,000 management groups can be supported in a single directory.</a:t>
            </a:r>
          </a:p>
          <a:p>
            <a:r>
              <a:rPr lang="en-US" sz="2000" dirty="0"/>
              <a:t>A management group tree can support up to six levels of depth.</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800" b="1" kern="1200" dirty="0">
              <a:solidFill>
                <a:schemeClr val="tx1"/>
              </a:solidFill>
              <a:effectLst/>
              <a:latin typeface="Segoe UI Light" pitchFamily="34" charset="0"/>
              <a:ea typeface="+mn-ea"/>
              <a:cs typeface="+mn-cs"/>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1" kern="1200" dirty="0">
                <a:solidFill>
                  <a:schemeClr val="tx1"/>
                </a:solidFill>
                <a:effectLst/>
                <a:latin typeface="Segoe UI Light" pitchFamily="34" charset="0"/>
                <a:ea typeface="+mn-ea"/>
                <a:cs typeface="+mn-cs"/>
              </a:rPr>
              <a:t>Management groups </a:t>
            </a:r>
            <a:r>
              <a:rPr lang="en-IE" sz="800" kern="1200" dirty="0">
                <a:solidFill>
                  <a:schemeClr val="tx1"/>
                </a:solidFill>
                <a:effectLst/>
                <a:latin typeface="Segoe UI Light" pitchFamily="34" charset="0"/>
                <a:ea typeface="+mn-ea"/>
                <a:cs typeface="+mn-cs"/>
              </a:rPr>
              <a:t>- </a:t>
            </a:r>
            <a:r>
              <a:rPr lang="en-IE" sz="800" b="0" i="0" u="none" strike="noStrike" kern="1200" dirty="0">
                <a:solidFill>
                  <a:schemeClr val="tx1"/>
                </a:solidFill>
                <a:effectLst/>
                <a:latin typeface="Segoe UI Light" pitchFamily="34" charset="0"/>
                <a:ea typeface="+mn-ea"/>
                <a:cs typeface="+mn-cs"/>
                <a:hlinkClick r:id="rId3">
                  <a:extLst>
                    <a:ext uri="{A12FA001-AC4F-418D-AE19-62706E023703}">
                      <ahyp:hlinkClr xmlns:ahyp="http://schemas.microsoft.com/office/drawing/2018/hyperlinkcolor" val="tx"/>
                    </a:ext>
                  </a:extLst>
                </a:hlinkClick>
              </a:rPr>
              <a:t>https://docs.microsoft.com/en-us/azure/governance/management-groups/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800" b="0" i="0" u="none" strike="noStrike" kern="1200" dirty="0">
              <a:solidFill>
                <a:schemeClr val="tx1"/>
              </a:solidFill>
              <a:effectLst/>
              <a:latin typeface="Segoe UI Light" pitchFamily="34" charset="0"/>
              <a:ea typeface="+mn-ea"/>
              <a:cs typeface="+mn-cs"/>
              <a:hlinkClick r:id="rId3">
                <a:extLst>
                  <a:ext uri="{A12FA001-AC4F-418D-AE19-62706E023703}">
                    <ahyp:hlinkClr xmlns:ahyp="http://schemas.microsoft.com/office/drawing/2018/hyperlinkcolor" val="tx"/>
                  </a:ext>
                </a:extLst>
              </a:hlinkClick>
            </a:endParaRPr>
          </a:p>
          <a:p>
            <a:r>
              <a:rPr lang="en-US" sz="700" b="1" i="0" u="none" strike="noStrike" kern="1200" dirty="0">
                <a:solidFill>
                  <a:schemeClr val="tx1"/>
                </a:solidFill>
                <a:effectLst/>
                <a:latin typeface="Segoe UI Light" pitchFamily="34" charset="0"/>
                <a:ea typeface="+mn-ea"/>
                <a:cs typeface="+mn-cs"/>
              </a:rPr>
              <a:t>Learn and SkillPipe content order note: </a:t>
            </a:r>
          </a:p>
          <a:p>
            <a:pPr marL="171450" indent="-171450">
              <a:buFont typeface="Arial" panose="020B0604020202020204" pitchFamily="34" charset="0"/>
              <a:buChar char="•"/>
            </a:pPr>
            <a:r>
              <a:rPr lang="en-US" sz="700" b="0" i="0" u="none" strike="noStrike" kern="1200" dirty="0">
                <a:solidFill>
                  <a:schemeClr val="tx1"/>
                </a:solidFill>
                <a:effectLst/>
                <a:latin typeface="Segoe UI Light" pitchFamily="34" charset="0"/>
                <a:ea typeface="+mn-ea"/>
                <a:cs typeface="+mn-cs"/>
              </a:rPr>
              <a:t>Slides 14 &amp; 16</a:t>
            </a:r>
          </a:p>
          <a:p>
            <a:pPr marL="0" marR="0" lvl="0" indent="0" algn="l" defTabSz="914367" rtl="0" eaLnBrk="1" fontAlgn="auto" latinLnBrk="0" hangingPunct="1">
              <a:lnSpc>
                <a:spcPct val="90000"/>
              </a:lnSpc>
              <a:spcBef>
                <a:spcPts val="0"/>
              </a:spcBef>
              <a:spcAft>
                <a:spcPts val="333"/>
              </a:spcAft>
              <a:buClrTx/>
              <a:buSzTx/>
              <a:buFontTx/>
              <a:buNone/>
              <a:tabLst/>
              <a:defRPr/>
            </a:pPr>
            <a:r>
              <a:rPr lang="en-IE" sz="800" b="0" i="0" u="none" strike="noStrike" kern="1200" dirty="0">
                <a:solidFill>
                  <a:schemeClr val="tx1"/>
                </a:solidFill>
                <a:effectLst/>
                <a:latin typeface="Segoe UI Light" pitchFamily="34" charset="0"/>
                <a:ea typeface="+mn-ea"/>
                <a:cs typeface="+mn-cs"/>
              </a:rPr>
              <a:t>https://docs.microsoft.com/en-us/learn/modules/azure-architecture-fundamentals/management-groups-subscriptions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IE" sz="800" b="0" i="0" u="none" strike="noStrike" kern="1200" dirty="0">
              <a:solidFill>
                <a:schemeClr val="tx1"/>
              </a:solidFill>
              <a:effectLst/>
              <a:latin typeface="Segoe UI Light" pitchFamily="34" charset="0"/>
              <a:ea typeface="+mn-ea"/>
              <a:cs typeface="+mn-cs"/>
              <a:hlinkClick r:id="rId3">
                <a:extLst>
                  <a:ext uri="{A12FA001-AC4F-418D-AE19-62706E023703}">
                    <ahyp:hlinkClr xmlns:ahyp="http://schemas.microsoft.com/office/drawing/2018/hyperlinkcolor" val="tx"/>
                  </a:ext>
                </a:extLst>
              </a:hlinkClick>
            </a:endParaRPr>
          </a:p>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9427A7F7-BB1E-479D-AFAA-B52F4D0C99F2}" type="datetime8">
              <a:rPr lang="en-US" smtClean="0"/>
              <a:t>7/13/2022 7:17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19</a:t>
            </a:fld>
            <a:endParaRPr lang="en-US"/>
          </a:p>
        </p:txBody>
      </p:sp>
    </p:spTree>
    <p:extLst>
      <p:ext uri="{BB962C8B-B14F-4D97-AF65-F5344CB8AC3E}">
        <p14:creationId xmlns:p14="http://schemas.microsoft.com/office/powerpoint/2010/main" val="18338859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https://docs.microsoft.com/learn/modules/describe-core-architectural-components-of-azure/7-exercise-create-azure-resource/</a:t>
            </a:r>
          </a:p>
          <a:p>
            <a:endParaRPr lang="en-US" dirty="0"/>
          </a:p>
          <a:p>
            <a:r>
              <a:rPr lang="en-US" dirty="0"/>
              <a:t>Lab to create an Azure resource. A key component of this lab is noticing that when a VM is created, Azure automatically creates the necessary components (network, storage, </a:t>
            </a:r>
            <a:r>
              <a:rPr lang="en-US" dirty="0" err="1"/>
              <a:t>etc</a:t>
            </a:r>
            <a:r>
              <a:rPr lang="en-US" dirty="0"/>
              <a:t>) and groups them automatically in the same resource group.</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7:17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20</a:t>
            </a:fld>
            <a:endParaRPr lang="en-US"/>
          </a:p>
        </p:txBody>
      </p:sp>
    </p:spTree>
    <p:extLst>
      <p:ext uri="{BB962C8B-B14F-4D97-AF65-F5344CB8AC3E}">
        <p14:creationId xmlns:p14="http://schemas.microsoft.com/office/powerpoint/2010/main" val="123467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7/13/2022 7:15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a:p>
        </p:txBody>
      </p:sp>
    </p:spTree>
    <p:extLst>
      <p:ext uri="{BB962C8B-B14F-4D97-AF65-F5344CB8AC3E}">
        <p14:creationId xmlns:p14="http://schemas.microsoft.com/office/powerpoint/2010/main" val="28602746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sz="800" b="1" i="0" u="sng" strike="noStrike" baseline="0" dirty="0">
                <a:solidFill>
                  <a:srgbClr val="000000"/>
                </a:solidFill>
                <a:latin typeface="Calibri" panose="020F0502020204030204" pitchFamily="34" charset="0"/>
              </a:rPr>
              <a:t>Cloud Adoption Strategy Evaluator</a:t>
            </a:r>
            <a:endParaRPr lang="en-HK" sz="800" b="0" i="0" u="sng" strike="noStrike" baseline="0" dirty="0">
              <a:solidFill>
                <a:srgbClr val="000000"/>
              </a:solidFill>
              <a:latin typeface="Calibri" panose="020F0502020204030204" pitchFamily="34" charset="0"/>
            </a:endParaRPr>
          </a:p>
          <a:p>
            <a:r>
              <a:rPr lang="en-HK" sz="800" b="0" i="0" u="none" strike="noStrike" baseline="0" dirty="0">
                <a:solidFill>
                  <a:srgbClr val="000000"/>
                </a:solidFill>
                <a:latin typeface="Calibri" panose="020F0502020204030204" pitchFamily="34" charset="0"/>
              </a:rPr>
              <a:t>https://docs.microsoft.com/en-us/assessments/?mode=pre-assessment&amp;session=local</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u="sng" dirty="0"/>
              <a:t>The cloud adoption journey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https://azure.microsoft.com/cloud-adoption-framework/#cloud-adoption-journey</a:t>
            </a:r>
          </a:p>
          <a:p>
            <a:r>
              <a:rPr lang="en-US" b="1" u="sng" dirty="0">
                <a:solidFill>
                  <a:srgbClr val="000000"/>
                </a:solidFill>
                <a:effectLst/>
                <a:latin typeface="Consolas" panose="020B0609020204030204" pitchFamily="49" charset="0"/>
              </a:rPr>
              <a:t>Azure migration guide overview</a:t>
            </a:r>
            <a:endParaRPr lang="en-US" b="1" u="sng" dirty="0">
              <a:solidFill>
                <a:srgbClr val="A31515"/>
              </a:solidFill>
              <a:effectLst/>
              <a:latin typeface="Consolas" panose="020B0609020204030204" pitchFamily="49" charset="0"/>
            </a:endParaRPr>
          </a:p>
          <a:p>
            <a:r>
              <a:rPr lang="en-US" b="0" dirty="0">
                <a:solidFill>
                  <a:srgbClr val="A31515"/>
                </a:solidFill>
                <a:effectLst/>
                <a:latin typeface="Consolas" panose="020B0609020204030204" pitchFamily="49" charset="0"/>
              </a:rPr>
              <a:t>https://docs.microsoft.com/azure/cloud-adoption-framework/migrate/azure-migration-guide</a:t>
            </a:r>
            <a:endParaRPr lang="en-US" b="0" dirty="0">
              <a:solidFill>
                <a:srgbClr val="000000"/>
              </a:solidFill>
              <a:effectLst/>
              <a:latin typeface="Consolas" panose="020B0609020204030204" pitchFamily="49" charset="0"/>
            </a:endParaRPr>
          </a:p>
          <a:p>
            <a:r>
              <a:rPr lang="en-US" b="1" u="sng" dirty="0">
                <a:solidFill>
                  <a:srgbClr val="000000"/>
                </a:solidFill>
                <a:effectLst/>
                <a:latin typeface="Consolas" panose="020B0609020204030204" pitchFamily="49" charset="0"/>
              </a:rPr>
              <a:t>Azure cloud migration best practices checklist</a:t>
            </a:r>
            <a:r>
              <a:rPr lang="en-US" b="1" u="sng" dirty="0">
                <a:solidFill>
                  <a:srgbClr val="A31515"/>
                </a:solidFill>
                <a:effectLst/>
                <a:latin typeface="Consolas" panose="020B0609020204030204" pitchFamily="49" charset="0"/>
              </a:rPr>
              <a:t> </a:t>
            </a:r>
          </a:p>
          <a:p>
            <a:r>
              <a:rPr lang="en-US" b="0" dirty="0">
                <a:solidFill>
                  <a:srgbClr val="A31515"/>
                </a:solidFill>
                <a:effectLst/>
                <a:latin typeface="Consolas" panose="020B0609020204030204" pitchFamily="49" charset="0"/>
              </a:rPr>
              <a:t>https://docs.microsoft.com/azure/cloud-adoption-framework/migrate/azure-best-practices</a:t>
            </a:r>
          </a:p>
          <a:p>
            <a:r>
              <a:rPr lang="en-US" b="1" u="sng" dirty="0">
                <a:solidFill>
                  <a:srgbClr val="A31515"/>
                </a:solidFill>
                <a:effectLst/>
                <a:latin typeface="Consolas" panose="020B0609020204030204" pitchFamily="49" charset="0"/>
              </a:rPr>
              <a:t>Microsoft Cloud Adoption Framework for Azure</a:t>
            </a:r>
          </a:p>
          <a:p>
            <a:r>
              <a:rPr lang="en-US" b="0" dirty="0">
                <a:solidFill>
                  <a:srgbClr val="A31515"/>
                </a:solidFill>
                <a:effectLst/>
                <a:latin typeface="Consolas" panose="020B0609020204030204" pitchFamily="49" charset="0"/>
              </a:rPr>
              <a:t>https://docs.microsoft.com/learn/modules/microsoft-cloud-adoption-framework-for-azure/</a:t>
            </a:r>
          </a:p>
        </p:txBody>
      </p:sp>
      <p:sp>
        <p:nvSpPr>
          <p:cNvPr id="4" name="Slide Number Placeholder 3"/>
          <p:cNvSpPr>
            <a:spLocks noGrp="1"/>
          </p:cNvSpPr>
          <p:nvPr>
            <p:ph type="sldNum" sz="quarter" idx="5"/>
          </p:nvPr>
        </p:nvSpPr>
        <p:spPr/>
        <p:txBody>
          <a:bodyPr/>
          <a:lstStyle/>
          <a:p>
            <a:fld id="{79ED9CA1-4A12-4327-B19F-AF8FAAE8140B}" type="slidenum">
              <a:rPr lang="en-US" smtClean="0"/>
              <a:t>22</a:t>
            </a:fld>
            <a:endParaRPr lang="en-US"/>
          </a:p>
        </p:txBody>
      </p:sp>
    </p:spTree>
    <p:extLst>
      <p:ext uri="{BB962C8B-B14F-4D97-AF65-F5344CB8AC3E}">
        <p14:creationId xmlns:p14="http://schemas.microsoft.com/office/powerpoint/2010/main" val="27206595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Adoption Framework migration model - https://docs.microsoft.com/azure/cloud-adoption-framework/migrate/migration-considerations/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solidFill>
                  <a:srgbClr val="000000"/>
                </a:solidFill>
                <a:effectLst/>
                <a:latin typeface="Consolas" panose="020B0609020204030204" pitchFamily="49" charset="0"/>
              </a:rPr>
              <a:t>The One Migrate approach to migrating the IT portfolio - </a:t>
            </a:r>
            <a:r>
              <a:rPr lang="en-US" b="0" dirty="0">
                <a:solidFill>
                  <a:srgbClr val="A31515"/>
                </a:solidFill>
                <a:effectLst/>
                <a:latin typeface="Consolas" panose="020B0609020204030204" pitchFamily="49" charset="0"/>
              </a:rPr>
              <a:t>https://docs.microsoft.com/azure/cloud-adoption-framework/scenarios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A31515"/>
              </a:solidFill>
              <a:effectLst/>
              <a:latin typeface="Consolas" panose="020B0609020204030204" pitchFamily="49" charset="0"/>
            </a:endParaRPr>
          </a:p>
          <a:p>
            <a:pPr algn="l">
              <a:buFont typeface="Arial" panose="020B0604020202020204" pitchFamily="34" charset="0"/>
              <a:buNone/>
            </a:pPr>
            <a:r>
              <a:rPr lang="en-US" b="0" i="0" dirty="0">
                <a:solidFill>
                  <a:srgbClr val="24292F"/>
                </a:solidFill>
                <a:effectLst/>
                <a:latin typeface="-apple-system"/>
              </a:rPr>
              <a:t>Questions:</a:t>
            </a:r>
          </a:p>
          <a:p>
            <a:pPr algn="l">
              <a:buFont typeface="Arial" panose="020B0604020202020204" pitchFamily="34" charset="0"/>
              <a:buChar char="•"/>
            </a:pPr>
            <a:r>
              <a:rPr lang="en-US" b="0" i="0" dirty="0">
                <a:solidFill>
                  <a:srgbClr val="24292F"/>
                </a:solidFill>
                <a:effectLst/>
                <a:latin typeface="-apple-system"/>
              </a:rPr>
              <a:t> Why are we moving the solution to Azure?</a:t>
            </a:r>
          </a:p>
          <a:p>
            <a:pPr algn="l">
              <a:buFont typeface="Arial" panose="020B0604020202020204" pitchFamily="34" charset="0"/>
              <a:buChar char="•"/>
            </a:pPr>
            <a:r>
              <a:rPr lang="en-US" b="0" i="0" dirty="0">
                <a:solidFill>
                  <a:srgbClr val="24292F"/>
                </a:solidFill>
                <a:effectLst/>
                <a:latin typeface="-apple-system"/>
              </a:rPr>
              <a:t> What are the business objectives or quantifiable business goals?</a:t>
            </a:r>
          </a:p>
          <a:p>
            <a:pPr algn="l">
              <a:buFont typeface="Arial" panose="020B0604020202020204" pitchFamily="34" charset="0"/>
              <a:buChar char="•"/>
            </a:pPr>
            <a:r>
              <a:rPr lang="en-US" b="0" i="0" dirty="0">
                <a:solidFill>
                  <a:srgbClr val="24292F"/>
                </a:solidFill>
                <a:effectLst/>
                <a:latin typeface="-apple-system"/>
              </a:rPr>
              <a:t> What outcomes will you achieve?</a:t>
            </a:r>
          </a:p>
          <a:p>
            <a:pPr algn="l">
              <a:buFont typeface="Arial" panose="020B0604020202020204" pitchFamily="34" charset="0"/>
              <a:buChar char="•"/>
            </a:pPr>
            <a:r>
              <a:rPr lang="en-US" b="0" i="0" dirty="0">
                <a:solidFill>
                  <a:srgbClr val="24292F"/>
                </a:solidFill>
                <a:effectLst/>
                <a:latin typeface="-apple-system"/>
              </a:rPr>
              <a:t> Is there a timeline for building the solution Azure?</a:t>
            </a:r>
          </a:p>
          <a:p>
            <a:pPr algn="l">
              <a:buFont typeface="Arial" panose="020B0604020202020204" pitchFamily="34" charset="0"/>
              <a:buChar char="•"/>
            </a:pPr>
            <a:r>
              <a:rPr lang="en-US" b="0" i="0" dirty="0">
                <a:solidFill>
                  <a:srgbClr val="24292F"/>
                </a:solidFill>
                <a:effectLst/>
                <a:latin typeface="-apple-system"/>
              </a:rPr>
              <a:t> Is there a targeted event or date for an announcement about the solution's availability on Azure?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solidFill>
                <a:srgbClr val="A31515"/>
              </a:solidFill>
              <a:effectLst/>
              <a:latin typeface="Consolas" panose="020B0609020204030204" pitchFamily="49" charset="0"/>
            </a:endParaRPr>
          </a:p>
          <a:p>
            <a:endParaRPr lang="en-US" dirty="0"/>
          </a:p>
        </p:txBody>
      </p:sp>
      <p:sp>
        <p:nvSpPr>
          <p:cNvPr id="4" name="Slide Number Placeholder 3"/>
          <p:cNvSpPr>
            <a:spLocks noGrp="1"/>
          </p:cNvSpPr>
          <p:nvPr>
            <p:ph type="sldNum" sz="quarter" idx="5"/>
          </p:nvPr>
        </p:nvSpPr>
        <p:spPr/>
        <p:txBody>
          <a:bodyPr/>
          <a:lstStyle/>
          <a:p>
            <a:fld id="{79ED9CA1-4A12-4327-B19F-AF8FAAE8140B}" type="slidenum">
              <a:rPr lang="en-US" smtClean="0"/>
              <a:t>24</a:t>
            </a:fld>
            <a:endParaRPr lang="en-US"/>
          </a:p>
        </p:txBody>
      </p:sp>
    </p:spTree>
    <p:extLst>
      <p:ext uri="{BB962C8B-B14F-4D97-AF65-F5344CB8AC3E}">
        <p14:creationId xmlns:p14="http://schemas.microsoft.com/office/powerpoint/2010/main" val="8271851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HK" sz="1800" b="1" i="0" u="none" strike="noStrike" baseline="0" dirty="0">
                <a:solidFill>
                  <a:srgbClr val="000000"/>
                </a:solidFill>
                <a:latin typeface="Calibri" panose="020F0502020204030204" pitchFamily="34" charset="0"/>
              </a:rPr>
              <a:t>Azure landing zone</a:t>
            </a:r>
            <a:endParaRPr lang="en-HK" sz="1800" b="0" i="0" u="none" strike="noStrike" baseline="0" dirty="0">
              <a:solidFill>
                <a:srgbClr val="000000"/>
              </a:solidFill>
              <a:latin typeface="Calibri" panose="020F0502020204030204" pitchFamily="34" charset="0"/>
            </a:endParaRPr>
          </a:p>
          <a:p>
            <a:r>
              <a:rPr lang="en-HK" sz="1800" b="0" i="0" u="none" strike="noStrike" baseline="0" dirty="0">
                <a:solidFill>
                  <a:srgbClr val="000000"/>
                </a:solidFill>
                <a:latin typeface="Calibri" panose="020F0502020204030204" pitchFamily="34" charset="0"/>
              </a:rPr>
              <a:t>https://docs.microsoft.com/en-us/azure/cloud-adoption-framework/ready/landing-zone/</a:t>
            </a:r>
          </a:p>
          <a:p>
            <a:endParaRPr lang="en-HK" sz="1800" b="0" i="0" u="none" strike="noStrike" baseline="0" dirty="0">
              <a:solidFill>
                <a:srgbClr val="000000"/>
              </a:solidFill>
              <a:latin typeface="Calibri" panose="020F0502020204030204" pitchFamily="34" charset="0"/>
            </a:endParaRPr>
          </a:p>
          <a:p>
            <a:r>
              <a:rPr lang="en-HK" sz="1800" b="1" i="0" u="none" strike="noStrike" baseline="0" dirty="0">
                <a:solidFill>
                  <a:srgbClr val="000000"/>
                </a:solidFill>
                <a:latin typeface="Calibri" panose="020F0502020204030204" pitchFamily="34" charset="0"/>
              </a:rPr>
              <a:t>Example</a:t>
            </a:r>
          </a:p>
          <a:p>
            <a:r>
              <a:rPr lang="en-HK" sz="1800" b="0" i="0" u="none" strike="noStrike" baseline="0" dirty="0">
                <a:solidFill>
                  <a:srgbClr val="000000"/>
                </a:solidFill>
                <a:latin typeface="Calibri" panose="020F0502020204030204" pitchFamily="34" charset="0"/>
              </a:rPr>
              <a:t>https://docs.microsoft.com/en-us/azure/cloud-adoption-framework/ready/landing-zone/implementation-options</a:t>
            </a:r>
          </a:p>
          <a:p>
            <a:endParaRPr lang="en-HK" sz="1800" b="0" i="0" u="none" strike="noStrike" baseline="0" dirty="0">
              <a:solidFill>
                <a:srgbClr val="000000"/>
              </a:solidFill>
              <a:latin typeface="Calibri" panose="020F0502020204030204" pitchFamily="34" charset="0"/>
            </a:endParaRPr>
          </a:p>
          <a:p>
            <a:r>
              <a:rPr lang="en-HK" sz="1800" b="1" i="0" u="none" strike="noStrike" baseline="0" dirty="0">
                <a:solidFill>
                  <a:srgbClr val="000000"/>
                </a:solidFill>
                <a:latin typeface="Calibri" panose="020F0502020204030204" pitchFamily="34" charset="0"/>
              </a:rPr>
              <a:t>ALZ implementation option</a:t>
            </a:r>
            <a:endParaRPr lang="en-HK" sz="1800" b="0" i="0" u="none" strike="noStrike" baseline="0" dirty="0">
              <a:solidFill>
                <a:srgbClr val="000000"/>
              </a:solidFill>
              <a:latin typeface="Calibri" panose="020F0502020204030204" pitchFamily="34" charset="0"/>
            </a:endParaRPr>
          </a:p>
          <a:p>
            <a:r>
              <a:rPr lang="en-HK" sz="1800" b="0" i="0" u="none" strike="noStrike" baseline="0" dirty="0">
                <a:solidFill>
                  <a:srgbClr val="000000"/>
                </a:solidFill>
                <a:latin typeface="Calibri" panose="020F0502020204030204" pitchFamily="34" charset="0"/>
              </a:rPr>
              <a:t>https://docs.microsoft.com/en-us/azure/cloud-adoption-framework/ready/landing-zone/implementation-options</a:t>
            </a:r>
            <a:endParaRPr lang="en-HK"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7/13/2022 7:15 PM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25</a:t>
            </a:fld>
            <a:endParaRPr lang="en-US"/>
          </a:p>
        </p:txBody>
      </p:sp>
    </p:spTree>
    <p:extLst>
      <p:ext uri="{BB962C8B-B14F-4D97-AF65-F5344CB8AC3E}">
        <p14:creationId xmlns:p14="http://schemas.microsoft.com/office/powerpoint/2010/main" val="18191667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7/13/2022 7:15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26</a:t>
            </a:fld>
            <a:endParaRPr lang="en-US"/>
          </a:p>
        </p:txBody>
      </p:sp>
    </p:spTree>
    <p:extLst>
      <p:ext uri="{BB962C8B-B14F-4D97-AF65-F5344CB8AC3E}">
        <p14:creationId xmlns:p14="http://schemas.microsoft.com/office/powerpoint/2010/main" val="7258138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80" dirty="0">
                <a:latin typeface="Segoe UI Light" panose="020B0502040204020203" pitchFamily="34" charset="0"/>
                <a:cs typeface="Segoe UI Light" panose="020B0502040204020203" pitchFamily="34" charset="0"/>
              </a:rPr>
              <a:t>Overview of application migration examples for Azure - https://docs.microsoft.com/azure/cloud-adoption-framework/migrate/azure-best-practices/contoso-migration-overview</a:t>
            </a:r>
          </a:p>
          <a:p>
            <a:endParaRPr lang="en-US" sz="880" dirty="0">
              <a:latin typeface="Segoe UI Light" panose="020B0502040204020203" pitchFamily="34" charset="0"/>
              <a:cs typeface="Segoe UI Light" panose="020B0502040204020203" pitchFamily="34" charset="0"/>
            </a:endParaRPr>
          </a:p>
          <a:p>
            <a:r>
              <a:rPr lang="en-US" sz="880" dirty="0">
                <a:latin typeface="Segoe UI Light" panose="020B0502040204020203" pitchFamily="34" charset="0"/>
                <a:cs typeface="Segoe UI Light" panose="020B0502040204020203" pitchFamily="34" charset="0"/>
              </a:rPr>
              <a:t>The options Replace and Retire would not be considered migration strategies for the purposes of our discussion.</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28</a:t>
            </a:fld>
            <a:endParaRPr lang="en-US"/>
          </a:p>
        </p:txBody>
      </p:sp>
    </p:spTree>
    <p:extLst>
      <p:ext uri="{BB962C8B-B14F-4D97-AF65-F5344CB8AC3E}">
        <p14:creationId xmlns:p14="http://schemas.microsoft.com/office/powerpoint/2010/main" val="91202166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Plan your Azure migration - https://docs.microsoft.com/learn/modules/design-your-migration-to-azure/2-plan-your-azure-migration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There are also optimization tools like Azure Cost Management and Azure Advisor. And other tools like TCO calculator and Service Map.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And more Integration Tools - https://docs.microsoft.com/azure/migrate/migrate-services-overview#integrated-tools.</a:t>
            </a:r>
          </a:p>
          <a:p>
            <a:endParaRPr lang="en-US" dirty="0"/>
          </a:p>
        </p:txBody>
      </p:sp>
      <p:sp>
        <p:nvSpPr>
          <p:cNvPr id="4" name="Slide Number Placeholder 3"/>
          <p:cNvSpPr>
            <a:spLocks noGrp="1"/>
          </p:cNvSpPr>
          <p:nvPr>
            <p:ph type="sldNum" sz="quarter" idx="5"/>
          </p:nvPr>
        </p:nvSpPr>
        <p:spPr/>
        <p:txBody>
          <a:bodyPr/>
          <a:lstStyle/>
          <a:p>
            <a:fld id="{79ED9CA1-4A12-4327-B19F-AF8FAAE8140B}" type="slidenum">
              <a:rPr lang="en-US" smtClean="0"/>
              <a:t>29</a:t>
            </a:fld>
            <a:endParaRPr lang="en-US"/>
          </a:p>
        </p:txBody>
      </p:sp>
    </p:spTree>
    <p:extLst>
      <p:ext uri="{BB962C8B-B14F-4D97-AF65-F5344CB8AC3E}">
        <p14:creationId xmlns:p14="http://schemas.microsoft.com/office/powerpoint/2010/main" val="37692945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32742" rtl="0" eaLnBrk="1" fontAlgn="auto" latinLnBrk="0" hangingPunct="1">
              <a:lnSpc>
                <a:spcPct val="100000"/>
              </a:lnSpc>
              <a:spcBef>
                <a:spcPts val="0"/>
              </a:spcBef>
              <a:spcAft>
                <a:spcPts val="0"/>
              </a:spcAft>
              <a:buClrTx/>
              <a:buSzTx/>
              <a:buFontTx/>
              <a:buNone/>
              <a:tabLst/>
              <a:defRPr/>
            </a:pPr>
            <a:fld id="{8507DC7E-BC41-4478-BA30-CBCC3A644F0A}"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32742" rtl="0" eaLnBrk="1" fontAlgn="auto" latinLnBrk="0" hangingPunct="1">
                <a:lnSpc>
                  <a:spcPct val="100000"/>
                </a:lnSpc>
                <a:spcBef>
                  <a:spcPts val="0"/>
                </a:spcBef>
                <a:spcAft>
                  <a:spcPts val="0"/>
                </a:spcAft>
                <a:buClrTx/>
                <a:buSzTx/>
                <a:buFontTx/>
                <a:buNone/>
                <a:tabLst/>
                <a:defRPr/>
              </a:pPr>
              <a:t>30</a:t>
            </a:fld>
            <a:endParaRPr kumimoji="0" lang="en-US" sz="1200" b="0" i="0" u="none" strike="noStrike" kern="1200" cap="none" spc="0" normalizeH="0" baseline="0" noProof="0" dirty="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74303655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2"/>
          </p:nvPr>
        </p:nvSpPr>
        <p:spPr/>
        <p:txBody>
          <a:bodyPr/>
          <a:lstStyle/>
          <a:p>
            <a:fld id="{3619146B-24F9-441E-A368-DB3B5A84C1D4}" type="datetime8">
              <a:rPr lang="en-US" smtClean="0"/>
              <a:t>7/13/2022 7:15 PM</a:t>
            </a:fld>
            <a:endParaRPr lang="en-US"/>
          </a:p>
        </p:txBody>
      </p:sp>
      <p:sp>
        <p:nvSpPr>
          <p:cNvPr id="7" name="Slide Number Placeholder 6"/>
          <p:cNvSpPr>
            <a:spLocks noGrp="1"/>
          </p:cNvSpPr>
          <p:nvPr>
            <p:ph type="sldNum" sz="quarter" idx="13"/>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330837894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Let us now have a bird's eye view of the Azure Arc service. Imagine we have resources…</a:t>
            </a:r>
          </a:p>
          <a:p>
            <a:pPr marL="0" marR="0">
              <a:lnSpc>
                <a:spcPct val="107000"/>
              </a:lnSpc>
              <a:spcBef>
                <a:spcPts val="0"/>
              </a:spcBef>
              <a:spcAft>
                <a:spcPts val="0"/>
              </a:spcAft>
            </a:pPr>
            <a:endParaRPr lang="en-US" sz="1800">
              <a:effectLst/>
              <a:latin typeface="Segoe UI" panose="020B0502040204020203" pitchFamily="34" charset="0"/>
              <a:ea typeface="Times New Roman" panose="02020603050405020304" pitchFamily="18" charset="0"/>
              <a:cs typeface="Arial" panose="020B0604020202020204" pitchFamily="34" charset="0"/>
            </a:endParaRPr>
          </a:p>
          <a:p>
            <a:pPr marL="0" marR="0">
              <a:lnSpc>
                <a:spcPct val="107000"/>
              </a:lnSpc>
              <a:spcBef>
                <a:spcPts val="0"/>
              </a:spcBef>
              <a:spcAft>
                <a:spcPts val="0"/>
              </a:spcAft>
            </a:pPr>
            <a:r>
              <a:rPr lang="en-US" sz="1800" err="1">
                <a:effectLst/>
                <a:latin typeface="Segoe UI" panose="020B0502040204020203" pitchFamily="34" charset="0"/>
                <a:ea typeface="Times New Roman" panose="02020603050405020304" pitchFamily="18" charset="0"/>
                <a:cs typeface="Arial" panose="020B0604020202020204" pitchFamily="34" charset="0"/>
              </a:rPr>
              <a:t>Exta</a:t>
            </a:r>
            <a:r>
              <a:rPr lang="en-US" sz="1800">
                <a:effectLst/>
                <a:latin typeface="Segoe UI" panose="020B0502040204020203" pitchFamily="34" charset="0"/>
                <a:ea typeface="Times New Roman" panose="02020603050405020304" pitchFamily="18" charset="0"/>
                <a:cs typeface="Arial" panose="020B0604020202020204" pitchFamily="34" charset="0"/>
              </a:rPr>
              <a:t> Info:</a:t>
            </a:r>
          </a:p>
          <a:p>
            <a:pPr marL="0" marR="0">
              <a:lnSpc>
                <a:spcPct val="107000"/>
              </a:lnSpc>
              <a:spcBef>
                <a:spcPts val="0"/>
              </a:spcBef>
              <a:spcAft>
                <a:spcPts val="0"/>
              </a:spcAft>
            </a:pPr>
            <a:endParaRPr lang="en-US" sz="1800">
              <a:effectLst/>
              <a:latin typeface="Segoe UI" panose="020B0502040204020203" pitchFamily="34" charset="0"/>
              <a:ea typeface="Times New Roman" panose="02020603050405020304" pitchFamily="18"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To support this momentum, Azure offers unique hybrid and </a:t>
            </a:r>
            <a:r>
              <a:rPr lang="en-US" sz="1800" err="1">
                <a:effectLst/>
                <a:latin typeface="Segoe UI" panose="020B0502040204020203" pitchFamily="34" charset="0"/>
                <a:ea typeface="Times New Roman" panose="02020603050405020304" pitchFamily="18" charset="0"/>
                <a:cs typeface="Arial" panose="020B0604020202020204" pitchFamily="34" charset="0"/>
              </a:rPr>
              <a:t>multicloud</a:t>
            </a:r>
            <a:r>
              <a:rPr lang="en-US" sz="1800">
                <a:effectLst/>
                <a:latin typeface="Segoe UI" panose="020B0502040204020203" pitchFamily="34" charset="0"/>
                <a:ea typeface="Times New Roman" panose="02020603050405020304" pitchFamily="18" charset="0"/>
                <a:cs typeface="Arial" panose="020B0604020202020204" pitchFamily="34" charset="0"/>
              </a:rPr>
              <a:t> capabilities that give customers the flexibility to innovate anywhere in their environment.</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45720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fontAlgn="base">
              <a:lnSpc>
                <a:spcPct val="107000"/>
              </a:lnSpc>
              <a:spcBef>
                <a:spcPts val="0"/>
              </a:spcBef>
              <a:spcAft>
                <a:spcPts val="0"/>
              </a:spcAft>
              <a:buFont typeface="Symbol" panose="05050102010706020507" pitchFamily="18" charset="2"/>
              <a:buChar char=""/>
            </a:pPr>
            <a:r>
              <a:rPr lang="en-US" sz="1800">
                <a:effectLst/>
                <a:latin typeface="Segoe UI" panose="020B0502040204020203" pitchFamily="34" charset="0"/>
                <a:ea typeface="Times New Roman" panose="02020603050405020304" pitchFamily="18" charset="0"/>
                <a:cs typeface="Arial" panose="020B0604020202020204" pitchFamily="34" charset="0"/>
              </a:rPr>
              <a:t>It’s starts with </a:t>
            </a:r>
            <a:r>
              <a:rPr lang="en-US" sz="1800" b="1">
                <a:effectLst/>
                <a:latin typeface="Segoe UI" panose="020B0502040204020203" pitchFamily="34" charset="0"/>
                <a:ea typeface="Times New Roman" panose="02020603050405020304" pitchFamily="18" charset="0"/>
                <a:cs typeface="Arial" panose="020B0604020202020204" pitchFamily="34" charset="0"/>
              </a:rPr>
              <a:t>Azure Arc</a:t>
            </a:r>
            <a:r>
              <a:rPr lang="en-US" sz="1800">
                <a:effectLst/>
                <a:latin typeface="Segoe UI" panose="020B0502040204020203" pitchFamily="34" charset="0"/>
                <a:ea typeface="Times New Roman" panose="02020603050405020304" pitchFamily="18" charset="0"/>
                <a:cs typeface="Arial" panose="020B0604020202020204" pitchFamily="34" charset="0"/>
              </a:rPr>
              <a:t>. Azure Arc enables you to standardize </a:t>
            </a:r>
            <a:r>
              <a:rPr lang="en-US" sz="1800" b="1">
                <a:effectLst/>
                <a:latin typeface="Segoe UI" panose="020B0502040204020203" pitchFamily="34" charset="0"/>
                <a:ea typeface="Times New Roman" panose="02020603050405020304" pitchFamily="18" charset="0"/>
                <a:cs typeface="Arial" panose="020B0604020202020204" pitchFamily="34" charset="0"/>
              </a:rPr>
              <a:t>visibility, operations</a:t>
            </a:r>
            <a:r>
              <a:rPr lang="en-US" sz="1800">
                <a:effectLst/>
                <a:latin typeface="Segoe UI" panose="020B0502040204020203" pitchFamily="34" charset="0"/>
                <a:ea typeface="Times New Roman" panose="02020603050405020304" pitchFamily="18" charset="0"/>
                <a:cs typeface="Arial" panose="020B0604020202020204" pitchFamily="34" charset="0"/>
              </a:rPr>
              <a:t>, and </a:t>
            </a:r>
            <a:r>
              <a:rPr lang="en-US" sz="1800" b="1">
                <a:effectLst/>
                <a:latin typeface="Segoe UI" panose="020B0502040204020203" pitchFamily="34" charset="0"/>
                <a:ea typeface="Times New Roman" panose="02020603050405020304" pitchFamily="18" charset="0"/>
                <a:cs typeface="Arial" panose="020B0604020202020204" pitchFamily="34" charset="0"/>
              </a:rPr>
              <a:t>compliance</a:t>
            </a:r>
            <a:r>
              <a:rPr lang="en-US" sz="1800">
                <a:effectLst/>
                <a:latin typeface="Segoe UI" panose="020B0502040204020203" pitchFamily="34" charset="0"/>
                <a:ea typeface="Times New Roman" panose="02020603050405020304" pitchFamily="18" charset="0"/>
                <a:cs typeface="Arial" panose="020B0604020202020204" pitchFamily="34" charset="0"/>
              </a:rPr>
              <a:t> across a wide range of resources and locations by extending the Azure control plane. Right from Azure, you can easily organize, govern, and secure Windows, Linux, SQL server, and Kubernetes clusters across data centers, edge, and multi-cloud.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800" b="1">
                <a:effectLst/>
                <a:latin typeface="Segoe UI" panose="020B0502040204020203" pitchFamily="34" charset="0"/>
                <a:ea typeface="Times New Roman" panose="02020603050405020304" pitchFamily="18" charset="0"/>
                <a:cs typeface="Arial" panose="020B0604020202020204" pitchFamily="34" charset="0"/>
              </a:rPr>
              <a:t>Enabled by Azure Arc</a:t>
            </a:r>
            <a:r>
              <a:rPr lang="en-US" sz="1800">
                <a:effectLst/>
                <a:latin typeface="Segoe UI" panose="020B0502040204020203" pitchFamily="34" charset="0"/>
                <a:ea typeface="Times New Roman" panose="02020603050405020304" pitchFamily="18" charset="0"/>
                <a:cs typeface="Arial" panose="020B0604020202020204" pitchFamily="34" charset="0"/>
              </a:rPr>
              <a:t>, you can bring Azure services to any existing infrastructure including other clouds you are using, so you can take advantage of cloud benefits everywhere, such as scalability, fast deployment, and always up-to-date cloud innovation.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800">
                <a:effectLst/>
                <a:latin typeface="Segoe UI" panose="020B0502040204020203" pitchFamily="34" charset="0"/>
                <a:ea typeface="Times New Roman" panose="02020603050405020304" pitchFamily="18" charset="0"/>
                <a:cs typeface="Arial" panose="020B0604020202020204" pitchFamily="34" charset="0"/>
              </a:rPr>
              <a:t>You can build Azure-consistent </a:t>
            </a:r>
            <a:r>
              <a:rPr lang="en-US" sz="1800" b="1">
                <a:effectLst/>
                <a:latin typeface="Segoe UI" panose="020B0502040204020203" pitchFamily="34" charset="0"/>
                <a:ea typeface="Times New Roman" panose="02020603050405020304" pitchFamily="18" charset="0"/>
                <a:cs typeface="Arial" panose="020B0604020202020204" pitchFamily="34" charset="0"/>
              </a:rPr>
              <a:t>new cloud infrastructure in your own datacenter with Azure Stack, </a:t>
            </a:r>
            <a:r>
              <a:rPr lang="en-US" sz="1800">
                <a:effectLst/>
                <a:latin typeface="Segoe UI" panose="020B0502040204020203" pitchFamily="34" charset="0"/>
                <a:ea typeface="Times New Roman" panose="02020603050405020304" pitchFamily="18" charset="0"/>
                <a:cs typeface="Arial" panose="020B0604020202020204" pitchFamily="34" charset="0"/>
              </a:rPr>
              <a:t>so you can modernize your datacenter and run cloud native applications on-premises while taking advantage of existing investments and meeting regulatory compliances.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07000"/>
              </a:lnSpc>
              <a:spcBef>
                <a:spcPts val="0"/>
              </a:spcBef>
              <a:spcAft>
                <a:spcPts val="0"/>
              </a:spcAft>
              <a:buFont typeface="Symbol" panose="05050102010706020507" pitchFamily="18" charset="2"/>
              <a:buChar char=""/>
            </a:pPr>
            <a:r>
              <a:rPr lang="en-US" sz="1800">
                <a:effectLst/>
                <a:latin typeface="Segoe UI" panose="020B0502040204020203" pitchFamily="34" charset="0"/>
                <a:ea typeface="Times New Roman" panose="02020603050405020304" pitchFamily="18" charset="0"/>
                <a:cs typeface="Arial" panose="020B0604020202020204" pitchFamily="34" charset="0"/>
              </a:rPr>
              <a:t>You can </a:t>
            </a:r>
            <a:r>
              <a:rPr lang="en-US" sz="1800" b="1">
                <a:effectLst/>
                <a:latin typeface="Segoe UI" panose="020B0502040204020203" pitchFamily="34" charset="0"/>
                <a:ea typeface="Times New Roman" panose="02020603050405020304" pitchFamily="18" charset="0"/>
                <a:cs typeface="Arial" panose="020B0604020202020204" pitchFamily="34" charset="0"/>
              </a:rPr>
              <a:t>extend AI to edge devices with Azure IoT</a:t>
            </a:r>
            <a:r>
              <a:rPr lang="en-US" sz="1800">
                <a:effectLst/>
                <a:latin typeface="Segoe UI" panose="020B0502040204020203" pitchFamily="34" charset="0"/>
                <a:ea typeface="Times New Roman" panose="02020603050405020304" pitchFamily="18" charset="0"/>
                <a:cs typeface="Arial" panose="020B0604020202020204" pitchFamily="34" charset="0"/>
              </a:rPr>
              <a:t>, so you can run machine learning and advanced analytics close to the users and the data. As a result, you can gain real-time insights and deliver immersive experiences at the edge of your network, opening up endless new business opportunities.</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This is our portfolio of capabilities to support customer’s  hybrid and </a:t>
            </a:r>
            <a:r>
              <a:rPr lang="en-US" sz="1800" err="1">
                <a:effectLst/>
                <a:latin typeface="Segoe UI" panose="020B0502040204020203" pitchFamily="34" charset="0"/>
                <a:ea typeface="Times New Roman" panose="02020603050405020304" pitchFamily="18" charset="0"/>
                <a:cs typeface="Arial" panose="020B0604020202020204" pitchFamily="34" charset="0"/>
              </a:rPr>
              <a:t>multicloud</a:t>
            </a:r>
            <a:r>
              <a:rPr lang="en-US" sz="1800">
                <a:effectLst/>
                <a:latin typeface="Segoe UI" panose="020B0502040204020203" pitchFamily="34" charset="0"/>
                <a:ea typeface="Times New Roman" panose="02020603050405020304" pitchFamily="18" charset="0"/>
                <a:cs typeface="Arial" panose="020B0604020202020204" pitchFamily="34" charset="0"/>
              </a:rPr>
              <a:t> strategy. </a:t>
            </a:r>
            <a:endParaRPr lang="en-US" sz="1800">
              <a:effectLst/>
              <a:latin typeface="Calibri" panose="020F0502020204030204" pitchFamily="34" charset="0"/>
              <a:ea typeface="Times New Roman" panose="02020603050405020304" pitchFamily="18"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&lt;CLICK&gt;</a:t>
            </a:r>
            <a:endParaRPr lang="en-US" sz="180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0"/>
              </a:spcAft>
            </a:pPr>
            <a:r>
              <a:rPr lang="en-US" sz="1800">
                <a:effectLst/>
                <a:latin typeface="Segoe UI" panose="020B0502040204020203" pitchFamily="34" charset="0"/>
                <a:ea typeface="Times New Roman" panose="02020603050405020304" pitchFamily="18" charset="0"/>
                <a:cs typeface="Arial" panose="020B0604020202020204" pitchFamily="34" charset="0"/>
              </a:rPr>
              <a:t> </a:t>
            </a:r>
            <a:endParaRPr lang="en-US" sz="1800">
              <a:effectLst/>
              <a:latin typeface="Calibri" panose="020F0502020204030204" pitchFamily="34" charset="0"/>
              <a:ea typeface="Calibri" panose="020F0502020204030204" pitchFamily="34" charset="0"/>
              <a:cs typeface="Arial" panose="020B0604020202020204" pitchFamily="34" charset="0"/>
            </a:endParaRPr>
          </a:p>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A5470B-F548-4D7E-91A5-A1A993D75FE8}"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124242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sz="1000" b="1">
                <a:effectLst/>
                <a:latin typeface="Segoe UI" panose="020B0502040204020203" pitchFamily="34" charset="0"/>
                <a:ea typeface="Times New Roman" panose="02020603050405020304" pitchFamily="18" charset="0"/>
                <a:cs typeface="Times New Roman" panose="02020603050405020304" pitchFamily="18" charset="0"/>
              </a:rPr>
              <a:t>So, How does Azure Arc make all of this possible.</a:t>
            </a:r>
          </a:p>
          <a:p>
            <a:pPr>
              <a:defRPr/>
            </a:pPr>
            <a:endParaRPr lang="en-US" sz="1000" b="1">
              <a:effectLst/>
              <a:latin typeface="Segoe UI" panose="020B0502040204020203" pitchFamily="34" charset="0"/>
              <a:cs typeface="Times New Roman" panose="02020603050405020304" pitchFamily="18" charset="0"/>
            </a:endParaRPr>
          </a:p>
          <a:p>
            <a:pPr>
              <a:defRPr/>
            </a:pPr>
            <a:r>
              <a:rPr lang="en-US" sz="1000">
                <a:effectLst/>
                <a:latin typeface="Segoe UI" panose="020B0502040204020203" pitchFamily="34" charset="0"/>
                <a:ea typeface="Times New Roman" panose="02020603050405020304" pitchFamily="18" charset="0"/>
                <a:cs typeface="Times New Roman" panose="02020603050405020304" pitchFamily="18" charset="0"/>
              </a:rPr>
              <a:t>There are 2 key parts here:</a:t>
            </a:r>
          </a:p>
          <a:p>
            <a:pPr>
              <a:defRPr/>
            </a:pPr>
            <a:endParaRPr lang="en-US" sz="1000">
              <a:effectLst/>
              <a:latin typeface="Segoe UI" panose="020B0502040204020203" pitchFamily="34" charset="0"/>
              <a:ea typeface="Times New Roman" panose="02020603050405020304" pitchFamily="18" charset="0"/>
              <a:cs typeface="Times New Roman" panose="02020603050405020304" pitchFamily="18"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a:effectLst/>
                <a:latin typeface="Segoe UI" panose="020B0502040204020203" pitchFamily="34" charset="0"/>
                <a:ea typeface="Times New Roman" panose="02020603050405020304" pitchFamily="18" charset="0"/>
                <a:cs typeface="Times New Roman" panose="02020603050405020304" pitchFamily="18" charset="0"/>
              </a:rPr>
              <a:t>The first part is, </a:t>
            </a:r>
            <a:r>
              <a:rPr lang="en-US" sz="900" b="1">
                <a:effectLst/>
                <a:latin typeface="Segoe UI" panose="020B0502040204020203" pitchFamily="34" charset="0"/>
                <a:ea typeface="Times New Roman" panose="02020603050405020304" pitchFamily="18" charset="0"/>
                <a:cs typeface="Times New Roman" panose="02020603050405020304" pitchFamily="18" charset="0"/>
              </a:rPr>
              <a:t>Azure Arc enabled infrastructure </a:t>
            </a:r>
            <a:r>
              <a:rPr lang="en-US" sz="900" b="0">
                <a:effectLst/>
                <a:latin typeface="Segoe UI" panose="020B0502040204020203" pitchFamily="34" charset="0"/>
                <a:ea typeface="Times New Roman" panose="02020603050405020304" pitchFamily="18" charset="0"/>
                <a:cs typeface="Times New Roman" panose="02020603050405020304" pitchFamily="18" charset="0"/>
              </a:rPr>
              <a:t>which</a:t>
            </a:r>
            <a:r>
              <a:rPr lang="en-US" sz="900" b="1">
                <a:effectLst/>
                <a:latin typeface="Segoe UI" panose="020B0502040204020203" pitchFamily="34" charset="0"/>
                <a:ea typeface="Times New Roman" panose="02020603050405020304" pitchFamily="18" charset="0"/>
                <a:cs typeface="Times New Roman" panose="02020603050405020304" pitchFamily="18" charset="0"/>
              </a:rPr>
              <a:t> </a:t>
            </a:r>
            <a:r>
              <a:rPr lang="en-US" sz="900">
                <a:effectLst/>
                <a:latin typeface="Segoe UI" panose="020B0502040204020203" pitchFamily="34" charset="0"/>
                <a:ea typeface="Times New Roman" panose="02020603050405020304" pitchFamily="18" charset="0"/>
                <a:cs typeface="Times New Roman" panose="02020603050405020304" pitchFamily="18" charset="0"/>
              </a:rPr>
              <a:t>enables us to connect our resources, which live outside of Azure today, and operate them as if they were native Azure resources, using the same management tools and services that Azure provides.</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sz="900">
              <a:effectLst/>
              <a:latin typeface="Segoe UI" panose="020B0502040204020203" pitchFamily="34" charset="0"/>
              <a:ea typeface="Times New Roman" panose="02020603050405020304" pitchFamily="18" charset="0"/>
              <a:cs typeface="Times New Roman" panose="02020603050405020304" pitchFamily="18" charset="0"/>
            </a:endParaRPr>
          </a:p>
          <a:p>
            <a:pPr marL="0" marR="0" lvl="0" indent="0" algn="l" defTabSz="914367" rtl="0" eaLnBrk="1" fontAlgn="auto" latinLnBrk="0" hangingPunct="1">
              <a:lnSpc>
                <a:spcPct val="90000"/>
              </a:lnSpc>
              <a:spcBef>
                <a:spcPts val="0"/>
              </a:spcBef>
              <a:spcAft>
                <a:spcPts val="333"/>
              </a:spcAft>
              <a:buClrTx/>
              <a:buSzTx/>
              <a:buFontTx/>
              <a:buNone/>
              <a:tabLst/>
              <a:defRPr/>
            </a:pPr>
            <a:r>
              <a:rPr lang="en-US" sz="900">
                <a:effectLst/>
                <a:latin typeface="Segoe UI" panose="020B0502040204020203" pitchFamily="34" charset="0"/>
                <a:ea typeface="Times New Roman" panose="02020603050405020304" pitchFamily="18" charset="0"/>
                <a:cs typeface="Times New Roman" panose="02020603050405020304" pitchFamily="18" charset="0"/>
              </a:rPr>
              <a:t>And the second is, Azure Arc enabled services, which gives us the</a:t>
            </a:r>
            <a:r>
              <a:rPr lang="en-US" sz="900" b="1">
                <a:effectLst/>
                <a:latin typeface="Segoe UI" panose="020B0502040204020203" pitchFamily="34" charset="0"/>
                <a:ea typeface="Times New Roman" panose="02020603050405020304" pitchFamily="18" charset="0"/>
                <a:cs typeface="Times New Roman" panose="02020603050405020304" pitchFamily="18" charset="0"/>
              </a:rPr>
              <a:t> flexibility to deploy fully managed Azure services anywhere </a:t>
            </a:r>
            <a:r>
              <a:rPr lang="en-US" sz="900">
                <a:effectLst/>
                <a:latin typeface="Segoe UI" panose="020B0502040204020203" pitchFamily="34" charset="0"/>
                <a:ea typeface="Times New Roman" panose="02020603050405020304" pitchFamily="18" charset="0"/>
                <a:cs typeface="Times New Roman" panose="02020603050405020304" pitchFamily="18" charset="0"/>
              </a:rPr>
              <a:t>– be it on-premises or in other public clouds </a:t>
            </a:r>
            <a:r>
              <a:rPr lang="en-US" sz="900" kern="1200">
                <a:solidFill>
                  <a:schemeClr val="tx1"/>
                </a:solidFill>
                <a:effectLst/>
                <a:latin typeface="+mn-lt"/>
                <a:ea typeface="+mn-ea"/>
                <a:cs typeface="+mn-cs"/>
              </a:rPr>
              <a:t>so that we can take advantage of cloud benefits everywhere, such as scalability, faster deployment, and always up-to-date cloud innovation. The most awesome is that you can initiate and manage these deployments, right from the Azure Portal.</a:t>
            </a:r>
            <a:endParaRPr lang="en-US" sz="900">
              <a:effectLst/>
              <a:latin typeface="Calibri" panose="020F0502020204030204" pitchFamily="34" charset="0"/>
              <a:ea typeface="Calibri" panose="020F0502020204030204" pitchFamily="34" charset="0"/>
              <a:cs typeface="Times New Roman" panose="02020603050405020304" pitchFamily="18" charset="0"/>
            </a:endParaRPr>
          </a:p>
          <a:p>
            <a:endParaRPr lang="en-US" sz="900"/>
          </a:p>
          <a:p>
            <a:r>
              <a:rPr lang="en-US"/>
              <a:t>To summarize, </a:t>
            </a:r>
            <a:r>
              <a:rPr lang="en-US" sz="900">
                <a:latin typeface="Segoe UI "/>
              </a:rPr>
              <a:t>Azure Arc is a set of technologies that unlocks new hybrid scenarios for our customers by </a:t>
            </a:r>
            <a:r>
              <a:rPr lang="en-US" sz="900" b="1" i="0">
                <a:latin typeface="Segoe UI "/>
              </a:rPr>
              <a:t>extending Azure services and management</a:t>
            </a:r>
            <a:r>
              <a:rPr lang="en-US" sz="900" i="0">
                <a:latin typeface="Segoe UI "/>
              </a:rPr>
              <a:t> </a:t>
            </a:r>
            <a:r>
              <a:rPr lang="en-US" sz="900" b="1" i="0">
                <a:latin typeface="Segoe UI "/>
              </a:rPr>
              <a:t>to any infrastructure irrespective of where the infrastructure resides, </a:t>
            </a:r>
            <a:r>
              <a:rPr lang="en-US" sz="900" i="0">
                <a:latin typeface="Segoe UI "/>
              </a:rPr>
              <a:t>so that customers can build, operate, and manage all of their resources in a </a:t>
            </a:r>
            <a:r>
              <a:rPr lang="en-US" sz="900" b="1" i="0">
                <a:latin typeface="Segoe UI "/>
              </a:rPr>
              <a:t>consistent way across their entire IT estate</a:t>
            </a:r>
            <a:r>
              <a:rPr lang="en-US" sz="900">
                <a:latin typeface="Segoe UI "/>
              </a:rPr>
              <a:t>. </a:t>
            </a:r>
            <a:endParaRPr lang="en-US"/>
          </a:p>
        </p:txBody>
      </p:sp>
      <p:sp>
        <p:nvSpPr>
          <p:cNvPr id="4" name="Header Placeholder 3"/>
          <p:cNvSpPr>
            <a:spLocks noGrp="1"/>
          </p:cNvSpPr>
          <p:nvPr>
            <p:ph type="hdr" sz="quarter"/>
          </p:nvPr>
        </p:nvSpPr>
        <p:spPr/>
        <p:txBody>
          <a:bodyPr/>
          <a:lstStyle/>
          <a:p>
            <a:pPr marL="0" marR="0" lvl="0" indent="0" algn="l" defTabSz="914367"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5" name="Footer Placeholder 4"/>
          <p:cNvSpPr>
            <a:spLocks noGrp="1"/>
          </p:cNvSpPr>
          <p:nvPr>
            <p:ph type="ftr" sz="quarter" idx="4"/>
          </p:nvPr>
        </p:nvSpPr>
        <p:spPr/>
        <p:txBody>
          <a:bodyPr/>
          <a:lstStyle/>
          <a:p>
            <a:pPr marL="571500" marR="0" lvl="0" indent="0" algn="l" defTabSz="914099" rtl="0" eaLnBrk="0" fontAlgn="auto" latinLnBrk="0" hangingPunct="0">
              <a:lnSpc>
                <a:spcPct val="100000"/>
              </a:lnSpc>
              <a:spcBef>
                <a:spcPts val="0"/>
              </a:spcBef>
              <a:spcAft>
                <a:spcPts val="0"/>
              </a:spcAft>
              <a:buClrTx/>
              <a:buSzTx/>
              <a:buFontTx/>
              <a:buNone/>
              <a:tabLst/>
              <a:defRPr/>
            </a:pPr>
            <a:r>
              <a:rPr kumimoji="0" lang="en-US" sz="400" b="0" i="0" u="none" strike="noStrike" kern="1200" cap="none" spc="0" normalizeH="0" baseline="0" noProof="0">
                <a:ln>
                  <a:noFill/>
                </a:ln>
                <a:gradFill>
                  <a:gsLst>
                    <a:gs pos="0">
                      <a:prstClr val="black"/>
                    </a:gs>
                    <a:gs pos="100000">
                      <a:prstClr val="black"/>
                    </a:gs>
                  </a:gsLst>
                  <a:lin ang="5400000" scaled="0"/>
                </a:gradFill>
                <a:effectLst/>
                <a:uLnTx/>
                <a:uFillTx/>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386CE63F-9E7F-4C04-9D0D-FCA25A8E9E86}" type="datetime8">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7/13/2022 7:15 PM</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
        <p:nvSpPr>
          <p:cNvPr id="7" name="Slide Number Placeholder 6"/>
          <p:cNvSpPr>
            <a:spLocks noGrp="1"/>
          </p:cNvSpPr>
          <p:nvPr>
            <p:ph type="sldNum" sz="quarter" idx="5"/>
          </p:nvPr>
        </p:nvSpPr>
        <p:spPr/>
        <p:txBody>
          <a:bodyPr/>
          <a:lstStyle/>
          <a:p>
            <a:pPr marL="0" marR="0" lvl="0" indent="0" algn="r" defTabSz="914367" rtl="0" eaLnBrk="1" fontAlgn="auto" latinLnBrk="0" hangingPunct="1">
              <a:lnSpc>
                <a:spcPct val="100000"/>
              </a:lnSpc>
              <a:spcBef>
                <a:spcPts val="0"/>
              </a:spcBef>
              <a:spcAft>
                <a:spcPts val="0"/>
              </a:spcAft>
              <a:buClrTx/>
              <a:buSzTx/>
              <a:buFontTx/>
              <a:buNone/>
              <a:tabLst/>
              <a:defRPr/>
            </a:pPr>
            <a:fld id="{B4008EB6-D09E-4580-8CD6-DDB14511944F}" type="slidenum">
              <a:rPr kumimoji="0" lang="en-US" sz="1200" b="0" i="0" u="none" strike="noStrike" kern="1200" cap="none" spc="0" normalizeH="0" baseline="0" noProof="0" smtClean="0">
                <a:ln>
                  <a:noFill/>
                </a:ln>
                <a:solidFill>
                  <a:prstClr val="black"/>
                </a:solidFill>
                <a:effectLst/>
                <a:uLnTx/>
                <a:uFillTx/>
                <a:latin typeface="Segoe UI" pitchFamily="34" charset="0"/>
                <a:ea typeface="+mn-ea"/>
                <a:cs typeface="+mn-cs"/>
              </a:rPr>
              <a:pPr marL="0" marR="0" lvl="0" indent="0" algn="r" defTabSz="914367"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Segoe UI" pitchFamily="34" charset="0"/>
              <a:ea typeface="+mn-ea"/>
              <a:cs typeface="+mn-cs"/>
            </a:endParaRPr>
          </a:p>
        </p:txBody>
      </p:sp>
    </p:spTree>
    <p:extLst>
      <p:ext uri="{BB962C8B-B14F-4D97-AF65-F5344CB8AC3E}">
        <p14:creationId xmlns:p14="http://schemas.microsoft.com/office/powerpoint/2010/main" val="236759683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a:t>Now, Let us understand about the key components of Azure Arc. </a:t>
            </a:r>
          </a:p>
          <a:p>
            <a:endParaRPr lang="en-US" altLang="zh-CN"/>
          </a:p>
          <a:p>
            <a:r>
              <a:rPr lang="en-US" altLang="zh-CN"/>
              <a:t>Just to summarize, it’s the Agents which do most of the heavy lifting here and make all the magic possible.</a:t>
            </a:r>
          </a:p>
          <a:p>
            <a:endParaRPr lang="en-US" altLang="zh-CN"/>
          </a:p>
          <a:p>
            <a:r>
              <a:rPr lang="en-US" altLang="zh-CN"/>
              <a:t>For more info:</a:t>
            </a:r>
          </a:p>
          <a:p>
            <a:endParaRPr lang="en-US" altLang="zh-CN"/>
          </a:p>
          <a:p>
            <a:r>
              <a:rPr lang="en-US" altLang="zh-CN"/>
              <a:t>We need a Kubernetes cluster as the orchestrating fabric in the environment to run Azure data services.</a:t>
            </a:r>
          </a:p>
          <a:p>
            <a:endParaRPr lang="en-US" altLang="zh-CN"/>
          </a:p>
          <a:p>
            <a:r>
              <a:rPr lang="en-US" b="0" i="0">
                <a:solidFill>
                  <a:srgbClr val="2E2E33"/>
                </a:solidFill>
                <a:effectLst/>
                <a:latin typeface="Segoe UI" panose="020B0502040204020203" pitchFamily="34" charset="0"/>
              </a:rPr>
              <a:t>Azure SQL offers several different deployment and management options across IaaS and PaaS for the SQL Server engine hosted on Azure. While Azure Arc-enabled SQL Managed Instance provides the cloud Platform-as-a-Service benefits, SQL Server on Azure Arc-enabled servers provides capabilities similar to SQL Server in Azure Virtual Machines. To help your decision-making process.</a:t>
            </a:r>
          </a:p>
          <a:p>
            <a:endParaRPr lang="en-US" altLang="zh-CN" b="0" i="0">
              <a:solidFill>
                <a:srgbClr val="2E2E33"/>
              </a:solidFill>
              <a:effectLst/>
              <a:latin typeface="Segoe UI" panose="020B0502040204020203" pitchFamily="34" charset="0"/>
            </a:endParaRPr>
          </a:p>
          <a:p>
            <a:r>
              <a:rPr lang="en-US" altLang="zh-CN"/>
              <a:t>https://azure.microsoft.com/en-in/services/azure-arc/hybrid-data-services/#faq</a:t>
            </a:r>
            <a:endParaRPr lang="zh-CN" altLang="en-US"/>
          </a:p>
        </p:txBody>
      </p:sp>
      <p:sp>
        <p:nvSpPr>
          <p:cNvPr id="4" name="灯片编号占位符 3"/>
          <p:cNvSpPr>
            <a:spLocks noGrp="1"/>
          </p:cNvSpPr>
          <p:nvPr>
            <p:ph type="sldNum" sz="quarter" idx="10"/>
          </p:nvPr>
        </p:nvSpPr>
        <p:spPr/>
        <p:txBody>
          <a:bodyPr/>
          <a:lstStyle/>
          <a:p>
            <a:pPr marL="0" marR="0" lvl="0" indent="0" algn="r" defTabSz="609600" rtl="0" eaLnBrk="1" fontAlgn="auto" latinLnBrk="0" hangingPunct="1">
              <a:lnSpc>
                <a:spcPct val="100000"/>
              </a:lnSpc>
              <a:spcBef>
                <a:spcPts val="0"/>
              </a:spcBef>
              <a:spcAft>
                <a:spcPts val="0"/>
              </a:spcAft>
              <a:buClrTx/>
              <a:buSzTx/>
              <a:buFontTx/>
              <a:buNone/>
              <a:tabLst/>
              <a:defRPr/>
            </a:pPr>
            <a:fld id="{5178471F-2E82-9D43-8F51-EC51DE8ADB7D}" type="slidenum">
              <a:rPr kumimoji="1"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609600" rtl="0" eaLnBrk="1" fontAlgn="auto" latinLnBrk="0" hangingPunct="1">
                <a:lnSpc>
                  <a:spcPct val="100000"/>
                </a:lnSpc>
                <a:spcBef>
                  <a:spcPts val="0"/>
                </a:spcBef>
                <a:spcAft>
                  <a:spcPts val="0"/>
                </a:spcAft>
                <a:buClrTx/>
                <a:buSzTx/>
                <a:buFontTx/>
                <a:buNone/>
                <a:tabLst/>
                <a:defRPr/>
              </a:pPr>
              <a:t>34</a:t>
            </a:fld>
            <a:endParaRPr kumimoji="1"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85750035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Let us now summarize the key benefits of Azure Arc.</a:t>
            </a:r>
          </a:p>
        </p:txBody>
      </p:sp>
      <p:sp>
        <p:nvSpPr>
          <p:cNvPr id="4" name="Slide Number Placeholder 3"/>
          <p:cNvSpPr>
            <a:spLocks noGrp="1"/>
          </p:cNvSpPr>
          <p:nvPr>
            <p:ph type="sldNum" sz="quarter" idx="5"/>
          </p:nvPr>
        </p:nvSpPr>
        <p:spPr/>
        <p:txBody>
          <a:bodyPr/>
          <a:lstStyle/>
          <a:p>
            <a:fld id="{D096FD62-1490-4BA0-93A2-99E8162C21A4}" type="slidenum">
              <a:rPr lang="en-US" smtClean="0"/>
              <a:t>35</a:t>
            </a:fld>
            <a:endParaRPr lang="en-US"/>
          </a:p>
        </p:txBody>
      </p:sp>
    </p:spTree>
    <p:extLst>
      <p:ext uri="{BB962C8B-B14F-4D97-AF65-F5344CB8AC3E}">
        <p14:creationId xmlns:p14="http://schemas.microsoft.com/office/powerpoint/2010/main" val="35331849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3.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3.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3.xml"/></Relationships>
</file>

<file path=ppt/slideLayouts/_rels/slideLayout1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3.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4572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572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pic>
        <p:nvPicPr>
          <p:cNvPr id="12" name="Picture 11">
            <a:extLst>
              <a:ext uri="{FF2B5EF4-FFF2-40B4-BE49-F238E27FC236}">
                <a16:creationId xmlns:a16="http://schemas.microsoft.com/office/drawing/2014/main" id="{99F328AE-26F0-42B9-988D-535B1145C96D}"/>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301743094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FBAE4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1605435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2"/>
      </p:bgRef>
    </p:bg>
    <p:spTree>
      <p:nvGrpSpPr>
        <p:cNvPr id="1" name=""/>
        <p:cNvGrpSpPr/>
        <p:nvPr/>
      </p:nvGrpSpPr>
      <p:grpSpPr>
        <a:xfrm>
          <a:off x="0" y="0"/>
          <a:ext cx="0" cy="0"/>
          <a:chOff x="0" y="0"/>
          <a:chExt cx="0" cy="0"/>
        </a:xfrm>
      </p:grpSpPr>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gradFill>
                  <a:gsLst>
                    <a:gs pos="62564">
                      <a:schemeClr val="tx1"/>
                    </a:gs>
                    <a:gs pos="55000">
                      <a:schemeClr val="tx1"/>
                    </a:gs>
                  </a:gsLst>
                  <a:lin ang="5400000" scaled="0"/>
                </a:gra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 text</a:t>
            </a:r>
          </a:p>
        </p:txBody>
      </p:sp>
    </p:spTree>
    <p:extLst>
      <p:ext uri="{BB962C8B-B14F-4D97-AF65-F5344CB8AC3E}">
        <p14:creationId xmlns:p14="http://schemas.microsoft.com/office/powerpoint/2010/main" val="428127511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03268474"/>
      </p:ext>
    </p:extLst>
  </p:cSld>
  <p:clrMapOvr>
    <a:masterClrMapping/>
  </p:clrMapOvr>
  <p:transition>
    <p:fade/>
  </p:transition>
  <p:extLst>
    <p:ext uri="{DCECCB84-F9BA-43D5-87BE-67443E8EF086}">
      <p15:sldGuideLst xmlns:p15="http://schemas.microsoft.com/office/powerpoint/2012/main">
        <p15:guide id="2" orient="horz" pos="1272" userDrawn="1">
          <p15:clr>
            <a:srgbClr val="5ACBF0"/>
          </p15:clr>
        </p15:guide>
        <p15:guide id="3" orient="horz" pos="288" userDrawn="1">
          <p15:clr>
            <a:srgbClr val="5ACBF0"/>
          </p15:clr>
        </p15:guide>
        <p15:guide id="5" orient="horz" pos="904" userDrawn="1">
          <p15:clr>
            <a:srgbClr val="5ACBF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Semilight" panose="020B0402040204020203" pitchFamily="34" charset="0"/>
                <a:cs typeface="Segoe UI Semilight" panose="020B04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92018982"/>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2" userDrawn="1">
          <p15:clr>
            <a:srgbClr val="5ACBF0"/>
          </p15:clr>
        </p15:guide>
        <p15:guide id="3" orient="horz" pos="904" userDrawn="1">
          <p15:clr>
            <a:srgbClr val="5ACBF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4200"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5278796-7B84-4D67-88CD-BF78BB06D214}"/>
              </a:ext>
            </a:extLst>
          </p:cNvPr>
          <p:cNvSpPr>
            <a:spLocks noGrp="1"/>
          </p:cNvSpPr>
          <p:nvPr>
            <p:ph type="body" sz="quarter" idx="11"/>
          </p:nvPr>
        </p:nvSpPr>
        <p:spPr>
          <a:xfrm>
            <a:off x="6389914" y="1437481"/>
            <a:ext cx="5212080" cy="1649682"/>
          </a:xfrm>
        </p:spPr>
        <p:txBody>
          <a:bodyPr wrap="square">
            <a:spAutoFit/>
          </a:bodyPr>
          <a:lstStyle>
            <a:lvl1pPr marL="231775" indent="-231775">
              <a:spcBef>
                <a:spcPts val="1224"/>
              </a:spcBef>
              <a:buClr>
                <a:schemeClr val="tx1"/>
              </a:buClr>
              <a:buFont typeface="Wingdings" panose="05000000000000000000" pitchFamily="2" charset="2"/>
              <a:buChar char=""/>
              <a:defRPr sz="2800" b="0">
                <a:latin typeface="Segoe UI Semilight" panose="020B0402040204020203" pitchFamily="34" charset="0"/>
                <a:cs typeface="Segoe UI Semilight" panose="020B0402040204020203" pitchFamily="34" charset="0"/>
              </a:defRPr>
            </a:lvl1pPr>
            <a:lvl2pPr marL="427038" indent="-171450">
              <a:buFont typeface="Wingdings" panose="05000000000000000000" pitchFamily="2" charset="2"/>
              <a:buChar char=""/>
              <a:defRPr sz="2000" b="0"/>
            </a:lvl2pPr>
            <a:lvl3pPr marL="639763" indent="-188913">
              <a:buFont typeface="Wingdings" panose="05000000000000000000" pitchFamily="2" charset="2"/>
              <a:buChar char=""/>
              <a:tabLst/>
              <a:defRPr sz="1600" b="0"/>
            </a:lvl3pPr>
            <a:lvl4pPr marL="828675" indent="-176213">
              <a:buFont typeface="Wingdings" panose="05000000000000000000" pitchFamily="2" charset="2"/>
              <a:buChar char=""/>
              <a:defRPr sz="1400" b="0"/>
            </a:lvl4pPr>
            <a:lvl5pPr marL="1023938" indent="-169863">
              <a:buFont typeface="Wingdings" panose="05000000000000000000" pitchFamily="2" charset="2"/>
              <a:buChar char=""/>
              <a:tabLst/>
              <a:defRPr sz="1400" b="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79946700"/>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1276" userDrawn="1">
          <p15:clr>
            <a:srgbClr val="5ACBF0"/>
          </p15:clr>
        </p15:guide>
        <p15:guide id="3" orient="horz" pos="904"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754DF-CB0E-46F9-AA3C-00BC673EBDF3}"/>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89335521"/>
      </p:ext>
    </p:extLst>
  </p:cSld>
  <p:clrMapOvr>
    <a:masterClrMapping/>
  </p:clrMapOvr>
  <p:transition>
    <p:fade/>
  </p:transition>
  <p:extLst>
    <p:ext uri="{DCECCB84-F9BA-43D5-87BE-67443E8EF086}">
      <p15:sldGuideLst xmlns:p15="http://schemas.microsoft.com/office/powerpoint/2012/main">
        <p15:guide id="3" orient="horz" pos="900" userDrawn="1">
          <p15:clr>
            <a:srgbClr val="5ACBF0"/>
          </p15:clr>
        </p15:guide>
        <p15:guide id="4" orient="horz" pos="1276" userDrawn="1">
          <p15:clr>
            <a:srgbClr val="5ACBF0"/>
          </p15:clr>
        </p15:guide>
        <p15:guide id="5" orient="horz" pos="288"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365035823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guide id="4" orient="horz" pos="2505" userDrawn="1">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ection Title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427829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1556723"/>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4" userDrawn="1">
          <p15:clr>
            <a:srgbClr val="5ACBF0"/>
          </p15:clr>
        </p15:guide>
        <p15:guide id="3" orient="horz" pos="288" userDrawn="1">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Blank 2">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567534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1272" userDrawn="1">
          <p15:clr>
            <a:srgbClr val="5ACBF0"/>
          </p15:clr>
        </p15:guide>
        <p15:guide id="3" orient="horz" pos="288" userDrawn="1">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D0DF2A6-26A8-4810-95DF-F65F123C6660}"/>
              </a:ext>
            </a:extLst>
          </p:cNvPr>
          <p:cNvSpPr>
            <a:spLocks noGrp="1"/>
          </p:cNvSpPr>
          <p:nvPr>
            <p:ph type="title" hasCustomPrompt="1"/>
          </p:nvPr>
        </p:nvSpPr>
        <p:spPr/>
        <p:txBody>
          <a:bodyPr/>
          <a:lstStyle>
            <a:lvl1pPr>
              <a:defRPr/>
            </a:lvl1pPr>
          </a:lstStyle>
          <a:p>
            <a:r>
              <a:rPr lang="en-US"/>
              <a:t>Software code slide</a:t>
            </a:r>
          </a:p>
        </p:txBody>
      </p:sp>
      <p:sp>
        <p:nvSpPr>
          <p:cNvPr id="5" name="Text Placeholder 4">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1436688"/>
            <a:ext cx="11018520" cy="1908215"/>
          </a:xfrm>
        </p:spPr>
        <p:txBody>
          <a:bodyPr/>
          <a:lstStyle>
            <a:lvl1pPr marL="0" indent="0">
              <a:buNone/>
              <a:defRPr sz="2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1pPr>
            <a:lvl2pPr marL="346553" indent="0">
              <a:buNone/>
              <a:defRPr sz="24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607" indent="0">
              <a:buNone/>
              <a:defRPr sz="20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563"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997" indent="0">
              <a:buNone/>
              <a:defRPr sz="180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43058790"/>
      </p:ext>
    </p:extLst>
  </p:cSld>
  <p:clrMapOvr>
    <a:masterClrMapping/>
  </p:clrMapOvr>
  <p:transition>
    <p:fade/>
  </p:transition>
  <p:extLst>
    <p:ext uri="{DCECCB84-F9BA-43D5-87BE-67443E8EF086}">
      <p15:sldGuideLst xmlns:p15="http://schemas.microsoft.com/office/powerpoint/2012/main">
        <p15:guide id="1" orient="horz" pos="1272" userDrawn="1">
          <p15:clr>
            <a:srgbClr val="5ACBF0"/>
          </p15:clr>
        </p15:guide>
        <p15:guide id="2" orient="horz" pos="905" userDrawn="1">
          <p15:clr>
            <a:srgbClr val="5ACBF0"/>
          </p15:clr>
        </p15:guide>
        <p15:guide id="3" orient="horz" pos="288"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gradFill>
                  <a:gsLst>
                    <a:gs pos="0">
                      <a:schemeClr val="tx1"/>
                    </a:gs>
                    <a:gs pos="100000">
                      <a:schemeClr val="tx1"/>
                    </a:gs>
                  </a:gsLst>
                  <a:lin ang="5400000" scaled="0"/>
                </a:gradFill>
                <a:cs typeface="Segoe UI" pitchFamily="34" charset="0"/>
              </a:rPr>
              <a:t>© Copyright Microsoft Corporation. All rights reserved. </a:t>
            </a:r>
          </a:p>
        </p:txBody>
      </p:sp>
      <p:pic>
        <p:nvPicPr>
          <p:cNvPr id="4" name="MS logo gray - EMF" descr="Microsoft logo, gray text version">
            <a:extLst>
              <a:ext uri="{FF2B5EF4-FFF2-40B4-BE49-F238E27FC236}">
                <a16:creationId xmlns:a16="http://schemas.microsoft.com/office/drawing/2014/main" id="{59104CAE-91B8-4A7E-9F8E-214C5F880932}"/>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925069136"/>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dirty="0">
                <a:solidFill>
                  <a:schemeClr val="tx1"/>
                </a:solidFill>
              </a:rPr>
              <a:t>Microsoft Security title</a:t>
            </a:r>
            <a:endParaRPr lang="en-US" dirty="0"/>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30949039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dirty="0"/>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dirty="0"/>
              <a:t>Author name</a:t>
            </a:r>
            <a:br>
              <a:rPr lang="en-US" dirty="0"/>
            </a:br>
            <a:r>
              <a:rPr lang="en-US" dirty="0"/>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4574013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dirty="0"/>
              <a:t>Azure presentation</a:t>
            </a:r>
            <a:br>
              <a:rPr lang="en-US" dirty="0"/>
            </a:br>
            <a:r>
              <a:rPr lang="en-US" dirty="0"/>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dirty="0"/>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3025900548"/>
      </p:ext>
    </p:extLst>
  </p:cSld>
  <p:clrMapOvr>
    <a:masterClrMapping/>
  </p:clrMapOvr>
  <p:transition>
    <p:fade/>
  </p:transition>
  <p:hf sldNum="0"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2488817992"/>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dirty="0"/>
              <a:t>Azure presentation</a:t>
            </a:r>
            <a:br>
              <a:rPr lang="en-US" dirty="0"/>
            </a:br>
            <a:r>
              <a:rPr lang="en-US" dirty="0"/>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1835885521"/>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234982"/>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418643" y="440494"/>
            <a:ext cx="11341268" cy="64284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432089" y="1083334"/>
            <a:ext cx="11341268" cy="400110"/>
          </a:xfrm>
        </p:spPr>
        <p:txBody>
          <a:bodyPr tIns="45720" rIns="0" bIns="45720"/>
          <a:lstStyle>
            <a:lvl1pPr>
              <a:defRPr sz="2000">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229773480"/>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544286"/>
          </a:xfrm>
        </p:spPr>
        <p:txBody>
          <a:bodyPr/>
          <a:lstStyle>
            <a:lvl1pPr>
              <a:spcBef>
                <a:spcPts val="392"/>
              </a:spcBef>
              <a:spcAft>
                <a:spcPts val="588"/>
              </a:spcAft>
              <a:defRPr sz="2400" b="0">
                <a:latin typeface="+mn-lt"/>
              </a:defRPr>
            </a:lvl1pPr>
            <a:lvl2pPr>
              <a:spcBef>
                <a:spcPts val="392"/>
              </a:spcBef>
              <a:spcAft>
                <a:spcPts val="588"/>
              </a:spcAft>
              <a:defRPr sz="2400" b="0">
                <a:latin typeface="+mn-lt"/>
              </a:defRPr>
            </a:lvl2pPr>
            <a:lvl3pPr>
              <a:spcBef>
                <a:spcPts val="392"/>
              </a:spcBef>
              <a:spcAft>
                <a:spcPts val="588"/>
              </a:spcAft>
              <a:defRPr sz="2400" b="0">
                <a:latin typeface="+mn-lt"/>
              </a:defRPr>
            </a:lvl3pPr>
            <a:lvl4pPr>
              <a:spcBef>
                <a:spcPts val="392"/>
              </a:spcBef>
              <a:spcAft>
                <a:spcPts val="588"/>
              </a:spcAft>
              <a:defRPr sz="2400" b="0">
                <a:latin typeface="+mn-lt"/>
              </a:defRPr>
            </a:lvl4pPr>
            <a:lvl5pPr>
              <a:spcBef>
                <a:spcPts val="392"/>
              </a:spcBef>
              <a:spcAft>
                <a:spcPts val="588"/>
              </a:spcAft>
              <a:defRPr sz="2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529894728"/>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128991395"/>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36196867"/>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544286"/>
          </a:xfrm>
        </p:spPr>
        <p:txBody>
          <a:bodyPr/>
          <a:lstStyle>
            <a:lvl1pPr>
              <a:spcBef>
                <a:spcPts val="392"/>
              </a:spcBef>
              <a:spcAft>
                <a:spcPts val="588"/>
              </a:spcAft>
              <a:defRPr sz="2400" b="0">
                <a:latin typeface="+mn-lt"/>
              </a:defRPr>
            </a:lvl1pPr>
            <a:lvl2pPr marL="336145" indent="-224097">
              <a:spcBef>
                <a:spcPts val="392"/>
              </a:spcBef>
              <a:spcAft>
                <a:spcPts val="588"/>
              </a:spcAft>
              <a:buFont typeface="Arial" panose="020B0604020202020204" pitchFamily="34" charset="0"/>
              <a:buChar char="•"/>
              <a:defRPr sz="2400" b="0">
                <a:solidFill>
                  <a:schemeClr val="tx1"/>
                </a:solidFill>
                <a:latin typeface="+mn-lt"/>
              </a:defRPr>
            </a:lvl2pPr>
            <a:lvl3pPr marL="280121" indent="-280121">
              <a:spcBef>
                <a:spcPts val="392"/>
              </a:spcBef>
              <a:spcAft>
                <a:spcPts val="588"/>
              </a:spcAft>
              <a:buFont typeface="Arial" panose="020B0604020202020204" pitchFamily="34" charset="0"/>
              <a:buChar char="•"/>
              <a:defRPr sz="2400" b="0">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sz="2400" b="0">
                <a:solidFill>
                  <a:schemeClr val="tx1"/>
                </a:solidFill>
                <a:latin typeface="+mn-lt"/>
              </a:defRPr>
            </a:lvl4pPr>
            <a:lvl5pPr marL="168072" indent="-168072">
              <a:spcBef>
                <a:spcPts val="392"/>
              </a:spcBef>
              <a:spcAft>
                <a:spcPts val="588"/>
              </a:spcAft>
              <a:buFont typeface="Arial" panose="020B0604020202020204" pitchFamily="34" charset="0"/>
              <a:buChar char="•"/>
              <a:defRPr sz="2400" b="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5308235"/>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endParaRPr lang="en-US" dirty="0"/>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30327420"/>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90959540"/>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54466721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5730050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0822647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br>
              <a:rPr lang="en-US" dirty="0"/>
            </a:br>
            <a:r>
              <a:rPr lang="en-US" dirty="0"/>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362065997"/>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dirty="0"/>
              <a:t>Agenda</a:t>
            </a:r>
            <a:br>
              <a:rPr lang="en-US" dirty="0"/>
            </a:br>
            <a:r>
              <a:rPr lang="en-US" dirty="0"/>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dirty="0"/>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dirty="0"/>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dirty="0"/>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dirty="0"/>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48266786"/>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dirty="0"/>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52753650"/>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dirty="0"/>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953626875"/>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dirty="0">
                <a:solidFill>
                  <a:schemeClr val="tx2"/>
                </a:solidFill>
                <a:latin typeface="+mj-lt"/>
              </a:rPr>
              <a:t>Paragraph title Segoe UI </a:t>
            </a:r>
            <a:r>
              <a:rPr lang="en-US" b="0" dirty="0" err="1">
                <a:solidFill>
                  <a:schemeClr val="tx2"/>
                </a:solidFill>
                <a:latin typeface="+mj-lt"/>
              </a:rPr>
              <a:t>Semibold</a:t>
            </a:r>
            <a:r>
              <a:rPr lang="en-US" b="0" dirty="0">
                <a:solidFill>
                  <a:schemeClr val="tx2"/>
                </a:solidFill>
                <a:latin typeface="+mj-lt"/>
              </a:rPr>
              <a:t> 14/18</a:t>
            </a:r>
            <a:endParaRPr lang="en-US" dirty="0"/>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998794602"/>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718103982"/>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dirty="0"/>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dirty="0"/>
              <a:t>Subhead Segoe UI </a:t>
            </a:r>
            <a:r>
              <a:rPr lang="en-US" dirty="0" err="1"/>
              <a:t>Semibold</a:t>
            </a:r>
            <a:r>
              <a:rPr lang="en-US" dirty="0"/>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dirty="0"/>
              <a:t>© Copyright Microsoft Corporation. All rights reserved.</a:t>
            </a:r>
          </a:p>
        </p:txBody>
      </p:sp>
    </p:spTree>
    <p:extLst>
      <p:ext uri="{BB962C8B-B14F-4D97-AF65-F5344CB8AC3E}">
        <p14:creationId xmlns:p14="http://schemas.microsoft.com/office/powerpoint/2010/main" val="704943207"/>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92351001"/>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dirty="0"/>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dirty="0"/>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8295443"/>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endParaRPr lang="en-US" dirty="0"/>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dirty="0" err="1"/>
              <a:t>Large</a:t>
            </a:r>
            <a:r>
              <a:rPr lang="pt-BR" dirty="0"/>
              <a:t> </a:t>
            </a:r>
            <a:r>
              <a:rPr lang="pt-BR" dirty="0" err="1"/>
              <a:t>subhead</a:t>
            </a:r>
            <a:r>
              <a:rPr lang="pt-BR" dirty="0"/>
              <a:t> Segoe UI </a:t>
            </a:r>
            <a:r>
              <a:rPr lang="pt-BR" dirty="0" err="1"/>
              <a:t>Semibold</a:t>
            </a:r>
            <a:r>
              <a:rPr lang="pt-BR" dirty="0"/>
              <a:t> Regular 20/24</a:t>
            </a:r>
            <a:endParaRPr lang="en-US" dirty="0"/>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a:p>
            <a:pPr lvl="0"/>
            <a:r>
              <a:rPr lang="en-US" dirty="0"/>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44905001"/>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dirty="0"/>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873659272"/>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2339687183"/>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702133878"/>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endParaRPr lang="en-US" dirty="0"/>
          </a:p>
        </p:txBody>
      </p:sp>
      <p:sp>
        <p:nvSpPr>
          <p:cNvPr id="5" name="Text Placeholder 4"/>
          <p:cNvSpPr>
            <a:spLocks noGrp="1"/>
          </p:cNvSpPr>
          <p:nvPr>
            <p:ph type="body" sz="quarter" idx="11" hasCustomPrompt="1"/>
          </p:nvPr>
        </p:nvSpPr>
        <p:spPr>
          <a:xfrm>
            <a:off x="431095" y="2740880"/>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dirty="0"/>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344578" y="2739464"/>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6258062"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9171546"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DDF1D4-BDBC-4EF5-9960-9F822820EE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281308390"/>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dirty="0"/>
              <a:t>Body copy Segoe UI </a:t>
            </a:r>
            <a:r>
              <a:rPr lang="en-US" dirty="0" err="1"/>
              <a:t>Semibold</a:t>
            </a:r>
            <a:r>
              <a:rPr lang="en-US" dirty="0"/>
              <a:t> 20/24. </a:t>
            </a:r>
          </a:p>
          <a:p>
            <a:pPr lvl="1"/>
            <a:r>
              <a:rPr lang="en-US" dirty="0"/>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41885937"/>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561972867"/>
      </p:ext>
    </p:extLst>
  </p:cSld>
  <p:clrMapOvr>
    <a:masterClrMapping/>
  </p:clrMapOvr>
  <p:transition>
    <p:fade/>
  </p:transition>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a:t>
            </a:r>
            <a:r>
              <a:rPr lang="en-US" dirty="0" err="1"/>
              <a:t>Semibold</a:t>
            </a:r>
            <a:r>
              <a:rPr lang="en-US" dirty="0"/>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791837419"/>
      </p:ext>
    </p:extLst>
  </p:cSld>
  <p:clrMapOvr>
    <a:masterClrMapping/>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959972639"/>
      </p:ext>
    </p:extLst>
  </p:cSld>
  <p:clrMapOvr>
    <a:masterClrMapping/>
  </p:clrMapOvr>
  <p:transition>
    <p:fade/>
  </p:transition>
  <p:hf sldNum="0" hdr="0" ftr="0" dt="0"/>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676288735"/>
      </p:ext>
    </p:extLst>
  </p:cSld>
  <p:clrMapOvr>
    <a:masterClrMapping/>
  </p:clrMapOvr>
  <p:transition>
    <p:fade/>
  </p:transition>
  <p:hf sldNum="0" hdr="0" ft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dirty="0"/>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64225660"/>
      </p:ext>
    </p:extLst>
  </p:cSld>
  <p:clrMapOvr>
    <a:masterClrMapping/>
  </p:clrMapOvr>
  <p:transition>
    <p:fade/>
  </p:transition>
  <p:hf sldNum="0" hdr="0" ft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2888686536"/>
      </p:ext>
    </p:extLst>
  </p:cSld>
  <p:clrMapOvr>
    <a:masterClrMapping/>
  </p:clrMapOvr>
  <p:transition>
    <p:fade/>
  </p:transition>
  <p:hf sldNum="0" hdr="0" ftr="0" dt="0"/>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05779374"/>
      </p:ext>
    </p:extLst>
  </p:cSld>
  <p:clrMapOvr>
    <a:masterClrMapping/>
  </p:clrMapOvr>
  <p:transition>
    <p:fade/>
  </p:transition>
  <p:hf sldNum="0" hdr="0" ftr="0" dt="0"/>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666425302"/>
      </p:ext>
    </p:extLst>
  </p:cSld>
  <p:clrMapOvr>
    <a:masterClrMapping/>
  </p:clrMapOvr>
  <p:transition>
    <p:fade/>
  </p:transition>
  <p:hf sldNum="0" hdr="0" ftr="0" dt="0"/>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dirty="0"/>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dirty="0"/>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4235265426"/>
      </p:ext>
    </p:extLst>
  </p:cSld>
  <p:clrMapOvr>
    <a:masterClrMapping/>
  </p:clrMapOvr>
  <p:transition>
    <p:fade/>
  </p:transition>
  <p:hf sldNum="0" hdr="0" ftr="0" dt="0"/>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96268052"/>
      </p:ext>
    </p:extLst>
  </p:cSld>
  <p:clrMapOvr>
    <a:masterClrMapping/>
  </p:clrMapOvr>
  <p:transition>
    <p:fade/>
  </p:transition>
  <p:hf sldNum="0" hdr="0" ft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dirty="0"/>
              <a:t>Caption title Segoe UI </a:t>
            </a:r>
            <a:r>
              <a:rPr lang="en-US" dirty="0" err="1"/>
              <a:t>Semibold</a:t>
            </a:r>
            <a:endParaRPr lang="en-US" dirty="0"/>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dirty="0"/>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dirty="0"/>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235211829"/>
      </p:ext>
    </p:extLst>
  </p:cSld>
  <p:clrMapOvr>
    <a:masterClrMapping/>
  </p:clrMapOvr>
  <p:transition>
    <p:fade/>
  </p:transition>
  <p:hf sldNum="0" hdr="0" ft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347175694"/>
      </p:ext>
    </p:extLst>
  </p:cSld>
  <p:clrMapOvr>
    <a:masterClrMapping/>
  </p:clrMapOvr>
  <p:transition>
    <p:fade/>
  </p:transition>
  <p:hf sldNum="0" hdr="0" ft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dirty="0"/>
              <a:t>Heading Segoe UI </a:t>
            </a:r>
            <a:r>
              <a:rPr lang="en-US" dirty="0" err="1"/>
              <a:t>Semibold</a:t>
            </a:r>
            <a:r>
              <a:rPr lang="en-US" dirty="0"/>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16775368"/>
      </p:ext>
    </p:extLst>
  </p:cSld>
  <p:clrMapOvr>
    <a:masterClrMapping/>
  </p:clrMapOvr>
  <p:transition>
    <p:fade/>
  </p:transition>
  <p:hf sldNum="0" hdr="0" ftr="0" dt="0"/>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3963458076"/>
      </p:ext>
    </p:extLst>
  </p:cSld>
  <p:clrMapOvr>
    <a:masterClrMapping/>
  </p:clrMapOvr>
  <p:transition>
    <p:fade/>
  </p:transition>
  <p:hf sldNum="0" hdr="0" ftr="0" dt="0"/>
</p:sldLayout>
</file>

<file path=ppt/slideLayouts/slideLayout61.xml><?xml version="1.0" encoding="utf-8"?>
<p:sldLayout xmlns:a="http://schemas.openxmlformats.org/drawingml/2006/main" xmlns:r="http://schemas.openxmlformats.org/officeDocument/2006/relationships" xmlns:p="http://schemas.openxmlformats.org/presentationml/2006/main">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dirty="0"/>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dirty="0"/>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solidFill>
                  <a:schemeClr val="bg1"/>
                </a:solidFill>
              </a:rPr>
              <a:t>© Copyright Microsoft Corporation. All rights reserved.</a:t>
            </a:r>
          </a:p>
        </p:txBody>
      </p:sp>
    </p:spTree>
    <p:extLst>
      <p:ext uri="{BB962C8B-B14F-4D97-AF65-F5344CB8AC3E}">
        <p14:creationId xmlns:p14="http://schemas.microsoft.com/office/powerpoint/2010/main" val="2304353579"/>
      </p:ext>
    </p:extLst>
  </p:cSld>
  <p:clrMapOvr>
    <a:masterClrMapping/>
  </p:clrMapOvr>
  <p:transition>
    <p:fade/>
  </p:transition>
  <p:hf sldNum="0" hdr="0" ftr="0" dt="0"/>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Title square photo 2">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sp>
        <p:nvSpPr>
          <p:cNvPr id="8" name="Rectangle 7">
            <a:extLst>
              <a:ext uri="{FF2B5EF4-FFF2-40B4-BE49-F238E27FC236}">
                <a16:creationId xmlns:a16="http://schemas.microsoft.com/office/drawing/2014/main" id="{9D026004-6E63-4034-A1B0-34BE8CEF3D76}"/>
              </a:ext>
            </a:extLst>
          </p:cNvPr>
          <p:cNvSpPr/>
          <p:nvPr userDrawn="1"/>
        </p:nvSpPr>
        <p:spPr bwMode="auto">
          <a:xfrm>
            <a:off x="5334000" y="0"/>
            <a:ext cx="6858000" cy="6858000"/>
          </a:xfrm>
          <a:prstGeom prst="rect">
            <a:avLst/>
          </a:prstGeom>
          <a:solidFill>
            <a:srgbClr val="00BCF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00240D"/>
              </a:solidFill>
              <a:ea typeface="Segoe UI" pitchFamily="34" charset="0"/>
              <a:cs typeface="Segoe UI" pitchFamily="34" charset="0"/>
            </a:endParaRPr>
          </a:p>
        </p:txBody>
      </p:sp>
      <p:pic>
        <p:nvPicPr>
          <p:cNvPr id="12" name="Picture 11">
            <a:extLst>
              <a:ext uri="{FF2B5EF4-FFF2-40B4-BE49-F238E27FC236}">
                <a16:creationId xmlns:a16="http://schemas.microsoft.com/office/drawing/2014/main" id="{5FC1A9B4-AD16-4E53-919C-38204BAF9E3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2245970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8717195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p>
            <a:r>
              <a:rPr lang="en-US"/>
              <a:t>Click to edit Master title style</a:t>
            </a:r>
          </a:p>
        </p:txBody>
      </p:sp>
      <p:sp>
        <p:nvSpPr>
          <p:cNvPr id="3" name="Text Placeholder 2"/>
          <p:cNvSpPr>
            <a:spLocks noGrp="1"/>
          </p:cNvSpPr>
          <p:nvPr>
            <p:ph type="body" sz="quarter" idx="10"/>
          </p:nvPr>
        </p:nvSpPr>
        <p:spPr>
          <a:xfrm>
            <a:off x="584200" y="1435497"/>
            <a:ext cx="11018520" cy="230832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16837830"/>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Section title 1">
    <p:bg>
      <p:bgPr>
        <a:solidFill>
          <a:schemeClr val="bg1"/>
        </a:solidFill>
        <a:effectLst/>
      </p:bgPr>
    </p:bg>
    <p:spTree>
      <p:nvGrpSpPr>
        <p:cNvPr id="1" name=""/>
        <p:cNvGrpSpPr/>
        <p:nvPr/>
      </p:nvGrpSpPr>
      <p:grpSpPr>
        <a:xfrm>
          <a:off x="0" y="0"/>
          <a:ext cx="0" cy="0"/>
          <a:chOff x="0" y="0"/>
          <a:chExt cx="0" cy="0"/>
        </a:xfrm>
      </p:grpSpPr>
      <p:sp>
        <p:nvSpPr>
          <p:cNvPr id="4" name="Title 35"/>
          <p:cNvSpPr>
            <a:spLocks noGrp="1"/>
          </p:cNvSpPr>
          <p:nvPr>
            <p:ph type="title" hasCustomPrompt="1"/>
          </p:nvPr>
        </p:nvSpPr>
        <p:spPr>
          <a:xfrm>
            <a:off x="455994" y="941692"/>
            <a:ext cx="7454643" cy="3558191"/>
          </a:xfrm>
          <a:prstGeom prst="rect">
            <a:avLst/>
          </a:prstGeom>
          <a:noFill/>
        </p:spPr>
        <p:txBody>
          <a:bodyPr vert="horz" wrap="square" lIns="0" tIns="0" rIns="0" bIns="0" rtlCol="0" anchor="t" anchorCtr="0">
            <a:noAutofit/>
          </a:bodyPr>
          <a:lstStyle>
            <a:lvl1pPr>
              <a:defRPr lang="en-US" sz="4705" spc="-49" baseline="0" dirty="0">
                <a:solidFill>
                  <a:srgbClr val="000000"/>
                </a:solidFill>
              </a:defRPr>
            </a:lvl1pPr>
          </a:lstStyle>
          <a:p>
            <a:pPr marL="0" lvl="0">
              <a:lnSpc>
                <a:spcPts val="5490"/>
              </a:lnSpc>
            </a:pPr>
            <a:r>
              <a:rPr lang="en-US" dirty="0"/>
              <a:t>Section title</a:t>
            </a:r>
          </a:p>
        </p:txBody>
      </p:sp>
    </p:spTree>
    <p:extLst>
      <p:ext uri="{BB962C8B-B14F-4D97-AF65-F5344CB8AC3E}">
        <p14:creationId xmlns:p14="http://schemas.microsoft.com/office/powerpoint/2010/main" val="3169531958"/>
      </p:ext>
    </p:extLst>
  </p:cSld>
  <p:clrMapOvr>
    <a:masterClrMapping/>
  </p:clrMapOvr>
  <p:transition>
    <p:fade/>
  </p:transition>
  <p:hf sldNum="0" hdr="0" ftr="0" dt="0"/>
</p:sldLayout>
</file>

<file path=ppt/slideLayouts/slideLayout66.xml><?xml version="1.0" encoding="utf-8"?>
<p:sldLayout xmlns:a="http://schemas.openxmlformats.org/drawingml/2006/main" xmlns:r="http://schemas.openxmlformats.org/officeDocument/2006/relationships" xmlns:p="http://schemas.openxmlformats.org/presentationml/2006/main">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dirty="0"/>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dirty="0"/>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201034938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单栏">
    <p:spTree>
      <p:nvGrpSpPr>
        <p:cNvPr id="1" name=""/>
        <p:cNvGrpSpPr/>
        <p:nvPr/>
      </p:nvGrpSpPr>
      <p:grpSpPr>
        <a:xfrm>
          <a:off x="0" y="0"/>
          <a:ext cx="0" cy="0"/>
          <a:chOff x="0" y="0"/>
          <a:chExt cx="0" cy="0"/>
        </a:xfrm>
      </p:grpSpPr>
      <p:sp>
        <p:nvSpPr>
          <p:cNvPr id="3" name="內容版面配置區 2"/>
          <p:cNvSpPr>
            <a:spLocks noGrp="1"/>
          </p:cNvSpPr>
          <p:nvPr>
            <p:ph idx="1"/>
          </p:nvPr>
        </p:nvSpPr>
        <p:spPr>
          <a:xfrm>
            <a:off x="334436" y="1120776"/>
            <a:ext cx="11523132" cy="1876749"/>
          </a:xfrm>
          <a:prstGeom prst="rect">
            <a:avLst/>
          </a:prstGeom>
        </p:spPr>
        <p:txBody>
          <a:bodyPr lIns="121917" tIns="60958" rIns="121917" bIns="60958"/>
          <a:lstStyle>
            <a:lvl1pPr marL="247552" indent="-247552">
              <a:lnSpc>
                <a:spcPct val="150000"/>
              </a:lnSpc>
              <a:spcBef>
                <a:spcPts val="515"/>
              </a:spcBef>
              <a:buClr>
                <a:schemeClr val="tx1">
                  <a:lumMod val="75000"/>
                  <a:lumOff val="25000"/>
                </a:schemeClr>
              </a:buClr>
              <a:buFont typeface="Arial" panose="020B0604020202020204"/>
              <a:buChar char="•"/>
              <a:defRPr sz="2400" b="1" baseline="0">
                <a:solidFill>
                  <a:srgbClr val="06397F"/>
                </a:solidFill>
                <a:latin typeface="微软雅黑" panose="020B0503020204020204" charset="-122"/>
                <a:ea typeface="微软雅黑" panose="020B0503020204020204" charset="-122"/>
                <a:cs typeface="微软雅黑" panose="020B0503020204020204" charset="-122"/>
              </a:defRPr>
            </a:lvl1pPr>
            <a:lvl2pPr marL="947683" indent="-361808">
              <a:lnSpc>
                <a:spcPct val="150000"/>
              </a:lnSpc>
              <a:spcBef>
                <a:spcPts val="935"/>
              </a:spcBef>
              <a:buClr>
                <a:schemeClr val="tx1">
                  <a:lumMod val="75000"/>
                  <a:lumOff val="25000"/>
                </a:schemeClr>
              </a:buClr>
              <a:buSzPct val="100000"/>
              <a:defRPr sz="2000" b="0" baseline="0">
                <a:solidFill>
                  <a:srgbClr val="404040"/>
                </a:solidFill>
                <a:latin typeface="微软雅黑" panose="020B0503020204020204" charset="-122"/>
                <a:ea typeface="微软雅黑" panose="020B0503020204020204" charset="-122"/>
                <a:cs typeface="微软雅黑" panose="020B0503020204020204" charset="-122"/>
              </a:defRPr>
            </a:lvl2pPr>
            <a:lvl3pPr marL="1195237" indent="-247552">
              <a:lnSpc>
                <a:spcPct val="150000"/>
              </a:lnSpc>
              <a:spcBef>
                <a:spcPts val="935"/>
              </a:spcBef>
              <a:buClr>
                <a:schemeClr val="tx1">
                  <a:lumMod val="75000"/>
                  <a:lumOff val="25000"/>
                </a:schemeClr>
              </a:buClr>
              <a:buSzPct val="100000"/>
              <a:defRPr sz="2400" b="0" baseline="0">
                <a:solidFill>
                  <a:srgbClr val="7F7F7F"/>
                </a:solidFill>
                <a:latin typeface="微软雅黑" panose="020B0503020204020204" charset="-122"/>
                <a:ea typeface="微软雅黑" panose="020B0503020204020204" charset="-122"/>
                <a:cs typeface="微软雅黑" panose="020B0503020204020204" charset="-122"/>
              </a:defRPr>
            </a:lvl3pPr>
            <a:lvl4pPr marL="95848" indent="0">
              <a:spcBef>
                <a:spcPts val="935"/>
              </a:spcBef>
              <a:buClr>
                <a:schemeClr val="tx1">
                  <a:lumMod val="75000"/>
                  <a:lumOff val="25000"/>
                </a:schemeClr>
              </a:buClr>
              <a:buSzPct val="100000"/>
              <a:buNone/>
              <a:defRPr sz="2400" b="0" baseline="0">
                <a:solidFill>
                  <a:srgbClr val="7F7F7F"/>
                </a:solidFill>
                <a:latin typeface="微软雅黑" panose="020B0503020204020204" charset="-122"/>
                <a:ea typeface="微软雅黑" panose="020B0503020204020204" charset="-122"/>
                <a:cs typeface="微软雅黑" panose="020B0503020204020204" charset="-122"/>
              </a:defRPr>
            </a:lvl4pPr>
            <a:lvl5pPr marL="721713" indent="0">
              <a:spcBef>
                <a:spcPts val="935"/>
              </a:spcBef>
              <a:buClr>
                <a:schemeClr val="tx1">
                  <a:lumMod val="75000"/>
                  <a:lumOff val="25000"/>
                </a:schemeClr>
              </a:buClr>
              <a:buSzPct val="100000"/>
              <a:buNone/>
              <a:defRPr sz="2400" b="0" baseline="0">
                <a:solidFill>
                  <a:srgbClr val="7F7F7F"/>
                </a:solidFill>
                <a:latin typeface="微软雅黑" panose="020B0503020204020204" charset="-122"/>
                <a:ea typeface="微软雅黑" panose="020B0503020204020204" charset="-122"/>
                <a:cs typeface="微软雅黑" panose="020B0503020204020204" charset="-122"/>
              </a:defRPr>
            </a:lvl5pPr>
            <a:lvl6pPr marL="3503826" marR="0" indent="-457021" algn="l" defTabSz="609361" rtl="0" eaLnBrk="1" fontAlgn="auto" latinLnBrk="0" hangingPunct="1">
              <a:lnSpc>
                <a:spcPct val="100000"/>
              </a:lnSpc>
              <a:spcBef>
                <a:spcPts val="515"/>
              </a:spcBef>
              <a:spcAft>
                <a:spcPts val="0"/>
              </a:spcAft>
              <a:buClr>
                <a:schemeClr val="tx1">
                  <a:lumMod val="75000"/>
                  <a:lumOff val="25000"/>
                </a:schemeClr>
              </a:buClr>
              <a:buSzTx/>
              <a:buFont typeface="Arial" panose="020B0604020202020204"/>
              <a:buChar char="•"/>
              <a:defRPr sz="1600" baseline="0">
                <a:solidFill>
                  <a:schemeClr val="tx1">
                    <a:lumMod val="75000"/>
                    <a:lumOff val="25000"/>
                  </a:schemeClr>
                </a:solidFill>
              </a:defRPr>
            </a:lvl6pPr>
            <a:lvl7pPr>
              <a:spcBef>
                <a:spcPts val="515"/>
              </a:spcBef>
              <a:buClr>
                <a:schemeClr val="tx1">
                  <a:lumMod val="75000"/>
                  <a:lumOff val="25000"/>
                </a:schemeClr>
              </a:buClr>
              <a:defRPr sz="1600" baseline="0">
                <a:solidFill>
                  <a:schemeClr val="tx1">
                    <a:lumMod val="75000"/>
                    <a:lumOff val="25000"/>
                  </a:schemeClr>
                </a:solidFill>
              </a:defRPr>
            </a:lvl7pPr>
            <a:lvl8pPr marL="4113187" marR="0" indent="0" algn="l" defTabSz="609361" rtl="0" eaLnBrk="1" fontAlgn="auto" latinLnBrk="0" hangingPunct="1">
              <a:lnSpc>
                <a:spcPct val="100000"/>
              </a:lnSpc>
              <a:spcBef>
                <a:spcPts val="515"/>
              </a:spcBef>
              <a:spcAft>
                <a:spcPts val="0"/>
              </a:spcAft>
              <a:buClr>
                <a:schemeClr val="tx1">
                  <a:lumMod val="75000"/>
                  <a:lumOff val="25000"/>
                </a:schemeClr>
              </a:buClr>
              <a:buSzTx/>
              <a:buFont typeface="Arial" panose="020B0604020202020204"/>
              <a:buNone/>
              <a:defRPr sz="1600" baseline="0">
                <a:solidFill>
                  <a:schemeClr val="tx1">
                    <a:lumMod val="75000"/>
                    <a:lumOff val="25000"/>
                  </a:schemeClr>
                </a:solidFill>
              </a:defRPr>
            </a:lvl8pPr>
            <a:lvl9pPr>
              <a:spcBef>
                <a:spcPts val="515"/>
              </a:spcBef>
              <a:buClr>
                <a:schemeClr val="tx1">
                  <a:lumMod val="75000"/>
                  <a:lumOff val="25000"/>
                </a:schemeClr>
              </a:buClr>
              <a:defRPr sz="1600">
                <a:solidFill>
                  <a:schemeClr val="tx1">
                    <a:lumMod val="75000"/>
                    <a:lumOff val="25000"/>
                  </a:schemeClr>
                </a:solidFill>
              </a:defRPr>
            </a:lvl9pPr>
          </a:lstStyle>
          <a:p>
            <a:pPr lvl="0"/>
            <a:r>
              <a:rPr lang="zh-TW" altLang="en-US"/>
              <a:t>单击此处编辑母版文本样式</a:t>
            </a:r>
          </a:p>
          <a:p>
            <a:pPr lvl="1"/>
            <a:r>
              <a:rPr lang="zh-TW" altLang="en-US"/>
              <a:t>二级</a:t>
            </a:r>
            <a:endParaRPr lang="en-US" altLang="zh-TW"/>
          </a:p>
          <a:p>
            <a:pPr lvl="2"/>
            <a:endParaRPr lang="zh-TW" altLang="en-US"/>
          </a:p>
        </p:txBody>
      </p:sp>
      <p:sp>
        <p:nvSpPr>
          <p:cNvPr id="5" name="標題版面配置區 1"/>
          <p:cNvSpPr>
            <a:spLocks noGrp="1"/>
          </p:cNvSpPr>
          <p:nvPr>
            <p:ph type="title"/>
          </p:nvPr>
        </p:nvSpPr>
        <p:spPr bwMode="auto">
          <a:xfrm>
            <a:off x="334435" y="260349"/>
            <a:ext cx="11523133" cy="755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0"/>
            <a:r>
              <a:rPr lang="zh-TW" altLang="en-US"/>
              <a:t>单击此处编辑母版标题样式</a:t>
            </a:r>
          </a:p>
        </p:txBody>
      </p:sp>
      <p:sp>
        <p:nvSpPr>
          <p:cNvPr id="4" name="投影片編號版面配置區 5"/>
          <p:cNvSpPr>
            <a:spLocks noGrp="1"/>
          </p:cNvSpPr>
          <p:nvPr>
            <p:ph type="sldNum" sz="quarter" idx="10"/>
          </p:nvPr>
        </p:nvSpPr>
        <p:spPr/>
        <p:txBody>
          <a:bodyPr/>
          <a:lstStyle>
            <a:lvl1pPr>
              <a:defRPr>
                <a:solidFill>
                  <a:srgbClr val="404040"/>
                </a:solidFill>
              </a:defRPr>
            </a:lvl1pPr>
          </a:lstStyle>
          <a:p>
            <a:fld id="{586DD0BA-98A2-BB4B-AD49-BF6B8655A976}" type="slidenum">
              <a:rPr kumimoji="1" lang="zh-TW" altLang="en-US" smtClean="0"/>
              <a:t>‹#›</a:t>
            </a:fld>
            <a:endParaRPr kumimoji="1" lang="zh-TW" altLang="en-US"/>
          </a:p>
        </p:txBody>
      </p:sp>
    </p:spTree>
    <p:extLst>
      <p:ext uri="{BB962C8B-B14F-4D97-AF65-F5344CB8AC3E}">
        <p14:creationId xmlns:p14="http://schemas.microsoft.com/office/powerpoint/2010/main" val="2286747862"/>
      </p:ext>
    </p:extLst>
  </p:cSld>
  <p:clrMapOvr>
    <a:masterClrMapping/>
  </p:clrMapOvr>
  <p:transition spd="med">
    <p:fade/>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46F251-0FA5-4553-AD0D-A0BC4D3F736F}"/>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5F049B8A-F163-4C49-A7E4-44A175746656}"/>
              </a:ext>
            </a:extLst>
          </p:cNvPr>
          <p:cNvSpPr>
            <a:spLocks noGrp="1"/>
          </p:cNvSpPr>
          <p:nvPr>
            <p:ph sz="quarter" idx="10"/>
          </p:nvPr>
        </p:nvSpPr>
        <p:spPr>
          <a:xfrm>
            <a:off x="588263" y="1462444"/>
            <a:ext cx="3467100" cy="430887"/>
          </a:xfrm>
        </p:spPr>
        <p:txBody>
          <a:bodyPr/>
          <a:lstStyle>
            <a:lvl1pPr marL="0" indent="0">
              <a:buNone/>
              <a:defRPr/>
            </a:lvl1pPr>
          </a:lstStyle>
          <a:p>
            <a:pPr lvl="0"/>
            <a:endParaRPr lang="en-GB"/>
          </a:p>
        </p:txBody>
      </p:sp>
      <p:sp>
        <p:nvSpPr>
          <p:cNvPr id="5" name="Content Placeholder 3">
            <a:extLst>
              <a:ext uri="{FF2B5EF4-FFF2-40B4-BE49-F238E27FC236}">
                <a16:creationId xmlns:a16="http://schemas.microsoft.com/office/drawing/2014/main" id="{74A4755C-7E24-4A6B-9365-425A30B33758}"/>
              </a:ext>
            </a:extLst>
          </p:cNvPr>
          <p:cNvSpPr>
            <a:spLocks noGrp="1"/>
          </p:cNvSpPr>
          <p:nvPr>
            <p:ph sz="quarter" idx="11"/>
          </p:nvPr>
        </p:nvSpPr>
        <p:spPr>
          <a:xfrm>
            <a:off x="588263" y="2129133"/>
            <a:ext cx="3467100" cy="430887"/>
          </a:xfrm>
        </p:spPr>
        <p:txBody>
          <a:bodyPr/>
          <a:lstStyle>
            <a:lvl1pPr marL="0" indent="0">
              <a:buNone/>
              <a:defRPr/>
            </a:lvl1pPr>
          </a:lstStyle>
          <a:p>
            <a:pPr lvl="0"/>
            <a:endParaRPr lang="en-GB"/>
          </a:p>
        </p:txBody>
      </p:sp>
      <p:sp>
        <p:nvSpPr>
          <p:cNvPr id="6" name="Content Placeholder 3">
            <a:extLst>
              <a:ext uri="{FF2B5EF4-FFF2-40B4-BE49-F238E27FC236}">
                <a16:creationId xmlns:a16="http://schemas.microsoft.com/office/drawing/2014/main" id="{9A127848-5DBA-405C-894B-C4EF77FA313C}"/>
              </a:ext>
            </a:extLst>
          </p:cNvPr>
          <p:cNvSpPr>
            <a:spLocks noGrp="1"/>
          </p:cNvSpPr>
          <p:nvPr>
            <p:ph sz="quarter" idx="12"/>
          </p:nvPr>
        </p:nvSpPr>
        <p:spPr>
          <a:xfrm>
            <a:off x="588263" y="2898457"/>
            <a:ext cx="3467100" cy="430887"/>
          </a:xfrm>
        </p:spPr>
        <p:txBody>
          <a:bodyPr/>
          <a:lstStyle>
            <a:lvl1pPr marL="0" indent="0">
              <a:buNone/>
              <a:defRPr/>
            </a:lvl1pPr>
          </a:lstStyle>
          <a:p>
            <a:pPr lvl="0"/>
            <a:endParaRPr lang="en-GB"/>
          </a:p>
        </p:txBody>
      </p:sp>
      <p:sp>
        <p:nvSpPr>
          <p:cNvPr id="7" name="Content Placeholder 3">
            <a:extLst>
              <a:ext uri="{FF2B5EF4-FFF2-40B4-BE49-F238E27FC236}">
                <a16:creationId xmlns:a16="http://schemas.microsoft.com/office/drawing/2014/main" id="{0EC302D3-2ADF-4DD3-AFD7-78622FBEE3AE}"/>
              </a:ext>
            </a:extLst>
          </p:cNvPr>
          <p:cNvSpPr>
            <a:spLocks noGrp="1"/>
          </p:cNvSpPr>
          <p:nvPr>
            <p:ph sz="quarter" idx="13"/>
          </p:nvPr>
        </p:nvSpPr>
        <p:spPr>
          <a:xfrm>
            <a:off x="588263" y="3568244"/>
            <a:ext cx="3467100" cy="430887"/>
          </a:xfrm>
        </p:spPr>
        <p:txBody>
          <a:bodyPr/>
          <a:lstStyle>
            <a:lvl1pPr marL="0" indent="0">
              <a:buNone/>
              <a:defRPr/>
            </a:lvl1pPr>
          </a:lstStyle>
          <a:p>
            <a:pPr lvl="0"/>
            <a:endParaRPr lang="en-GB"/>
          </a:p>
        </p:txBody>
      </p:sp>
      <p:sp>
        <p:nvSpPr>
          <p:cNvPr id="8" name="Content Placeholder 3">
            <a:extLst>
              <a:ext uri="{FF2B5EF4-FFF2-40B4-BE49-F238E27FC236}">
                <a16:creationId xmlns:a16="http://schemas.microsoft.com/office/drawing/2014/main" id="{9F2E7A03-654F-4E3B-BCA4-C6841E1553AA}"/>
              </a:ext>
            </a:extLst>
          </p:cNvPr>
          <p:cNvSpPr>
            <a:spLocks noGrp="1"/>
          </p:cNvSpPr>
          <p:nvPr>
            <p:ph sz="quarter" idx="14"/>
          </p:nvPr>
        </p:nvSpPr>
        <p:spPr>
          <a:xfrm>
            <a:off x="588263" y="4234933"/>
            <a:ext cx="3467100" cy="430887"/>
          </a:xfrm>
        </p:spPr>
        <p:txBody>
          <a:bodyPr/>
          <a:lstStyle>
            <a:lvl1pPr marL="0" indent="0">
              <a:buNone/>
              <a:defRPr/>
            </a:lvl1pPr>
          </a:lstStyle>
          <a:p>
            <a:pPr lvl="0"/>
            <a:endParaRPr lang="en-GB"/>
          </a:p>
        </p:txBody>
      </p:sp>
      <p:sp>
        <p:nvSpPr>
          <p:cNvPr id="9" name="Content Placeholder 3">
            <a:extLst>
              <a:ext uri="{FF2B5EF4-FFF2-40B4-BE49-F238E27FC236}">
                <a16:creationId xmlns:a16="http://schemas.microsoft.com/office/drawing/2014/main" id="{80E326F2-6350-41E7-A9E6-D7B74971427B}"/>
              </a:ext>
            </a:extLst>
          </p:cNvPr>
          <p:cNvSpPr>
            <a:spLocks noGrp="1"/>
          </p:cNvSpPr>
          <p:nvPr>
            <p:ph sz="quarter" idx="15"/>
          </p:nvPr>
        </p:nvSpPr>
        <p:spPr>
          <a:xfrm>
            <a:off x="4362450" y="1523940"/>
            <a:ext cx="3467100" cy="430887"/>
          </a:xfrm>
        </p:spPr>
        <p:txBody>
          <a:bodyPr/>
          <a:lstStyle>
            <a:lvl1pPr marL="0" indent="0">
              <a:buNone/>
              <a:defRPr/>
            </a:lvl1pPr>
          </a:lstStyle>
          <a:p>
            <a:pPr lvl="0"/>
            <a:endParaRPr lang="en-GB"/>
          </a:p>
        </p:txBody>
      </p:sp>
      <p:sp>
        <p:nvSpPr>
          <p:cNvPr id="10" name="Content Placeholder 3">
            <a:extLst>
              <a:ext uri="{FF2B5EF4-FFF2-40B4-BE49-F238E27FC236}">
                <a16:creationId xmlns:a16="http://schemas.microsoft.com/office/drawing/2014/main" id="{32520C77-517F-416F-8D78-E08924C4CAA8}"/>
              </a:ext>
            </a:extLst>
          </p:cNvPr>
          <p:cNvSpPr>
            <a:spLocks noGrp="1"/>
          </p:cNvSpPr>
          <p:nvPr>
            <p:ph sz="quarter" idx="16"/>
          </p:nvPr>
        </p:nvSpPr>
        <p:spPr>
          <a:xfrm>
            <a:off x="4362450" y="2252125"/>
            <a:ext cx="3467100" cy="430887"/>
          </a:xfrm>
        </p:spPr>
        <p:txBody>
          <a:bodyPr/>
          <a:lstStyle>
            <a:lvl1pPr marL="0" indent="0">
              <a:buNone/>
              <a:defRPr/>
            </a:lvl1pPr>
          </a:lstStyle>
          <a:p>
            <a:pPr lvl="0"/>
            <a:endParaRPr lang="en-GB"/>
          </a:p>
        </p:txBody>
      </p:sp>
      <p:sp>
        <p:nvSpPr>
          <p:cNvPr id="11" name="Content Placeholder 3">
            <a:extLst>
              <a:ext uri="{FF2B5EF4-FFF2-40B4-BE49-F238E27FC236}">
                <a16:creationId xmlns:a16="http://schemas.microsoft.com/office/drawing/2014/main" id="{24818278-DC97-40BC-868B-F3F2E6207E9E}"/>
              </a:ext>
            </a:extLst>
          </p:cNvPr>
          <p:cNvSpPr>
            <a:spLocks noGrp="1"/>
          </p:cNvSpPr>
          <p:nvPr>
            <p:ph sz="quarter" idx="17"/>
          </p:nvPr>
        </p:nvSpPr>
        <p:spPr>
          <a:xfrm>
            <a:off x="4362450" y="3021449"/>
            <a:ext cx="3467100" cy="430887"/>
          </a:xfrm>
        </p:spPr>
        <p:txBody>
          <a:bodyPr/>
          <a:lstStyle>
            <a:lvl1pPr marL="0" indent="0">
              <a:buNone/>
              <a:defRPr/>
            </a:lvl1pPr>
          </a:lstStyle>
          <a:p>
            <a:pPr lvl="0"/>
            <a:endParaRPr lang="en-GB"/>
          </a:p>
        </p:txBody>
      </p:sp>
      <p:sp>
        <p:nvSpPr>
          <p:cNvPr id="12" name="Content Placeholder 3">
            <a:extLst>
              <a:ext uri="{FF2B5EF4-FFF2-40B4-BE49-F238E27FC236}">
                <a16:creationId xmlns:a16="http://schemas.microsoft.com/office/drawing/2014/main" id="{1C83DB9D-A6D6-489F-988D-B7732148B15D}"/>
              </a:ext>
            </a:extLst>
          </p:cNvPr>
          <p:cNvSpPr>
            <a:spLocks noGrp="1"/>
          </p:cNvSpPr>
          <p:nvPr>
            <p:ph sz="quarter" idx="18"/>
          </p:nvPr>
        </p:nvSpPr>
        <p:spPr>
          <a:xfrm>
            <a:off x="4362450" y="3691236"/>
            <a:ext cx="3467100" cy="430887"/>
          </a:xfrm>
        </p:spPr>
        <p:txBody>
          <a:bodyPr/>
          <a:lstStyle>
            <a:lvl1pPr marL="0" indent="0">
              <a:buNone/>
              <a:defRPr/>
            </a:lvl1pPr>
          </a:lstStyle>
          <a:p>
            <a:pPr lvl="0"/>
            <a:endParaRPr lang="en-GB"/>
          </a:p>
        </p:txBody>
      </p:sp>
      <p:sp>
        <p:nvSpPr>
          <p:cNvPr id="13" name="Content Placeholder 3">
            <a:extLst>
              <a:ext uri="{FF2B5EF4-FFF2-40B4-BE49-F238E27FC236}">
                <a16:creationId xmlns:a16="http://schemas.microsoft.com/office/drawing/2014/main" id="{FC4C45E8-4779-4DCD-97DE-4DD44D303623}"/>
              </a:ext>
            </a:extLst>
          </p:cNvPr>
          <p:cNvSpPr>
            <a:spLocks noGrp="1"/>
          </p:cNvSpPr>
          <p:nvPr>
            <p:ph sz="quarter" idx="19"/>
          </p:nvPr>
        </p:nvSpPr>
        <p:spPr>
          <a:xfrm>
            <a:off x="4362450" y="4357925"/>
            <a:ext cx="3467100" cy="430887"/>
          </a:xfrm>
        </p:spPr>
        <p:txBody>
          <a:bodyPr/>
          <a:lstStyle>
            <a:lvl1pPr marL="0" indent="0">
              <a:buNone/>
              <a:defRPr/>
            </a:lvl1pPr>
          </a:lstStyle>
          <a:p>
            <a:pPr lvl="0"/>
            <a:endParaRPr lang="en-GB"/>
          </a:p>
        </p:txBody>
      </p:sp>
    </p:spTree>
    <p:extLst>
      <p:ext uri="{BB962C8B-B14F-4D97-AF65-F5344CB8AC3E}">
        <p14:creationId xmlns:p14="http://schemas.microsoft.com/office/powerpoint/2010/main" val="234520952"/>
      </p:ext>
    </p:extLst>
  </p:cSld>
  <p:clrMapOvr>
    <a:masterClrMapping/>
  </p:clrMapOvr>
  <p:transition>
    <p:fade/>
  </p:transition>
  <p:extLst>
    <p:ext uri="{DCECCB84-F9BA-43D5-87BE-67443E8EF086}">
      <p15:sldGuideLst xmlns:p15="http://schemas.microsoft.com/office/powerpoint/2012/main">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D4160B-D047-468B-B990-3695F9086174}"/>
              </a:ext>
            </a:extLst>
          </p:cNvPr>
          <p:cNvSpPr>
            <a:spLocks noGrp="1"/>
          </p:cNvSpPr>
          <p:nvPr>
            <p:ph type="title"/>
          </p:nvPr>
        </p:nvSpPr>
        <p:spPr/>
        <p:txBody>
          <a:bodyPr/>
          <a:lstStyle/>
          <a:p>
            <a:r>
              <a:rPr lang="en-US"/>
              <a:t>Click to edit Master title style</a:t>
            </a:r>
            <a:endParaRPr lang="en-GB"/>
          </a:p>
        </p:txBody>
      </p:sp>
      <p:sp>
        <p:nvSpPr>
          <p:cNvPr id="4" name="Content Placeholder 3">
            <a:extLst>
              <a:ext uri="{FF2B5EF4-FFF2-40B4-BE49-F238E27FC236}">
                <a16:creationId xmlns:a16="http://schemas.microsoft.com/office/drawing/2014/main" id="{3F933903-C383-47C8-819F-65CF03CF1C87}"/>
              </a:ext>
            </a:extLst>
          </p:cNvPr>
          <p:cNvSpPr>
            <a:spLocks noGrp="1"/>
          </p:cNvSpPr>
          <p:nvPr>
            <p:ph sz="quarter" idx="10"/>
          </p:nvPr>
        </p:nvSpPr>
        <p:spPr>
          <a:xfrm>
            <a:off x="1143000" y="1885950"/>
            <a:ext cx="2857500" cy="430887"/>
          </a:xfrm>
        </p:spPr>
        <p:txBody>
          <a:bodyPr/>
          <a:lstStyle>
            <a:lvl1pPr marL="0" indent="0">
              <a:buNone/>
              <a:defRPr/>
            </a:lvl1pPr>
          </a:lstStyle>
          <a:p>
            <a:pPr lvl="0"/>
            <a:endParaRPr lang="en-GB"/>
          </a:p>
        </p:txBody>
      </p:sp>
      <p:sp>
        <p:nvSpPr>
          <p:cNvPr id="5" name="Content Placeholder 3">
            <a:extLst>
              <a:ext uri="{FF2B5EF4-FFF2-40B4-BE49-F238E27FC236}">
                <a16:creationId xmlns:a16="http://schemas.microsoft.com/office/drawing/2014/main" id="{4F1F83C6-B87A-4722-96AD-32D6B4E5B3C9}"/>
              </a:ext>
            </a:extLst>
          </p:cNvPr>
          <p:cNvSpPr>
            <a:spLocks noGrp="1"/>
          </p:cNvSpPr>
          <p:nvPr>
            <p:ph sz="quarter" idx="11"/>
          </p:nvPr>
        </p:nvSpPr>
        <p:spPr>
          <a:xfrm>
            <a:off x="1143000" y="2678787"/>
            <a:ext cx="2857500" cy="430887"/>
          </a:xfrm>
        </p:spPr>
        <p:txBody>
          <a:bodyPr/>
          <a:lstStyle>
            <a:lvl1pPr marL="0" indent="0">
              <a:buNone/>
              <a:defRPr/>
            </a:lvl1pPr>
          </a:lstStyle>
          <a:p>
            <a:pPr lvl="0"/>
            <a:endParaRPr lang="en-GB"/>
          </a:p>
        </p:txBody>
      </p:sp>
      <p:sp>
        <p:nvSpPr>
          <p:cNvPr id="6" name="Content Placeholder 3">
            <a:extLst>
              <a:ext uri="{FF2B5EF4-FFF2-40B4-BE49-F238E27FC236}">
                <a16:creationId xmlns:a16="http://schemas.microsoft.com/office/drawing/2014/main" id="{8964C8B2-62FA-4CEA-BD93-7F67F3AFCC2F}"/>
              </a:ext>
            </a:extLst>
          </p:cNvPr>
          <p:cNvSpPr>
            <a:spLocks noGrp="1"/>
          </p:cNvSpPr>
          <p:nvPr>
            <p:ph sz="quarter" idx="12"/>
          </p:nvPr>
        </p:nvSpPr>
        <p:spPr>
          <a:xfrm>
            <a:off x="1143000" y="3532883"/>
            <a:ext cx="2857500" cy="430887"/>
          </a:xfrm>
        </p:spPr>
        <p:txBody>
          <a:bodyPr/>
          <a:lstStyle>
            <a:lvl1pPr marL="0" indent="0">
              <a:buNone/>
              <a:defRPr/>
            </a:lvl1pPr>
          </a:lstStyle>
          <a:p>
            <a:pPr lvl="0"/>
            <a:endParaRPr lang="en-GB"/>
          </a:p>
        </p:txBody>
      </p:sp>
      <p:sp>
        <p:nvSpPr>
          <p:cNvPr id="7" name="Content Placeholder 3">
            <a:extLst>
              <a:ext uri="{FF2B5EF4-FFF2-40B4-BE49-F238E27FC236}">
                <a16:creationId xmlns:a16="http://schemas.microsoft.com/office/drawing/2014/main" id="{1DAB64C3-36CF-4D94-A5D9-45859A0B452B}"/>
              </a:ext>
            </a:extLst>
          </p:cNvPr>
          <p:cNvSpPr>
            <a:spLocks noGrp="1"/>
          </p:cNvSpPr>
          <p:nvPr>
            <p:ph sz="quarter" idx="13"/>
          </p:nvPr>
        </p:nvSpPr>
        <p:spPr>
          <a:xfrm>
            <a:off x="1143000" y="4325720"/>
            <a:ext cx="2857500" cy="430887"/>
          </a:xfrm>
        </p:spPr>
        <p:txBody>
          <a:bodyPr/>
          <a:lstStyle>
            <a:lvl1pPr marL="0" indent="0">
              <a:buNone/>
              <a:defRPr/>
            </a:lvl1pPr>
          </a:lstStyle>
          <a:p>
            <a:pPr lvl="0"/>
            <a:endParaRPr lang="en-GB"/>
          </a:p>
        </p:txBody>
      </p:sp>
      <p:sp>
        <p:nvSpPr>
          <p:cNvPr id="8" name="Content Placeholder 3">
            <a:extLst>
              <a:ext uri="{FF2B5EF4-FFF2-40B4-BE49-F238E27FC236}">
                <a16:creationId xmlns:a16="http://schemas.microsoft.com/office/drawing/2014/main" id="{5799E43E-AB54-4588-92E3-03AE9217F05F}"/>
              </a:ext>
            </a:extLst>
          </p:cNvPr>
          <p:cNvSpPr>
            <a:spLocks noGrp="1"/>
          </p:cNvSpPr>
          <p:nvPr>
            <p:ph sz="quarter" idx="14"/>
          </p:nvPr>
        </p:nvSpPr>
        <p:spPr>
          <a:xfrm>
            <a:off x="1143000" y="5259170"/>
            <a:ext cx="2857500" cy="430887"/>
          </a:xfrm>
        </p:spPr>
        <p:txBody>
          <a:bodyPr/>
          <a:lstStyle>
            <a:lvl1pPr marL="0" indent="0">
              <a:buNone/>
              <a:defRPr/>
            </a:lvl1pPr>
          </a:lstStyle>
          <a:p>
            <a:pPr lvl="0"/>
            <a:endParaRPr lang="en-GB"/>
          </a:p>
        </p:txBody>
      </p:sp>
      <p:sp>
        <p:nvSpPr>
          <p:cNvPr id="9" name="Rectangle 8">
            <a:extLst>
              <a:ext uri="{FF2B5EF4-FFF2-40B4-BE49-F238E27FC236}">
                <a16:creationId xmlns:a16="http://schemas.microsoft.com/office/drawing/2014/main" id="{BBA25C93-8129-4DE6-9660-1D8EF3351639}"/>
              </a:ext>
              <a:ext uri="{C183D7F6-B498-43B3-948B-1728B52AA6E4}">
                <adec:decorative xmlns:adec="http://schemas.microsoft.com/office/drawing/2017/decorative" val="1"/>
              </a:ext>
            </a:extLst>
          </p:cNvPr>
          <p:cNvSpPr/>
          <p:nvPr userDrawn="1"/>
        </p:nvSpPr>
        <p:spPr>
          <a:xfrm>
            <a:off x="4625596" y="3378101"/>
            <a:ext cx="3413456" cy="824603"/>
          </a:xfrm>
          <a:prstGeom prst="rect">
            <a:avLst/>
          </a:prstGeom>
          <a:solidFill>
            <a:srgbClr val="000000"/>
          </a:solidFill>
          <a:ln w="3175" cap="flat" cmpd="sng" algn="ctr">
            <a:solidFill>
              <a:srgbClr val="50E6FF"/>
            </a:solidFill>
            <a:prstDash val="solid"/>
            <a:headEnd type="none" w="med" len="med"/>
            <a:tailEnd type="none" w="med" len="med"/>
          </a:ln>
          <a:effectLst>
            <a:outerShdw blurRad="571500" algn="tl" rotWithShape="0">
              <a:srgbClr val="0078D4">
                <a:alpha val="70000"/>
              </a:srgbClr>
            </a:outerShdw>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0" tIns="146304" rIns="0" bIns="146304" numCol="1" spcCol="0" rtlCol="0" fromWordArt="0" anchor="ctr" anchorCtr="1"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50E6FF"/>
              </a:solidFill>
              <a:effectLst/>
              <a:uLnTx/>
              <a:uFillTx/>
              <a:latin typeface="Segoe UI Semibold"/>
              <a:ea typeface="+mj-ea"/>
              <a:cs typeface="+mj-cs"/>
            </a:endParaRPr>
          </a:p>
        </p:txBody>
      </p:sp>
      <p:sp>
        <p:nvSpPr>
          <p:cNvPr id="10" name="Rectangle 9">
            <a:extLst>
              <a:ext uri="{FF2B5EF4-FFF2-40B4-BE49-F238E27FC236}">
                <a16:creationId xmlns:a16="http://schemas.microsoft.com/office/drawing/2014/main" id="{4C052C99-B10B-4749-AB59-D659F1583104}"/>
              </a:ext>
              <a:ext uri="{C183D7F6-B498-43B3-948B-1728B52AA6E4}">
                <adec:decorative xmlns:adec="http://schemas.microsoft.com/office/drawing/2017/decorative" val="1"/>
              </a:ext>
            </a:extLst>
          </p:cNvPr>
          <p:cNvSpPr/>
          <p:nvPr userDrawn="1"/>
        </p:nvSpPr>
        <p:spPr>
          <a:xfrm>
            <a:off x="8274049" y="3381627"/>
            <a:ext cx="3413456" cy="824603"/>
          </a:xfrm>
          <a:prstGeom prst="rect">
            <a:avLst/>
          </a:prstGeom>
          <a:solidFill>
            <a:srgbClr val="000000"/>
          </a:solidFill>
          <a:ln w="3175" cap="flat" cmpd="sng" algn="ctr">
            <a:solidFill>
              <a:srgbClr val="50E6FF"/>
            </a:solidFill>
            <a:prstDash val="solid"/>
            <a:headEnd type="none" w="med" len="med"/>
            <a:tailEnd type="none" w="med" len="med"/>
          </a:ln>
          <a:effectLst>
            <a:outerShdw blurRad="571500" algn="tl" rotWithShape="0">
              <a:srgbClr val="0078D4">
                <a:alpha val="70000"/>
              </a:srgbClr>
            </a:outerShdw>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0" tIns="146304" rIns="0" bIns="146304" numCol="1" spcCol="0" rtlCol="0" fromWordArt="0" anchor="ctr" anchorCtr="1" forceAA="0" compatLnSpc="1">
            <a:prstTxWarp prst="textNoShape">
              <a:avLst/>
            </a:prstTxWarp>
            <a:noAutofit/>
          </a:bodyPr>
          <a:lstStyle/>
          <a:p>
            <a:pPr marL="0" marR="0" lvl="0" indent="0" algn="ctr" defTabSz="932293" rtl="0" eaLnBrk="1" fontAlgn="base" latinLnBrk="0" hangingPunct="1">
              <a:lnSpc>
                <a:spcPct val="90000"/>
              </a:lnSpc>
              <a:spcBef>
                <a:spcPct val="0"/>
              </a:spcBef>
              <a:spcAft>
                <a:spcPct val="0"/>
              </a:spcAft>
              <a:buClrTx/>
              <a:buSzTx/>
              <a:buFontTx/>
              <a:buNone/>
              <a:tabLst/>
              <a:defRPr/>
            </a:pPr>
            <a:endParaRPr kumimoji="0" lang="en-US" sz="1800" b="0" i="0" u="none" strike="noStrike" kern="1200" cap="none" spc="0" normalizeH="0" baseline="0" noProof="0">
              <a:ln>
                <a:noFill/>
              </a:ln>
              <a:solidFill>
                <a:srgbClr val="50E6FF"/>
              </a:solidFill>
              <a:effectLst/>
              <a:uLnTx/>
              <a:uFillTx/>
              <a:latin typeface="Segoe UI Semibold"/>
              <a:ea typeface="+mj-ea"/>
              <a:cs typeface="+mj-cs"/>
            </a:endParaRPr>
          </a:p>
        </p:txBody>
      </p:sp>
      <p:sp>
        <p:nvSpPr>
          <p:cNvPr id="11" name="Rectangle 10">
            <a:extLst>
              <a:ext uri="{FF2B5EF4-FFF2-40B4-BE49-F238E27FC236}">
                <a16:creationId xmlns:a16="http://schemas.microsoft.com/office/drawing/2014/main" id="{E11860BC-A148-4C3B-88A7-EF3EF39F262D}"/>
              </a:ext>
              <a:ext uri="{C183D7F6-B498-43B3-948B-1728B52AA6E4}">
                <adec:decorative xmlns:adec="http://schemas.microsoft.com/office/drawing/2017/decorative" val="1"/>
              </a:ext>
            </a:extLst>
          </p:cNvPr>
          <p:cNvSpPr/>
          <p:nvPr userDrawn="1"/>
        </p:nvSpPr>
        <p:spPr bwMode="auto">
          <a:xfrm>
            <a:off x="6174615" y="5144164"/>
            <a:ext cx="3798891" cy="842261"/>
          </a:xfrm>
          <a:prstGeom prst="rect">
            <a:avLst/>
          </a:prstGeom>
          <a:solidFill>
            <a:srgbClr val="000000"/>
          </a:solidFill>
          <a:ln w="3175" cap="flat" cmpd="sng" algn="ctr">
            <a:solidFill>
              <a:schemeClr val="accent1"/>
            </a:solidFill>
            <a:prstDash val="solid"/>
            <a:headEnd type="none" w="med" len="med"/>
            <a:tailEnd type="none" w="med" len="med"/>
          </a:ln>
          <a:effectLst>
            <a:outerShdw blurRad="571500" algn="tl" rotWithShape="0">
              <a:srgbClr val="0078D4">
                <a:alpha val="70000"/>
              </a:srgbClr>
            </a:outerShdw>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000" b="1" i="0" u="none" strike="noStrike" kern="1200" cap="none" spc="0" normalizeH="0" baseline="0" noProof="0" err="1">
              <a:ln>
                <a:noFill/>
              </a:ln>
              <a:solidFill>
                <a:srgbClr val="50E6FF"/>
              </a:solidFill>
              <a:effectLst/>
              <a:uLnTx/>
              <a:uFillTx/>
              <a:latin typeface="Segoe UI"/>
              <a:ea typeface="+mj-ea"/>
              <a:cs typeface="+mj-cs"/>
            </a:endParaRPr>
          </a:p>
        </p:txBody>
      </p:sp>
      <p:sp>
        <p:nvSpPr>
          <p:cNvPr id="12" name="Rectangle 11">
            <a:extLst>
              <a:ext uri="{FF2B5EF4-FFF2-40B4-BE49-F238E27FC236}">
                <a16:creationId xmlns:a16="http://schemas.microsoft.com/office/drawing/2014/main" id="{881D0CF2-0738-4A1A-A825-A9C4D5001FB1}"/>
              </a:ext>
              <a:ext uri="{C183D7F6-B498-43B3-948B-1728B52AA6E4}">
                <adec:decorative xmlns:adec="http://schemas.microsoft.com/office/drawing/2017/decorative" val="1"/>
              </a:ext>
            </a:extLst>
          </p:cNvPr>
          <p:cNvSpPr/>
          <p:nvPr userDrawn="1"/>
        </p:nvSpPr>
        <p:spPr>
          <a:xfrm>
            <a:off x="4198778" y="1965444"/>
            <a:ext cx="7488728" cy="864314"/>
          </a:xfrm>
          <a:prstGeom prst="rect">
            <a:avLst/>
          </a:prstGeom>
          <a:solidFill>
            <a:srgbClr val="000000"/>
          </a:solidFill>
          <a:ln w="3175" cap="flat" cmpd="sng" algn="ctr">
            <a:solidFill>
              <a:schemeClr val="accent1"/>
            </a:solidFill>
            <a:prstDash val="solid"/>
            <a:headEnd type="none" w="med" len="med"/>
            <a:tailEnd type="none" w="med" len="med"/>
          </a:ln>
          <a:effectLst>
            <a:outerShdw blurRad="571500" algn="tl" rotWithShape="0">
              <a:srgbClr val="0078D4">
                <a:alpha val="70000"/>
              </a:srgbClr>
            </a:outerShdw>
          </a:effectLst>
        </p:spPr>
        <p:style>
          <a:lnRef idx="0">
            <a:scrgbClr r="0" g="0" b="0"/>
          </a:lnRef>
          <a:fillRef idx="0">
            <a:scrgbClr r="0" g="0" b="0"/>
          </a:fillRef>
          <a:effectRef idx="0">
            <a:scrgbClr r="0" g="0" b="0"/>
          </a:effectRef>
          <a:fontRef idx="major"/>
        </p:style>
        <p:txBody>
          <a:bodyPr rot="0" spcFirstLastPara="0" vertOverflow="overflow" horzOverflow="overflow" vert="horz" wrap="square" lIns="0" tIns="146304" rIns="0" bIns="146304"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50E6FF"/>
              </a:solidFill>
              <a:effectLst/>
              <a:uLnTx/>
              <a:uFillTx/>
              <a:latin typeface="Segoe UI"/>
              <a:ea typeface="+mj-ea"/>
              <a:cs typeface="+mj-cs"/>
            </a:endParaRPr>
          </a:p>
        </p:txBody>
      </p:sp>
      <p:sp>
        <p:nvSpPr>
          <p:cNvPr id="13" name="Content Placeholder 12">
            <a:extLst>
              <a:ext uri="{FF2B5EF4-FFF2-40B4-BE49-F238E27FC236}">
                <a16:creationId xmlns:a16="http://schemas.microsoft.com/office/drawing/2014/main" id="{54C1AEDD-4951-4E1B-A835-D483AAE7D678}"/>
              </a:ext>
            </a:extLst>
          </p:cNvPr>
          <p:cNvSpPr>
            <a:spLocks noGrp="1"/>
          </p:cNvSpPr>
          <p:nvPr>
            <p:ph sz="quarter" idx="15"/>
          </p:nvPr>
        </p:nvSpPr>
        <p:spPr>
          <a:xfrm>
            <a:off x="4000500" y="1385888"/>
            <a:ext cx="3425825" cy="1444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081166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E64B7-7C8F-074E-9CAB-108433607DF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642D9BF-688D-7E43-A6B3-BE162163A2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9FB69A-B801-BB4C-B45C-3F4F6B8E792B}"/>
              </a:ext>
            </a:extLst>
          </p:cNvPr>
          <p:cNvSpPr>
            <a:spLocks noGrp="1"/>
          </p:cNvSpPr>
          <p:nvPr>
            <p:ph type="dt" sz="half" idx="10"/>
          </p:nvPr>
        </p:nvSpPr>
        <p:spPr/>
        <p:txBody>
          <a:bodyPr/>
          <a:lstStyle/>
          <a:p>
            <a:fld id="{7C5B76DA-FCC2-6146-AFC9-E5F180670763}" type="datetimeFigureOut">
              <a:rPr lang="en-US" smtClean="0"/>
              <a:t>7/13/2022</a:t>
            </a:fld>
            <a:endParaRPr lang="en-US"/>
          </a:p>
        </p:txBody>
      </p:sp>
      <p:sp>
        <p:nvSpPr>
          <p:cNvPr id="5" name="Footer Placeholder 4">
            <a:extLst>
              <a:ext uri="{FF2B5EF4-FFF2-40B4-BE49-F238E27FC236}">
                <a16:creationId xmlns:a16="http://schemas.microsoft.com/office/drawing/2014/main" id="{2FCDA7CF-A6DA-764E-9D97-4BBD91F2BF2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366E91-E281-EE45-99C0-CF8419420C35}"/>
              </a:ext>
            </a:extLst>
          </p:cNvPr>
          <p:cNvSpPr>
            <a:spLocks noGrp="1"/>
          </p:cNvSpPr>
          <p:nvPr>
            <p:ph type="sldNum" sz="quarter" idx="12"/>
          </p:nvPr>
        </p:nvSpPr>
        <p:spPr/>
        <p:txBody>
          <a:bodyPr/>
          <a:lstStyle/>
          <a:p>
            <a:fld id="{5B529444-F807-E748-98D8-DF37094D95C9}" type="slidenum">
              <a:rPr lang="en-US" smtClean="0"/>
              <a:t>‹#›</a:t>
            </a:fld>
            <a:endParaRPr lang="en-US"/>
          </a:p>
        </p:txBody>
      </p:sp>
    </p:spTree>
    <p:extLst>
      <p:ext uri="{BB962C8B-B14F-4D97-AF65-F5344CB8AC3E}">
        <p14:creationId xmlns:p14="http://schemas.microsoft.com/office/powerpoint/2010/main" val="42243678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50DC78AD-4336-4E8D-8F70-4C35FEF409C7}"/>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195727153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428681" y="2532448"/>
            <a:ext cx="9630389" cy="1793104"/>
          </a:xfrm>
          <a:prstGeom prst="rect">
            <a:avLst/>
          </a:prstGeom>
          <a:noFill/>
        </p:spPr>
        <p:txBody>
          <a:bodyPr lIns="0" tIns="0" rIns="0" bIns="182880" anchor="b" anchorCtr="0"/>
          <a:lstStyle>
            <a:lvl1pPr>
              <a:defRPr sz="4800" strike="noStrike" spc="-49"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442466" y="4350114"/>
            <a:ext cx="9602819" cy="738664"/>
          </a:xfrm>
          <a:prstGeom prst="rect">
            <a:avLst/>
          </a:prstGeom>
        </p:spPr>
        <p:txBody>
          <a:bodyPr/>
          <a:lstStyle>
            <a:lvl1pPr>
              <a:defRPr sz="1800">
                <a:solidFill>
                  <a:schemeClr val="bg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0AF2B48A-0CD5-4E5D-BBFC-0FF17E42D728}"/>
              </a:ext>
            </a:extLst>
          </p:cNvPr>
          <p:cNvPicPr>
            <a:picLocks noChangeAspect="1"/>
          </p:cNvPicPr>
          <p:nvPr/>
        </p:nvPicPr>
        <p:blipFill>
          <a:blip r:embed="rId2"/>
          <a:stretch>
            <a:fillRect/>
          </a:stretch>
        </p:blipFill>
        <p:spPr>
          <a:xfrm>
            <a:off x="136885" y="159691"/>
            <a:ext cx="2635247" cy="871753"/>
          </a:xfrm>
          <a:prstGeom prst="rect">
            <a:avLst/>
          </a:prstGeom>
        </p:spPr>
      </p:pic>
    </p:spTree>
    <p:extLst>
      <p:ext uri="{BB962C8B-B14F-4D97-AF65-F5344CB8AC3E}">
        <p14:creationId xmlns:p14="http://schemas.microsoft.com/office/powerpoint/2010/main" val="21304853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rgbClr val="000000"/>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442466"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r>
              <a:rPr lang="en-US"/>
              <a:t>© Copyright Microsoft Corporation. All rights reserved.</a:t>
            </a:r>
          </a:p>
        </p:txBody>
      </p:sp>
      <p:pic>
        <p:nvPicPr>
          <p:cNvPr id="3" name="Picture 2" descr="A picture containing drawing&#10;&#10;Description automatically generated">
            <a:extLst>
              <a:ext uri="{FF2B5EF4-FFF2-40B4-BE49-F238E27FC236}">
                <a16:creationId xmlns:a16="http://schemas.microsoft.com/office/drawing/2014/main" id="{DA65376C-9C1C-452A-9C27-75EE7927ABA8}"/>
              </a:ext>
            </a:extLst>
          </p:cNvPr>
          <p:cNvPicPr>
            <a:picLocks noChangeAspect="1"/>
          </p:cNvPicPr>
          <p:nvPr/>
        </p:nvPicPr>
        <p:blipFill>
          <a:blip r:embed="rId2"/>
          <a:stretch>
            <a:fillRect/>
          </a:stretch>
        </p:blipFill>
        <p:spPr>
          <a:xfrm>
            <a:off x="136885" y="159691"/>
            <a:ext cx="2635247" cy="871753"/>
          </a:xfrm>
          <a:prstGeom prst="rect">
            <a:avLst/>
          </a:prstGeom>
        </p:spPr>
      </p:pic>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57617" y="0"/>
            <a:ext cx="5973790" cy="6858000"/>
          </a:xfrm>
          <a:prstGeom prst="rect">
            <a:avLst/>
          </a:prstGeom>
        </p:spPr>
      </p:pic>
    </p:spTree>
    <p:extLst>
      <p:ext uri="{BB962C8B-B14F-4D97-AF65-F5344CB8AC3E}">
        <p14:creationId xmlns:p14="http://schemas.microsoft.com/office/powerpoint/2010/main" val="2764488484"/>
      </p:ext>
    </p:extLst>
  </p:cSld>
  <p:clrMapOvr>
    <a:masterClrMapping/>
  </p:clrMapOvr>
  <p:transition>
    <p:fade/>
  </p:transition>
  <p:hf sldNum="0" hdr="0" ftr="0" dt="0"/>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6383137" y="589416"/>
            <a:ext cx="5671978" cy="5679168"/>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grpSp>
        <p:nvGrpSpPr>
          <p:cNvPr id="37" name="Group 36">
            <a:extLst>
              <a:ext uri="{FF2B5EF4-FFF2-40B4-BE49-F238E27FC236}">
                <a16:creationId xmlns:a16="http://schemas.microsoft.com/office/drawing/2014/main" id="{695F69F3-6C65-4C67-BE9F-99EE13ECA942}"/>
              </a:ext>
            </a:extLst>
          </p:cNvPr>
          <p:cNvGrpSpPr/>
          <p:nvPr/>
        </p:nvGrpSpPr>
        <p:grpSpPr>
          <a:xfrm>
            <a:off x="6600946" y="859776"/>
            <a:ext cx="5148588" cy="5138447"/>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820691641"/>
      </p:ext>
    </p:extLst>
  </p:cSld>
  <p:clrMapOvr>
    <a:masterClrMapping/>
  </p:clrMapOvr>
  <p:transition>
    <p:fade/>
  </p:transition>
  <p:hf sldNum="0" hdr="0" ftr="0" dt="0"/>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428681" y="2532448"/>
            <a:ext cx="5428936" cy="1793104"/>
          </a:xfrm>
          <a:prstGeom prst="rect">
            <a:avLst/>
          </a:prstGeom>
          <a:noFill/>
        </p:spPr>
        <p:txBody>
          <a:bodyPr lIns="0" tIns="0" rIns="0" bIns="182880" anchor="b" anchorCtr="0"/>
          <a:lstStyle>
            <a:lvl1pPr>
              <a:defRPr sz="4800" strike="noStrike" spc="-49"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442466" y="4350114"/>
            <a:ext cx="5413394" cy="738664"/>
          </a:xfrm>
          <a:prstGeom prst="rect">
            <a:avLst/>
          </a:prstGeom>
        </p:spPr>
        <p:txBody>
          <a:bodyPr/>
          <a:lstStyle>
            <a:lvl1pPr>
              <a:defRPr sz="1800">
                <a:solidFill>
                  <a:schemeClr val="tx1"/>
                </a:solidFill>
              </a:defRPr>
            </a:lvl1pPr>
            <a:lvl2pPr>
              <a:defRPr sz="1765">
                <a:solidFill>
                  <a:srgbClr val="000000"/>
                </a:solidFill>
              </a:defRPr>
            </a:lvl2pPr>
            <a:lvl3pPr>
              <a:defRPr sz="1372"/>
            </a:lvl3pPr>
            <a:lvl4pPr>
              <a:defRPr sz="1372"/>
            </a:lvl4pPr>
            <a:lvl5pPr>
              <a:defRPr sz="1029"/>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pic>
        <p:nvPicPr>
          <p:cNvPr id="4" name="Picture 3" descr="A picture containing drawing&#10;&#10;Description automatically generated">
            <a:extLst>
              <a:ext uri="{FF2B5EF4-FFF2-40B4-BE49-F238E27FC236}">
                <a16:creationId xmlns:a16="http://schemas.microsoft.com/office/drawing/2014/main" id="{57D6331F-1A15-46AA-A57A-300CC97487E4}"/>
              </a:ext>
            </a:extLst>
          </p:cNvPr>
          <p:cNvPicPr>
            <a:picLocks noChangeAspect="1"/>
          </p:cNvPicPr>
          <p:nvPr/>
        </p:nvPicPr>
        <p:blipFill>
          <a:blip r:embed="rId2"/>
          <a:stretch>
            <a:fillRect/>
          </a:stretch>
        </p:blipFill>
        <p:spPr>
          <a:xfrm>
            <a:off x="136885" y="159691"/>
            <a:ext cx="2635247" cy="871753"/>
          </a:xfrm>
          <a:prstGeom prst="rect">
            <a:avLst/>
          </a:prstGeom>
        </p:spPr>
      </p:pic>
      <p:sp>
        <p:nvSpPr>
          <p:cNvPr id="72" name="Rectangle 71">
            <a:extLst>
              <a:ext uri="{FF2B5EF4-FFF2-40B4-BE49-F238E27FC236}">
                <a16:creationId xmlns:a16="http://schemas.microsoft.com/office/drawing/2014/main" id="{5E3B1CB1-53A4-41B0-A2BE-8C0CF51F9838}"/>
              </a:ext>
            </a:extLst>
          </p:cNvPr>
          <p:cNvSpPr/>
          <p:nvPr/>
        </p:nvSpPr>
        <p:spPr bwMode="auto">
          <a:xfrm>
            <a:off x="6229842" y="0"/>
            <a:ext cx="5962158" cy="68580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a:stretch/>
        </p:blipFill>
        <p:spPr>
          <a:xfrm>
            <a:off x="6111901" y="0"/>
            <a:ext cx="6080099" cy="68580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73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73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73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73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73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73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73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73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73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73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73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73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73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73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73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73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73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73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73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73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73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73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73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730"/>
            </a:p>
          </p:txBody>
        </p:sp>
      </p:grpSp>
    </p:spTree>
    <p:extLst>
      <p:ext uri="{BB962C8B-B14F-4D97-AF65-F5344CB8AC3E}">
        <p14:creationId xmlns:p14="http://schemas.microsoft.com/office/powerpoint/2010/main" val="148341196"/>
      </p:ext>
    </p:extLst>
  </p:cSld>
  <p:clrMapOvr>
    <a:masterClrMapping/>
  </p:clrMapOvr>
  <p:transition>
    <p:fade/>
  </p:transition>
  <p:hf sldNum="0" hdr="0" ftr="0" dt="0"/>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520250928"/>
      </p:ext>
    </p:extLst>
  </p:cSld>
  <p:clrMapOvr>
    <a:masterClrMapping/>
  </p:clrMapOvr>
  <p:transition>
    <p:fade/>
  </p:transition>
  <p:hf sldNum="0" hdr="0" ftr="0" dt="0"/>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291693"/>
            <a:ext cx="11340811" cy="2544286"/>
          </a:xfrm>
        </p:spPr>
        <p:txBody>
          <a:bodyPr/>
          <a:lstStyle>
            <a:lvl1pPr>
              <a:spcBef>
                <a:spcPts val="392"/>
              </a:spcBef>
              <a:spcAft>
                <a:spcPts val="588"/>
              </a:spcAft>
              <a:defRPr sz="2400">
                <a:latin typeface="+mn-lt"/>
              </a:defRPr>
            </a:lvl1pPr>
            <a:lvl2pPr>
              <a:spcBef>
                <a:spcPts val="392"/>
              </a:spcBef>
              <a:spcAft>
                <a:spcPts val="588"/>
              </a:spcAft>
              <a:defRPr sz="2400">
                <a:latin typeface="+mn-lt"/>
              </a:defRPr>
            </a:lvl2pPr>
            <a:lvl3pPr>
              <a:spcBef>
                <a:spcPts val="392"/>
              </a:spcBef>
              <a:spcAft>
                <a:spcPts val="588"/>
              </a:spcAft>
              <a:defRPr sz="2400">
                <a:latin typeface="+mn-lt"/>
              </a:defRPr>
            </a:lvl3pPr>
            <a:lvl4pPr>
              <a:spcBef>
                <a:spcPts val="392"/>
              </a:spcBef>
              <a:spcAft>
                <a:spcPts val="588"/>
              </a:spcAft>
              <a:defRPr sz="2400">
                <a:latin typeface="+mn-lt"/>
              </a:defRPr>
            </a:lvl4pPr>
            <a:lvl5pPr>
              <a:spcBef>
                <a:spcPts val="392"/>
              </a:spcBef>
              <a:spcAft>
                <a:spcPts val="588"/>
              </a:spcAft>
              <a:defRPr sz="2400" b="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44001028"/>
      </p:ext>
    </p:extLst>
  </p:cSld>
  <p:clrMapOvr>
    <a:masterClrMapping/>
  </p:clrMapOvr>
  <p:transition>
    <p:fade/>
  </p:transition>
  <p:hf sldNum="0" hdr="0" ftr="0" dt="0"/>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9100" y="1456897"/>
            <a:ext cx="11340811" cy="2051844"/>
          </a:xfrm>
        </p:spPr>
        <p:txBody>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5670550"/>
            <a:ext cx="12192000" cy="746955"/>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418643" y="5797806"/>
            <a:ext cx="11341268" cy="492443"/>
          </a:xfrm>
        </p:spPr>
        <p:txBody>
          <a:bodyPr anchor="ctr"/>
          <a:lstStyle>
            <a:lvl1pPr>
              <a:defRPr sz="2000"/>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81979072"/>
      </p:ext>
    </p:extLst>
  </p:cSld>
  <p:clrMapOvr>
    <a:masterClrMapping/>
  </p:clrMapOvr>
  <p:transition>
    <p:fade/>
  </p:transition>
  <p:hf sldNum="0" hdr="0" ftr="0" dt="0"/>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6229350" y="1456896"/>
            <a:ext cx="5543550" cy="3762803"/>
          </a:xfrm>
          <a:solidFill>
            <a:schemeClr val="bg1">
              <a:lumMod val="95000"/>
            </a:schemeClr>
          </a:solidFill>
        </p:spPr>
        <p:txBody>
          <a:bodyPr lIns="137160">
            <a:noAutofit/>
          </a:bodyPr>
          <a:lstStyle>
            <a:lvl1pPr>
              <a:spcBef>
                <a:spcPts val="392"/>
              </a:spcBef>
              <a:spcAft>
                <a:spcPts val="588"/>
              </a:spcAft>
              <a:defRPr sz="2400"/>
            </a:lvl1pPr>
            <a:lvl2pPr>
              <a:spcBef>
                <a:spcPts val="392"/>
              </a:spcBef>
              <a:spcAft>
                <a:spcPts val="588"/>
              </a:spcAft>
              <a:defRPr/>
            </a:lvl2pPr>
            <a:lvl3pPr>
              <a:spcBef>
                <a:spcPts val="392"/>
              </a:spcBef>
              <a:spcAft>
                <a:spcPts val="588"/>
              </a:spcAft>
              <a:defRPr/>
            </a:lvl3pPr>
            <a:lvl4pPr>
              <a:spcBef>
                <a:spcPts val="392"/>
              </a:spcBef>
              <a:spcAft>
                <a:spcPts val="588"/>
              </a:spcAft>
              <a:defRPr/>
            </a:lvl4pPr>
            <a:lvl5pPr>
              <a:spcBef>
                <a:spcPts val="392"/>
              </a:spcBef>
              <a:spcAft>
                <a:spcPts val="588"/>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11478266"/>
      </p:ext>
    </p:extLst>
  </p:cSld>
  <p:clrMapOvr>
    <a:masterClrMapping/>
  </p:clrMapOvr>
  <p:transition>
    <p:fade/>
  </p:transition>
  <p:hf sldNum="0" hdr="0" ftr="0" dt="0"/>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3"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7" y="1611250"/>
            <a:ext cx="0" cy="225458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2487861"/>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33641158"/>
      </p:ext>
    </p:extLst>
  </p:cSld>
  <p:clrMapOvr>
    <a:masterClrMapping/>
  </p:clrMapOvr>
  <p:transition>
    <p:fade/>
  </p:transition>
  <p:hf sldNum="0" hdr="0" ftr="0" dt="0"/>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418643" y="440494"/>
            <a:ext cx="11341268" cy="680196"/>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18642"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6089276" y="1611250"/>
            <a:ext cx="0" cy="4563213"/>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364951" y="1456897"/>
            <a:ext cx="5394960" cy="4734629"/>
          </a:xfrm>
        </p:spPr>
        <p:txBody>
          <a:bodyPr/>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34975272"/>
      </p:ext>
    </p:extLst>
  </p:cSld>
  <p:clrMapOvr>
    <a:masterClrMapping/>
  </p:clrMapOvr>
  <p:transition>
    <p:fade/>
  </p:transition>
  <p:hf sldNum="0" hdr="0" ftr="0" dt="0"/>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441468" y="1456896"/>
            <a:ext cx="5543785"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6229350" y="1456896"/>
            <a:ext cx="5531577" cy="4194604"/>
          </a:xfrm>
          <a:solidFill>
            <a:schemeClr val="bg1">
              <a:lumMod val="95000"/>
            </a:schemeClr>
          </a:solidFill>
        </p:spPr>
        <p:txBody>
          <a:bodyPr lIns="137160" rIns="137160"/>
          <a:lstStyle>
            <a:lvl1pPr>
              <a:spcBef>
                <a:spcPts val="392"/>
              </a:spcBef>
              <a:spcAft>
                <a:spcPts val="588"/>
              </a:spcAft>
              <a:defRPr sz="2400"/>
            </a:lvl1pPr>
            <a:lvl2pPr marL="336145" indent="-224097">
              <a:spcBef>
                <a:spcPts val="392"/>
              </a:spcBef>
              <a:spcAft>
                <a:spcPts val="588"/>
              </a:spcAft>
              <a:buFont typeface="Arial" panose="020B0604020202020204" pitchFamily="34" charset="0"/>
              <a:buChar char="•"/>
              <a:defRPr>
                <a:solidFill>
                  <a:schemeClr val="tx1"/>
                </a:solidFill>
                <a:latin typeface="+mn-lt"/>
              </a:defRPr>
            </a:lvl2pPr>
            <a:lvl3pPr marL="280121" indent="-280121">
              <a:spcBef>
                <a:spcPts val="392"/>
              </a:spcBef>
              <a:spcAft>
                <a:spcPts val="588"/>
              </a:spcAft>
              <a:buFont typeface="Arial" panose="020B0604020202020204" pitchFamily="34" charset="0"/>
              <a:buChar char="•"/>
              <a:defRPr>
                <a:solidFill>
                  <a:schemeClr val="tx1"/>
                </a:solidFill>
                <a:latin typeface="+mn-lt"/>
              </a:defRPr>
            </a:lvl3pPr>
            <a:lvl4pPr marL="672290" indent="-280121">
              <a:spcBef>
                <a:spcPts val="392"/>
              </a:spcBef>
              <a:spcAft>
                <a:spcPts val="588"/>
              </a:spcAft>
              <a:buSzPct val="100000"/>
              <a:buFont typeface="Arial" panose="020B0604020202020204" pitchFamily="34" charset="0"/>
              <a:buChar char="‒"/>
              <a:defRPr>
                <a:solidFill>
                  <a:schemeClr val="tx1"/>
                </a:solidFill>
                <a:latin typeface="+mn-lt"/>
              </a:defRPr>
            </a:lvl4pPr>
            <a:lvl5pPr marL="168072" indent="-168072">
              <a:spcBef>
                <a:spcPts val="392"/>
              </a:spcBef>
              <a:spcAft>
                <a:spcPts val="588"/>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55448584"/>
      </p:ext>
    </p:extLst>
  </p:cSld>
  <p:clrMapOvr>
    <a:masterClrMapping/>
  </p:clrMapOvr>
  <p:transition>
    <p:fade/>
  </p:transition>
  <p:hf sldNum="0" hdr="0" ftr="0" dt="0"/>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4078288" y="1358901"/>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816784"/>
            <a:ext cx="7695070" cy="1224434"/>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4078288" y="4274667"/>
            <a:ext cx="7695070" cy="1224434"/>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4563045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4078288" y="985704"/>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2339411"/>
            <a:ext cx="7695070"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3693118"/>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5046824"/>
            <a:ext cx="7695070"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18616648"/>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4078288" y="691125"/>
            <a:ext cx="7695070" cy="822645"/>
          </a:xfrm>
        </p:spPr>
        <p:txBody>
          <a:bodyPr vert="horz" wrap="square" lIns="0" tIns="0" rIns="0" bIns="0" rtlCol="0" anchor="ctr">
            <a:noAutofit/>
          </a:bodyPr>
          <a:lstStyle>
            <a:lvl2pPr>
              <a:defRPr lang="en-US" sz="1800"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4078288" y="1619933"/>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4078288" y="2548741"/>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4078288" y="3477549"/>
            <a:ext cx="7695070" cy="822645"/>
          </a:xfrm>
        </p:spPr>
        <p:txBody>
          <a:bodyPr vert="horz" wrap="square" lIns="0" tIns="0" rIns="0" bIns="0" rtlCol="0" anchor="ctr">
            <a:noAutofit/>
          </a:bodyPr>
          <a:lstStyle>
            <a:lvl2pPr>
              <a:defRPr lang="en-US" sz="1800"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4078288" y="440635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5335167"/>
            <a:ext cx="7695070" cy="822645"/>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133309132"/>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743200"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4078288" y="466348"/>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4078288" y="1216264"/>
            <a:ext cx="7695069" cy="675889"/>
          </a:xfrm>
        </p:spPr>
        <p:txBody>
          <a:bodyPr vert="horz" wrap="square" lIns="0" tIns="0" rIns="0" bIns="0" rtlCol="0" anchor="ctr">
            <a:noAutofit/>
          </a:bodyPr>
          <a:lstStyle>
            <a:lvl2pPr>
              <a:defRPr lang="en-US" sz="1600"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4078288" y="1966180"/>
            <a:ext cx="7695069" cy="675889"/>
          </a:xfrm>
        </p:spPr>
        <p:txBody>
          <a:bodyPr vert="horz" wrap="square" lIns="0" tIns="0" rIns="0" bIns="0" rtlCol="0" anchor="ctr">
            <a:noAutofit/>
          </a:bodyPr>
          <a:lstStyle>
            <a:lvl2pPr>
              <a:defRPr lang="en-US" sz="1600"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4078288" y="2716096"/>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4078288" y="3466012"/>
            <a:ext cx="7695069" cy="675889"/>
          </a:xfrm>
        </p:spPr>
        <p:txBody>
          <a:bodyPr vert="horz" wrap="square" lIns="0" tIns="0" rIns="0" bIns="0" rtlCol="0" anchor="ctr">
            <a:noAutofit/>
          </a:bodyPr>
          <a:lstStyle>
            <a:lvl2pPr>
              <a:defRPr lang="en-US" sz="1600"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4078288" y="4215928"/>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4078288" y="4965844"/>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4078288" y="5715763"/>
            <a:ext cx="7695069"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1659178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378075" cy="68580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418643" y="3088902"/>
            <a:ext cx="1959432" cy="680196"/>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619500" y="466348"/>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3619500" y="1308612"/>
            <a:ext cx="3330574"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3619500" y="2150876"/>
            <a:ext cx="3330574"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3619500" y="2993140"/>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3619500" y="3835404"/>
            <a:ext cx="3330574"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619500" y="4677668"/>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619500" y="5519930"/>
            <a:ext cx="3330574"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8331200" y="466348"/>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8331200" y="1308612"/>
            <a:ext cx="3442157" cy="675889"/>
          </a:xfrm>
        </p:spPr>
        <p:txBody>
          <a:bodyPr vert="horz" wrap="square" lIns="0" tIns="0" rIns="0" bIns="0" rtlCol="0" anchor="ctr">
            <a:noAutofit/>
          </a:bodyPr>
          <a:lstStyle>
            <a:lvl2pPr>
              <a:defRPr lang="en-US" sz="140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8331200" y="2150876"/>
            <a:ext cx="3442157" cy="675889"/>
          </a:xfrm>
        </p:spPr>
        <p:txBody>
          <a:bodyPr vert="horz" wrap="square" lIns="0" tIns="0" rIns="0" bIns="0" rtlCol="0" anchor="ctr">
            <a:noAutofit/>
          </a:bodyPr>
          <a:lstStyle>
            <a:lvl2pPr>
              <a:defRPr lang="en-US" sz="140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8331200" y="2993140"/>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8331200" y="3835404"/>
            <a:ext cx="3442157" cy="675889"/>
          </a:xfrm>
        </p:spPr>
        <p:txBody>
          <a:bodyPr vert="horz" wrap="square" lIns="0" tIns="0" rIns="0" bIns="0" rtlCol="0" anchor="ctr">
            <a:noAutofit/>
          </a:bodyPr>
          <a:lstStyle>
            <a:lvl2pPr>
              <a:defRPr lang="en-US" sz="140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8331200" y="4677668"/>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8331200" y="5519930"/>
            <a:ext cx="3442157" cy="675889"/>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400" b="0">
                <a:solidFill>
                  <a:schemeClr val="tx1"/>
                </a:solidFill>
              </a:defRPr>
            </a:lvl2pPr>
            <a:lvl3pPr marL="448193" indent="0">
              <a:buNone/>
              <a:defRPr/>
            </a:lvl3pPr>
            <a:lvl4pPr marL="672290" indent="0">
              <a:buNone/>
              <a:defRPr/>
            </a:lvl4pPr>
            <a:lvl5pPr marL="896386"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1891796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468134"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592758"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5" name="Text Placeholder 4"/>
          <p:cNvSpPr>
            <a:spLocks noGrp="1"/>
          </p:cNvSpPr>
          <p:nvPr>
            <p:ph type="body" sz="quarter" idx="11" hasCustomPrompt="1"/>
          </p:nvPr>
        </p:nvSpPr>
        <p:spPr>
          <a:xfrm>
            <a:off x="418643" y="4708215"/>
            <a:ext cx="365293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418643" y="5014828"/>
            <a:ext cx="365293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4308909"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4433534"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4293969"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4293969"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8159021" y="1456896"/>
            <a:ext cx="3603442" cy="3100576"/>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8283647" y="1564130"/>
            <a:ext cx="3354191" cy="2886109"/>
          </a:xfrm>
          <a:prstGeom prst="rect">
            <a:avLst/>
          </a:prstGeom>
          <a:blipFill>
            <a:blip r:embed="rId2"/>
            <a:stretch>
              <a:fillRect/>
            </a:stretch>
          </a:blipFill>
          <a:ln w="19050">
            <a:noFill/>
          </a:ln>
        </p:spPr>
        <p:txBody>
          <a:bodyPr lIns="914400" rIns="91440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78" b="1" kern="1200" spc="0" baseline="0" dirty="0" smtClean="0">
                <a:solidFill>
                  <a:schemeClr val="tx1"/>
                </a:solidFill>
                <a:latin typeface="+mn-lt"/>
                <a:ea typeface="+mn-ea"/>
                <a:cs typeface="Segoe UI" panose="020B0502040204020203" pitchFamily="34" charset="0"/>
              </a:defRPr>
            </a:lvl1pPr>
          </a:lstStyle>
          <a:p>
            <a:r>
              <a:rPr lang="en-US"/>
              <a:t>Drag &amp; drop your</a:t>
            </a:r>
            <a:br>
              <a:rPr lang="en-US"/>
            </a:br>
            <a:r>
              <a:rPr lang="en-US"/>
              <a:t>photo here </a:t>
            </a:r>
            <a:br>
              <a:rPr lang="en-US"/>
            </a:br>
            <a:r>
              <a:rPr lang="en-US"/>
              <a:t>or click or tap icon</a:t>
            </a:r>
            <a:br>
              <a:rPr lang="en-US"/>
            </a:br>
            <a:r>
              <a:rPr lang="en-US"/>
              <a:t>below to insert</a:t>
            </a:r>
          </a:p>
        </p:txBody>
      </p:sp>
      <p:sp>
        <p:nvSpPr>
          <p:cNvPr id="10" name="Text Placeholder 4"/>
          <p:cNvSpPr>
            <a:spLocks noGrp="1"/>
          </p:cNvSpPr>
          <p:nvPr>
            <p:ph type="body" sz="quarter" idx="13" hasCustomPrompt="1"/>
          </p:nvPr>
        </p:nvSpPr>
        <p:spPr>
          <a:xfrm>
            <a:off x="8144083" y="4708215"/>
            <a:ext cx="3618381" cy="584775"/>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8144083" y="5014828"/>
            <a:ext cx="3618381" cy="954107"/>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rgbClr val="000000"/>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365432839"/>
      </p:ext>
    </p:extLst>
  </p:cSld>
  <p:clrMapOvr>
    <a:masterClrMapping/>
  </p:clrMapOvr>
  <p:transition>
    <p:fade/>
  </p:transition>
  <p:hf sldNum="0" hdr="0" ftr="0" dt="0"/>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2526646"/>
            <a:ext cx="9697686" cy="1784048"/>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418644" y="2526646"/>
            <a:ext cx="9189910" cy="1784048"/>
          </a:xfrm>
          <a:prstGeom prst="rect">
            <a:avLst/>
          </a:prstGeom>
          <a:noFill/>
        </p:spPr>
        <p:txBody>
          <a:bodyPr vert="horz" wrap="square" lIns="0" tIns="0" rIns="0" bIns="0" rtlCol="0" anchor="ctr" anchorCtr="0">
            <a:noAutofit/>
          </a:bodyPr>
          <a:lstStyle>
            <a:lvl1pPr>
              <a:defRPr lang="en-US" sz="3600" spc="-49" baseline="0" dirty="0">
                <a:solidFill>
                  <a:schemeClr val="bg1"/>
                </a:solidFill>
              </a:defRPr>
            </a:lvl1pPr>
          </a:lstStyle>
          <a:p>
            <a:pPr marL="0" lvl="0">
              <a:lnSpc>
                <a:spcPts val="5490"/>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9697686" y="2526646"/>
            <a:ext cx="2082603" cy="1784048"/>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11569483"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9697686" y="2481083"/>
            <a:ext cx="203874" cy="1875174"/>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10098361" y="2777952"/>
            <a:ext cx="1281254" cy="1281436"/>
          </a:xfrm>
        </p:spPr>
        <p:txBody>
          <a:bodyPr anchor="ctr">
            <a:noAutofit/>
          </a:bodyPr>
          <a:lstStyle>
            <a:lvl1pPr algn="ctr">
              <a:defRPr/>
            </a:lvl1pPr>
          </a:lstStyle>
          <a:p>
            <a:r>
              <a:rPr lang="en-US"/>
              <a:t>Click icon to add picture</a:t>
            </a:r>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303411097"/>
      </p:ext>
    </p:extLst>
  </p:cSld>
  <p:clrMapOvr>
    <a:masterClrMapping/>
  </p:clrMapOvr>
  <p:transition>
    <p:fade/>
  </p:transition>
  <p:hf sldNum="0" hdr="0" ftr="0" dt="0"/>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7"/>
            <a:ext cx="5579310" cy="307777"/>
          </a:xfrm>
          <a:prstGeom prst="rect">
            <a:avLst/>
          </a:prstGeom>
        </p:spPr>
        <p:txBody>
          <a:bodyPr wrap="square" lIns="0" tIns="0" rIns="0" bIns="0">
            <a:spAutoFit/>
          </a:bodyPr>
          <a:lstStyle>
            <a:lvl1pPr marL="0" indent="0">
              <a:lnSpc>
                <a:spcPts val="2353"/>
              </a:lnSpc>
              <a:buNone/>
              <a:defRPr lang="en-US" sz="20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418643" y="2161629"/>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474101"/>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418643" y="3628878"/>
            <a:ext cx="5579311" cy="338554"/>
          </a:xfrm>
          <a:prstGeom prst="rect">
            <a:avLst/>
          </a:prstGeom>
        </p:spPr>
        <p:txBody>
          <a:bodyPr lIns="0" tIns="45720" rIns="0" bIns="45720"/>
          <a:lstStyle>
            <a:lvl1pPr marL="0" indent="0">
              <a:lnSpc>
                <a:spcPct val="100000"/>
              </a:lnSpc>
              <a:spcBef>
                <a:spcPts val="1176"/>
              </a:spcBef>
              <a:buNone/>
              <a:defRPr lang="en-US" sz="1600" b="0" kern="1200" spc="0" baseline="0" dirty="0">
                <a:solidFill>
                  <a:schemeClr val="tx2"/>
                </a:solidFill>
                <a:latin typeface="+mj-lt"/>
                <a:ea typeface="+mn-ea"/>
                <a:cs typeface="+mn-cs"/>
              </a:defRPr>
            </a:lvl1pPr>
            <a:lvl2pPr marL="0" marR="0" indent="0" algn="l" defTabSz="914367" rtl="0" eaLnBrk="1" fontAlgn="auto" latinLnBrk="0" hangingPunct="1">
              <a:lnSpc>
                <a:spcPts val="1765"/>
              </a:lnSpc>
              <a:spcBef>
                <a:spcPts val="441"/>
              </a:spcBef>
              <a:spcAft>
                <a:spcPts val="0"/>
              </a:spcAft>
              <a:buClrTx/>
              <a:buSzPct val="90000"/>
              <a:buFont typeface="Arial" panose="020B0604020202020204" pitchFamily="34" charset="0"/>
              <a:buNone/>
              <a:tabLst/>
              <a:defRPr sz="1372">
                <a:solidFill>
                  <a:srgbClr val="000000"/>
                </a:solidFill>
              </a:defRPr>
            </a:lvl2pPr>
            <a:lvl3pPr marL="448193" indent="0">
              <a:buNone/>
              <a:defRPr/>
            </a:lvl3pPr>
            <a:lvl4pPr marL="672290" indent="0">
              <a:buNone/>
              <a:defRPr/>
            </a:lvl4pPr>
            <a:lvl5pPr marL="896386"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929012"/>
            <a:ext cx="5579310" cy="76700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a:t>© Copyright Microsoft Corporation. All rights reserved.</a:t>
            </a:r>
          </a:p>
        </p:txBody>
      </p:sp>
    </p:spTree>
    <p:extLst>
      <p:ext uri="{BB962C8B-B14F-4D97-AF65-F5344CB8AC3E}">
        <p14:creationId xmlns:p14="http://schemas.microsoft.com/office/powerpoint/2010/main" val="1947683112"/>
      </p:ext>
    </p:extLst>
  </p:cSld>
  <p:clrMapOvr>
    <a:masterClrMapping/>
  </p:clrMapOvr>
  <p:transition>
    <p:fade/>
  </p:transition>
  <p:hf sldNum="0" hdr="0" ftr="0" dt="0"/>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456896"/>
            <a:ext cx="5579310" cy="369332"/>
          </a:xfrm>
          <a:prstGeom prst="rect">
            <a:avLst/>
          </a:prstGeom>
        </p:spPr>
        <p:txBody>
          <a:bodyPr wrap="square" lIns="0" tIns="0" rIns="0" bIns="0" anchor="t">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2268946"/>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418644" y="306804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3282367"/>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418644" y="4081465"/>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418644" y="429578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418644" y="5094886"/>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418644" y="5309208"/>
            <a:ext cx="5579310"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85524829"/>
      </p:ext>
    </p:extLst>
  </p:cSld>
  <p:clrMapOvr>
    <a:masterClrMapping/>
  </p:clrMapOvr>
  <p:transition>
    <p:fade/>
  </p:transition>
  <p:hf sldNum="0" hdr="0" ftr="0" dt="0"/>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5543516" cy="728448"/>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418644" y="1709493"/>
            <a:ext cx="5579310" cy="369332"/>
          </a:xfrm>
          <a:prstGeom prst="rect">
            <a:avLst/>
          </a:prstGeom>
        </p:spPr>
        <p:txBody>
          <a:bodyPr wrap="square" lIns="0" tIns="0" rIns="0" bIns="0" anchor="b">
            <a:spAutoFit/>
          </a:bodyPr>
          <a:lstStyle>
            <a:lvl1pPr marL="0" indent="0">
              <a:lnSpc>
                <a:spcPct val="100000"/>
              </a:lnSpc>
              <a:buNone/>
              <a:defRPr lang="en-US" sz="2400" kern="1200" spc="0" baseline="0" dirty="0">
                <a:solidFill>
                  <a:schemeClr val="tx1"/>
                </a:solidFill>
                <a:latin typeface="+mj-lt"/>
                <a:ea typeface="+mn-ea"/>
                <a:cs typeface="+mn-cs"/>
              </a:defRPr>
            </a:lvl1pPr>
            <a:lvl2pPr marL="224097" indent="0">
              <a:buNone/>
              <a:defRPr/>
            </a:lvl2pPr>
            <a:lvl3pPr marL="448193" indent="0">
              <a:buNone/>
              <a:defRPr/>
            </a:lvl3pPr>
            <a:lvl4pPr marL="672290" indent="0">
              <a:buNone/>
              <a:defRPr/>
            </a:lvl4pPr>
            <a:lvl5pPr marL="896386"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422400" y="2267319"/>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422400" y="3066417"/>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422400" y="3280740"/>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422400" y="4079838"/>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422400" y="429416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422400" y="5093259"/>
            <a:ext cx="449774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422400" y="5307581"/>
            <a:ext cx="4575554" cy="584775"/>
          </a:xfrm>
          <a:prstGeom prst="rect">
            <a:avLst/>
          </a:prstGeom>
        </p:spPr>
        <p:txBody>
          <a:bodyPr lIns="0" tIns="45720" rIns="0" bIns="45720"/>
          <a:lstStyle>
            <a:lvl1pPr marL="0" indent="0">
              <a:lnSpc>
                <a:spcPct val="100000"/>
              </a:lnSpc>
              <a:spcBef>
                <a:spcPts val="0"/>
              </a:spcBef>
              <a:spcAft>
                <a:spcPts val="600"/>
              </a:spcAft>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229842" y="-1"/>
            <a:ext cx="5973053" cy="6858001"/>
          </a:xfrm>
          <a:prstGeom prst="rect">
            <a:avLst/>
          </a:prstGeom>
          <a:blipFill>
            <a:blip r:embed="rId2"/>
            <a:stretch>
              <a:fillRect/>
            </a:stretch>
          </a:blipFill>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418644"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r>
              <a:rPr lang="en-US"/>
              <a:t>© Copyright Microsoft Corporation. All rights reserved.</a:t>
            </a:r>
          </a:p>
        </p:txBody>
      </p:sp>
    </p:spTree>
    <p:extLst>
      <p:ext uri="{BB962C8B-B14F-4D97-AF65-F5344CB8AC3E}">
        <p14:creationId xmlns:p14="http://schemas.microsoft.com/office/powerpoint/2010/main" val="307464012"/>
      </p:ext>
    </p:extLst>
  </p:cSld>
  <p:clrMapOvr>
    <a:masterClrMapping/>
  </p:clrMapOvr>
  <p:transition>
    <p:fade/>
  </p:transition>
  <p:hf sldNum="0" hdr="0" ftr="0" dt="0"/>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4" y="440494"/>
            <a:ext cx="11354712"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418644" y="2660048"/>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418644" y="3937131"/>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418644" y="5214214"/>
            <a:ext cx="550149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3155003"/>
      </p:ext>
    </p:extLst>
  </p:cSld>
  <p:clrMapOvr>
    <a:masterClrMapping/>
  </p:clrMapOvr>
  <p:transition>
    <p:fade/>
  </p:transition>
  <p:hf sldNum="0" hdr="0" ftr="0" dt="0"/>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418643" y="440494"/>
            <a:ext cx="11354714" cy="728448"/>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418644" y="145689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418644" y="2734160"/>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418644" y="4011423"/>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418644" y="5288687"/>
            <a:ext cx="5579310" cy="1128821"/>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6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6229842" y="1456896"/>
            <a:ext cx="5543514" cy="4960611"/>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err="1">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6349678" y="1564130"/>
            <a:ext cx="5303845" cy="4746143"/>
          </a:xfrm>
          <a:prstGeom prst="rect">
            <a:avLst/>
          </a:prstGeom>
          <a:blipFill dpi="0" rotWithShape="1">
            <a:blip r:embed="rId2"/>
            <a:srcRect/>
            <a:stretch>
              <a:fillRect/>
            </a:stretch>
          </a:blipFill>
          <a:ln w="19050">
            <a:noFill/>
          </a:ln>
        </p:spPr>
        <p:txBody>
          <a:bodyPr tIns="91440" anchor="ctr">
            <a:noAutofit/>
          </a:bodyPr>
          <a:lstStyle>
            <a:lvl1pPr marL="0" marR="0" indent="0" algn="ctr" defTabSz="914367"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372" b="1" kern="1200" spc="0" baseline="0" dirty="0" smtClean="0">
                <a:solidFill>
                  <a:schemeClr val="tx1"/>
                </a:solidFill>
                <a:latin typeface="+mn-lt"/>
                <a:ea typeface="+mn-ea"/>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059165031"/>
      </p:ext>
    </p:extLst>
  </p:cSld>
  <p:clrMapOvr>
    <a:masterClrMapping/>
  </p:clrMapOvr>
  <p:transition>
    <p:fade/>
  </p:transition>
  <p:hf sldNum="0" hdr="0" ftr="0" dt="0"/>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418643" y="440494"/>
            <a:ext cx="11341268" cy="728448"/>
          </a:xfrm>
        </p:spPr>
        <p:txBody>
          <a:bodyPr/>
          <a:lstStyle/>
          <a:p>
            <a:r>
              <a:rPr lang="en-US"/>
              <a:t>Click to edit Master title style</a:t>
            </a:r>
          </a:p>
        </p:txBody>
      </p:sp>
      <p:sp>
        <p:nvSpPr>
          <p:cNvPr id="4" name="Text Placeholder 3"/>
          <p:cNvSpPr>
            <a:spLocks noGrp="1"/>
          </p:cNvSpPr>
          <p:nvPr>
            <p:ph type="body" sz="quarter" idx="10" hasCustomPrompt="1"/>
          </p:nvPr>
        </p:nvSpPr>
        <p:spPr>
          <a:xfrm>
            <a:off x="418644" y="1456898"/>
            <a:ext cx="5408119" cy="615553"/>
          </a:xfrm>
          <a:prstGeom prst="rect">
            <a:avLst/>
          </a:prstGeom>
        </p:spPr>
        <p:txBody>
          <a:bodyPr wrap="square" lIns="0" tIns="0" rIns="0" bIns="0">
            <a:spAutoFit/>
          </a:bodyPr>
          <a:lstStyle>
            <a:lvl1pPr marL="0" indent="0">
              <a:lnSpc>
                <a:spcPts val="2353"/>
              </a:lnSpc>
              <a:buNone/>
              <a:defRPr sz="2400" b="0" i="0" spc="0">
                <a:solidFill>
                  <a:schemeClr val="tx1"/>
                </a:solidFill>
                <a:latin typeface="+mj-lt"/>
              </a:defRPr>
            </a:lvl1pPr>
            <a:lvl2pPr marL="224097" indent="0">
              <a:buNone/>
              <a:defRPr/>
            </a:lvl2pPr>
            <a:lvl3pPr marL="448193" indent="0">
              <a:buNone/>
              <a:defRPr/>
            </a:lvl3pPr>
            <a:lvl4pPr marL="672290" indent="0">
              <a:buNone/>
              <a:defRPr/>
            </a:lvl4pPr>
            <a:lvl5pPr marL="896386"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418643" y="2158886"/>
            <a:ext cx="5408118" cy="2339102"/>
          </a:xfrm>
          <a:prstGeom prst="rect">
            <a:avLst/>
          </a:prstGeom>
        </p:spPr>
        <p:txBody>
          <a:bodyPr lIns="0" tIns="45720" rIns="0" bIns="45720"/>
          <a:lstStyle>
            <a:lvl1pPr marL="0" indent="0">
              <a:lnSpc>
                <a:spcPct val="100000"/>
              </a:lnSpc>
              <a:spcBef>
                <a:spcPts val="0"/>
              </a:spcBef>
              <a:spcAft>
                <a:spcPts val="1200"/>
              </a:spcAft>
              <a:buFont typeface="Arial" panose="020B0604020202020204" pitchFamily="34" charset="0"/>
              <a:buNone/>
              <a:defRPr sz="1400" b="0" i="0" spc="0">
                <a:solidFill>
                  <a:schemeClr val="tx1"/>
                </a:solidFill>
                <a:latin typeface="+mn-lt"/>
              </a:defRPr>
            </a:lvl1pPr>
            <a:lvl2pPr marL="0" indent="0">
              <a:lnSpc>
                <a:spcPts val="1765"/>
              </a:lnSpc>
              <a:spcBef>
                <a:spcPts val="0"/>
              </a:spcBef>
              <a:buNone/>
              <a:defRPr sz="1372">
                <a:solidFill>
                  <a:schemeClr val="tx1"/>
                </a:solidFill>
              </a:defRPr>
            </a:lvl2pPr>
            <a:lvl3pPr marL="448193" indent="0">
              <a:buNone/>
              <a:defRPr/>
            </a:lvl3pPr>
            <a:lvl4pPr marL="672290" indent="0">
              <a:buNone/>
              <a:defRPr/>
            </a:lvl4pPr>
            <a:lvl5pPr marL="896386"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4444774" y="586254"/>
            <a:ext cx="7747227" cy="6271747"/>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6357959" y="1699714"/>
            <a:ext cx="5834041" cy="4319326"/>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737001350"/>
      </p:ext>
    </p:extLst>
  </p:cSld>
  <p:clrMapOvr>
    <a:masterClrMapping/>
  </p:clrMapOvr>
  <p:transition>
    <p:fade/>
  </p:transition>
  <p:hf sldNum="0" hdr="0" ftr="0" dt="0"/>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334447" y="586564"/>
            <a:ext cx="10869930" cy="6271436"/>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2265962" y="1702827"/>
            <a:ext cx="7660076" cy="4311543"/>
          </a:xfrm>
          <a:prstGeom prst="rect">
            <a:avLst/>
          </a:prstGeom>
        </p:spPr>
        <p:txBody>
          <a:bodyPr anchor="ctr" anchorCtr="0">
            <a:noAutofit/>
          </a:bodyPr>
          <a:lstStyle>
            <a:lvl1pPr algn="ctr">
              <a:defRPr sz="3529">
                <a:solidFill>
                  <a:srgbClr val="000000"/>
                </a:solidFill>
              </a:defRPr>
            </a:lvl1pPr>
          </a:lstStyle>
          <a:p>
            <a:r>
              <a:rPr lang="en-US"/>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587521090"/>
      </p:ext>
    </p:extLst>
  </p:cSld>
  <p:clrMapOvr>
    <a:masterClrMapping/>
  </p:clrMapOvr>
  <p:transition>
    <p:fade/>
  </p:transition>
  <p:hf sldNum="0" hdr="0" ftr="0" dt="0"/>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455996" y="1950780"/>
            <a:ext cx="361837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55991"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455992" y="5947380"/>
            <a:ext cx="3618381" cy="307777"/>
          </a:xfrm>
          <a:prstGeom prst="rect">
            <a:avLst/>
          </a:prstGeom>
        </p:spPr>
        <p:txBody>
          <a:bodyPr lIns="0" tIns="0" rIns="0" bIns="0"/>
          <a:lstStyle>
            <a:lvl1pPr marL="0" indent="0">
              <a:lnSpc>
                <a:spcPct val="100000"/>
              </a:lnSpc>
              <a:spcBef>
                <a:spcPts val="882"/>
              </a:spcBef>
              <a:buFont typeface="Arial" panose="020B0604020202020204" pitchFamily="34" charset="0"/>
              <a:buNone/>
              <a:defRPr sz="10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4303152" y="1950780"/>
            <a:ext cx="3607487"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14044"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4303152"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8139412" y="1950780"/>
            <a:ext cx="3623051" cy="3534843"/>
          </a:xfrm>
          <a:prstGeom prst="rect">
            <a:avLst/>
          </a:prstGeom>
        </p:spPr>
        <p:txBody>
          <a:bodyPr anchor="ctr">
            <a:noAutofit/>
          </a:bodyPr>
          <a:lstStyle>
            <a:lvl1pPr marL="0" indent="0" algn="ctr">
              <a:buNone/>
              <a:defRPr sz="2353">
                <a:solidFill>
                  <a:srgbClr val="000000"/>
                </a:solidFill>
              </a:defRPr>
            </a:lvl1pPr>
          </a:lstStyle>
          <a:p>
            <a:r>
              <a:rPr lang="en-US"/>
              <a:t>Click icon to add chart</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39413" y="5947380"/>
            <a:ext cx="3607487" cy="307777"/>
          </a:xfrm>
          <a:prstGeom prst="rect">
            <a:avLst/>
          </a:prstGeom>
        </p:spPr>
        <p:txBody>
          <a:bodyPr vert="horz" wrap="square" lIns="0" tIns="0" rIns="0" bIns="0" rtlCol="0">
            <a:spAutoFit/>
          </a:bodyPr>
          <a:lstStyle>
            <a:lvl1pPr>
              <a:lnSpc>
                <a:spcPct val="100000"/>
              </a:lnSpc>
              <a:tabLst/>
              <a:defRPr lang="en-US" sz="1000"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5670381"/>
            <a:ext cx="3629278" cy="276999"/>
          </a:xfrm>
          <a:prstGeom prst="rect">
            <a:avLst/>
          </a:prstGeom>
        </p:spPr>
        <p:txBody>
          <a:bodyPr tIns="0"/>
          <a:lstStyle>
            <a:lvl1pPr>
              <a:lnSpc>
                <a:spcPct val="100000"/>
              </a:lnSpc>
              <a:defRPr lang="en-US" sz="1200"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313885856"/>
      </p:ext>
    </p:extLst>
  </p:cSld>
  <p:clrMapOvr>
    <a:masterClrMapping/>
  </p:clrMapOvr>
  <p:transition>
    <p:fade/>
  </p:transition>
  <p:hf sldNum="0" hdr="0" ftr="0" dt="0"/>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418644" y="1457324"/>
            <a:ext cx="11343820" cy="4960181"/>
          </a:xfrm>
          <a:prstGeom prst="rect">
            <a:avLst/>
          </a:prstGeom>
        </p:spPr>
        <p:txBody>
          <a:bodyPr anchor="ctr" anchorCtr="0"/>
          <a:lstStyle>
            <a:lvl1pPr algn="ctr">
              <a:defRPr sz="2400"/>
            </a:lvl1pPr>
          </a:lstStyle>
          <a:p>
            <a:r>
              <a:rPr lang="en-US"/>
              <a:t>Click icon to add table</a:t>
            </a:r>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945576104"/>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cSld name="1_Text option 4">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E9BCCFC-4FF6-4830-A847-5D80FC718EF3}"/>
              </a:ext>
            </a:extLst>
          </p:cNvPr>
          <p:cNvSpPr>
            <a:spLocks noGrp="1"/>
          </p:cNvSpPr>
          <p:nvPr>
            <p:ph type="title"/>
          </p:nvPr>
        </p:nvSpPr>
        <p:spPr/>
        <p:txBody>
          <a:bodyPr/>
          <a:lstStyle/>
          <a:p>
            <a:r>
              <a:rPr lang="en-US"/>
              <a:t>Click to edit Master title style</a:t>
            </a:r>
          </a:p>
        </p:txBody>
      </p:sp>
      <p:sp>
        <p:nvSpPr>
          <p:cNvPr id="5" name="Text Placeholder 4"/>
          <p:cNvSpPr>
            <a:spLocks noGrp="1"/>
          </p:cNvSpPr>
          <p:nvPr>
            <p:ph type="body" sz="quarter" idx="11" hasCustomPrompt="1"/>
          </p:nvPr>
        </p:nvSpPr>
        <p:spPr>
          <a:xfrm>
            <a:off x="431095" y="2740880"/>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344578" y="2739464"/>
            <a:ext cx="2603367" cy="2988507"/>
          </a:xfrm>
        </p:spPr>
        <p:txBody>
          <a:bodyPr lIns="0" tIns="0" rIns="0" bIns="0">
            <a:noAutofit/>
          </a:bodyPr>
          <a:lstStyle>
            <a:lvl1pPr marL="0" indent="0">
              <a:lnSpc>
                <a:spcPct val="100000"/>
              </a:lnSpc>
              <a:spcBef>
                <a:spcPts val="200"/>
              </a:spcBef>
              <a:spcAft>
                <a:spcPts val="600"/>
              </a:spcAft>
              <a:buNone/>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sz="1400">
                <a:solidFill>
                  <a:schemeClr val="tx1"/>
                </a:solidFill>
              </a:defRPr>
            </a:lvl2pPr>
            <a:lvl3pPr marL="448193" indent="0">
              <a:buNone/>
              <a:defRPr/>
            </a:lvl3pPr>
            <a:lvl4pPr marL="672290" indent="0">
              <a:buNone/>
              <a:defRPr/>
            </a:lvl4pPr>
            <a:lvl5pPr marL="896386" indent="0">
              <a:buNone/>
              <a:defRPr/>
            </a:lvl5pPr>
          </a:lstStyle>
          <a:p>
            <a:pPr lvl="0"/>
            <a:r>
              <a:rPr lang="en-US"/>
              <a:t>Paragraph title Segoe UI bold 14</a:t>
            </a:r>
          </a:p>
          <a:p>
            <a:pPr lvl="1"/>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6258062"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9171546" y="2739464"/>
            <a:ext cx="2603367" cy="2988507"/>
          </a:xfrm>
        </p:spPr>
        <p:txBody>
          <a:bodyPr lIns="0" tIns="0" rIns="0" bIns="0">
            <a:noAutofit/>
          </a:bodyPr>
          <a:lstStyle>
            <a:lvl1pPr marL="0" marR="0" indent="0" algn="l" defTabSz="914367" rtl="0" eaLnBrk="1" fontAlgn="auto" latinLnBrk="0" hangingPunct="1">
              <a:lnSpc>
                <a:spcPct val="100000"/>
              </a:lnSpc>
              <a:spcBef>
                <a:spcPts val="200"/>
              </a:spcBef>
              <a:spcAft>
                <a:spcPts val="600"/>
              </a:spcAft>
              <a:buClrTx/>
              <a:buSzPct val="90000"/>
              <a:buFont typeface="Wingdings" panose="05000000000000000000" pitchFamily="2" charset="2"/>
              <a:buNone/>
              <a:tabLst/>
              <a:defRPr lang="en-US" sz="1400" b="1"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200"/>
              </a:spcBef>
              <a:spcAft>
                <a:spcPts val="600"/>
              </a:spcAft>
              <a:buClrTx/>
              <a:buSzPct val="90000"/>
              <a:buFont typeface="Arial" panose="020B0604020202020204" pitchFamily="34" charset="0"/>
              <a:buNone/>
              <a:tabLst/>
              <a:defRPr lang="en-US" sz="1400" kern="1200" spc="0" baseline="0" dirty="0">
                <a:solidFill>
                  <a:schemeClr val="tx1"/>
                </a:solidFill>
                <a:latin typeface="+mn-lt"/>
                <a:ea typeface="+mn-ea"/>
                <a:cs typeface="+mn-cs"/>
              </a:defRPr>
            </a:lvl2pPr>
            <a:lvl3pPr marL="448193" indent="0">
              <a:buNone/>
              <a:defRPr/>
            </a:lvl3pPr>
            <a:lvl4pPr marL="672290" indent="0">
              <a:buNone/>
              <a:defRPr/>
            </a:lvl4pPr>
            <a:lvl5pPr marL="896386" indent="0">
              <a:buNone/>
              <a:defRPr/>
            </a:lvl5pPr>
          </a:lstStyle>
          <a:p>
            <a:pPr marL="0" marR="0" lvl="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pPr>
            <a:r>
              <a:rPr lang="en-US"/>
              <a:t>Paragraph title Segoe UI bold 14</a:t>
            </a:r>
          </a:p>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44738245-4240-4679-8431-2218AB616298}"/>
              </a:ext>
              <a:ext uri="{C183D7F6-B498-43B3-948B-1728B52AA6E4}">
                <adec:decorative xmlns:adec="http://schemas.microsoft.com/office/drawing/2017/decorative" val="1"/>
              </a:ext>
            </a:extLst>
          </p:cNvPr>
          <p:cNvCxnSpPr>
            <a:cxnSpLocks/>
          </p:cNvCxnSpPr>
          <p:nvPr/>
        </p:nvCxnSpPr>
        <p:spPr>
          <a:xfrm>
            <a:off x="3189521"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E9099E02-C7DB-4453-A260-90431D88E427}"/>
              </a:ext>
              <a:ext uri="{C183D7F6-B498-43B3-948B-1728B52AA6E4}">
                <adec:decorative xmlns:adec="http://schemas.microsoft.com/office/drawing/2017/decorative" val="1"/>
              </a:ext>
            </a:extLst>
          </p:cNvPr>
          <p:cNvCxnSpPr>
            <a:cxnSpLocks/>
          </p:cNvCxnSpPr>
          <p:nvPr/>
        </p:nvCxnSpPr>
        <p:spPr>
          <a:xfrm>
            <a:off x="6103006"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C193CAE-888D-4B82-A6DF-559BB7F55658}"/>
              </a:ext>
              <a:ext uri="{C183D7F6-B498-43B3-948B-1728B52AA6E4}">
                <adec:decorative xmlns:adec="http://schemas.microsoft.com/office/drawing/2017/decorative" val="1"/>
              </a:ext>
            </a:extLst>
          </p:cNvPr>
          <p:cNvCxnSpPr>
            <a:cxnSpLocks/>
          </p:cNvCxnSpPr>
          <p:nvPr/>
        </p:nvCxnSpPr>
        <p:spPr>
          <a:xfrm>
            <a:off x="9016490" y="2798024"/>
            <a:ext cx="0" cy="179285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35DDF1D4-BDBC-4EF5-9960-9F822820EE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562569207"/>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432090" y="2980724"/>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6337590" y="3517900"/>
            <a:ext cx="5435768"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004711312"/>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2006600"/>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988937734"/>
      </p:ext>
    </p:extLst>
  </p:cSld>
  <p:clrMapOvr>
    <a:masterClrMapping/>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432090" y="1456896"/>
            <a:ext cx="11341268" cy="537176"/>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2400" b="0">
                <a:solidFill>
                  <a:schemeClr val="tx1"/>
                </a:solidFill>
                <a:latin typeface="+mj-lt"/>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432089"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277544"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8123000" y="19940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432089"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4277544"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8123000" y="3924472"/>
            <a:ext cx="3650357" cy="1752428"/>
          </a:xfrm>
          <a:ln w="19050">
            <a:solidFill>
              <a:schemeClr val="tx2"/>
            </a:solidFill>
          </a:ln>
        </p:spPr>
        <p:txBody>
          <a:bodyPr lIns="182880" tIns="137160" rIns="182880">
            <a:noAutofit/>
          </a:bodyPr>
          <a:lstStyle>
            <a:lvl1pPr>
              <a:defRPr sz="2000">
                <a:solidFill>
                  <a:schemeClr val="tx1"/>
                </a:solidFill>
              </a:defRPr>
            </a:lvl1pPr>
            <a:lvl2pPr>
              <a:defRPr sz="1800">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596906512"/>
      </p:ext>
    </p:extLst>
  </p:cSld>
  <p:clrMapOvr>
    <a:masterClrMapping/>
  </p:clrMapOvr>
  <p:transition>
    <p:fade/>
  </p:transition>
  <p:hf sldNum="0" hdr="0" ftr="0" dt="0"/>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66708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980724"/>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661640112"/>
      </p:ext>
    </p:extLst>
  </p:cSld>
  <p:clrMapOvr>
    <a:masterClrMapping/>
  </p:clrMapOvr>
  <p:transition>
    <p:fade/>
  </p:transition>
  <p:hf sldNum="0" hdr="0" ftr="0" dt="0"/>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21423542"/>
      </p:ext>
    </p:extLst>
  </p:cSld>
  <p:clrMapOvr>
    <a:masterClrMapping/>
  </p:clrMapOvr>
  <p:transition>
    <p:fade/>
  </p:transition>
  <p:hf sldNum="0" hdr="0" ftr="0" dt="0"/>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568744" y="2450308"/>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546889"/>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568744" y="354014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636882"/>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15248E5B-B35D-43BA-B0E9-DDA9F982CABC}"/>
              </a:ext>
              <a:ext uri="{C183D7F6-B498-43B3-948B-1728B52AA6E4}">
                <adec:decorative xmlns:adec="http://schemas.microsoft.com/office/drawing/2017/decorative" val="1"/>
              </a:ext>
            </a:extLst>
          </p:cNvPr>
          <p:cNvCxnSpPr>
            <a:cxnSpLocks/>
          </p:cNvCxnSpPr>
          <p:nvPr/>
        </p:nvCxnSpPr>
        <p:spPr>
          <a:xfrm>
            <a:off x="1568744" y="4629985"/>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726875"/>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70114294"/>
      </p:ext>
    </p:extLst>
  </p:cSld>
  <p:clrMapOvr>
    <a:masterClrMapping/>
  </p:clrMapOvr>
  <p:transition>
    <p:fade/>
  </p:transition>
  <p:hf sldNum="0" hdr="0" ftr="0" dt="0"/>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568744" y="145689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568744" y="2412957"/>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10204614"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568744" y="3428093"/>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568744" y="4443230"/>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568744" y="5458366"/>
            <a:ext cx="1019116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10204614"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2855539965"/>
      </p:ext>
    </p:extLst>
  </p:cSld>
  <p:clrMapOvr>
    <a:masterClrMapping/>
  </p:clrMapOvr>
  <p:transition>
    <p:fade/>
  </p:transition>
  <p:hf sldNum="0" hdr="0" ftr="0" dt="0"/>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389459" y="1456896"/>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403101" y="2244505"/>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389459" y="2303329"/>
            <a:ext cx="10383899" cy="728448"/>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403101" y="3090816"/>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389459" y="3149762"/>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403101" y="3937128"/>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389459" y="3996194"/>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403101" y="4783440"/>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389459" y="4842627"/>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403101" y="5629751"/>
            <a:ext cx="1035681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389459" y="5689059"/>
            <a:ext cx="10383899" cy="728448"/>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319336479"/>
      </p:ext>
    </p:extLst>
  </p:cSld>
  <p:clrMapOvr>
    <a:masterClrMapping/>
  </p:clrMapOvr>
  <p:transition>
    <p:fade/>
  </p:transition>
  <p:hf sldNum="0" hdr="0" ftr="0" dt="0"/>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568744"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568744"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568744"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7379943" y="2875108"/>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3021452"/>
            <a:ext cx="4393416" cy="1271868"/>
          </a:xfrm>
        </p:spPr>
        <p:txBody>
          <a:bodyPr wrap="square" lIns="0" tIns="0" rIns="0" bIns="0" anchor="t">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7379943" y="4439664"/>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4586007"/>
            <a:ext cx="4393416" cy="1271868"/>
          </a:xfrm>
        </p:spPr>
        <p:txBody>
          <a:bodyPr wrap="square" lIns="0" tIns="0" rIns="0" bIns="0" anchor="t">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8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209020008"/>
      </p:ext>
    </p:extLst>
  </p:cSld>
  <p:clrMapOvr>
    <a:masterClrMapping/>
  </p:clrMapOvr>
  <p:transition>
    <p:fade/>
  </p:transition>
  <p:hf sldNum="0" hdr="0" ftr="0" dt="0"/>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568744"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568744"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568744"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568744"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568744"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568744"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568744"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568744"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568744"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7379942" y="145689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7379943" y="2412957"/>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7379942" y="2472176"/>
            <a:ext cx="4393416" cy="896552"/>
          </a:xfrm>
        </p:spPr>
        <p:txBody>
          <a:bodyPr wrap="square" lIns="0" tIns="0" rIns="0" bIns="0" anchor="ctr">
            <a:noAutofit/>
          </a:bodyPr>
          <a:lstStyle>
            <a:lvl1pPr marL="0" indent="0">
              <a:lnSpc>
                <a:spcPts val="1765"/>
              </a:lnSpc>
              <a:spcBef>
                <a:spcPts val="882"/>
              </a:spcBef>
              <a:buNone/>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7379943" y="3428093"/>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7379942" y="348745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7379943" y="4443230"/>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7379942" y="4502737"/>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7379943" y="5458366"/>
            <a:ext cx="4407423"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7379942" y="5518016"/>
            <a:ext cx="4393416" cy="896552"/>
          </a:xfrm>
        </p:spPr>
        <p:txBody>
          <a:bodyPr wrap="square" lIns="0" tIns="0" rIns="0" bIns="0" anchor="ctr">
            <a:noAutofit/>
          </a:bodyPr>
          <a:lstStyle>
            <a:lvl1pPr marL="0" marR="0" indent="0" algn="l" defTabSz="914367" rtl="0" eaLnBrk="1" fontAlgn="auto" latinLnBrk="0" hangingPunct="1">
              <a:lnSpc>
                <a:spcPts val="1765"/>
              </a:lnSpc>
              <a:spcBef>
                <a:spcPts val="882"/>
              </a:spcBef>
              <a:spcAft>
                <a:spcPts val="0"/>
              </a:spcAft>
              <a:buClrTx/>
              <a:buSzPct val="90000"/>
              <a:buFont typeface="Wingdings" panose="05000000000000000000" pitchFamily="2" charset="2"/>
              <a:buNone/>
              <a:tabLst/>
              <a:defRPr lang="en-US" sz="1568" b="0" kern="1200" spc="0" baseline="0" dirty="0">
                <a:solidFill>
                  <a:schemeClr val="tx1"/>
                </a:solidFill>
                <a:latin typeface="+mn-lt"/>
                <a:ea typeface="+mn-ea"/>
                <a:cs typeface="+mn-cs"/>
              </a:defRPr>
            </a:lvl1pPr>
            <a:lvl2pPr marL="0" marR="0" indent="0" algn="l" defTabSz="914367" rtl="0" eaLnBrk="1" fontAlgn="auto" latinLnBrk="0" hangingPunct="1">
              <a:lnSpc>
                <a:spcPct val="100000"/>
              </a:lnSpc>
              <a:spcBef>
                <a:spcPts val="600"/>
              </a:spcBef>
              <a:spcAft>
                <a:spcPts val="0"/>
              </a:spcAft>
              <a:buClrTx/>
              <a:buSzPct val="90000"/>
              <a:buFont typeface="Arial" panose="020B0604020202020204" pitchFamily="34" charset="0"/>
              <a:buNone/>
              <a:tabLst/>
              <a:defRPr sz="1600" b="0">
                <a:solidFill>
                  <a:schemeClr val="tx1"/>
                </a:solidFill>
              </a:defRPr>
            </a:lvl2pPr>
            <a:lvl3pPr marL="448193" indent="0">
              <a:buNone/>
              <a:defRPr/>
            </a:lvl3pPr>
            <a:lvl4pPr marL="672290" indent="0">
              <a:buNone/>
              <a:defRPr/>
            </a:lvl4pPr>
            <a:lvl5pPr marL="896386" indent="0">
              <a:buNone/>
              <a:defRPr/>
            </a:lvl5pPr>
          </a:lstStyle>
          <a:p>
            <a:pPr marL="0" marR="0" lvl="1" indent="0" algn="l" defTabSz="914367" rtl="0" eaLnBrk="1" fontAlgn="auto" latinLnBrk="0" hangingPunct="1">
              <a:lnSpc>
                <a:spcPct val="100000"/>
              </a:lnSpc>
              <a:spcBef>
                <a:spcPts val="392"/>
              </a:spcBef>
              <a:spcAft>
                <a:spcPts val="588"/>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3820563916"/>
      </p:ext>
    </p:extLst>
  </p:cSld>
  <p:clrMapOvr>
    <a:masterClrMapping/>
  </p:clrMapOvr>
  <p:transition>
    <p:fade/>
  </p:transition>
  <p:hf sldNum="0" hdr="0" ftr="0" dt="0"/>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2" y="1457323"/>
            <a:ext cx="5578933"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229350" y="2628195"/>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95890" y="1457323"/>
            <a:ext cx="5572801"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229350" y="3664463"/>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5562182"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229350" y="4700731"/>
            <a:ext cx="5539341"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557893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229350" y="3532700"/>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229350" y="4568967"/>
            <a:ext cx="5538654"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833744043"/>
      </p:ext>
    </p:extLst>
  </p:cSld>
  <p:clrMapOvr>
    <a:masterClrMapping/>
  </p:clrMapOvr>
  <p:transition>
    <p:fade/>
  </p:transition>
  <p:hf sldNum="0" hdr="0" ftr="0" dt="0"/>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41864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418643" y="2628195"/>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4303152"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4303152"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8161204" y="2628195"/>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8139413" y="1457323"/>
            <a:ext cx="3629278" cy="1047601"/>
          </a:xfrm>
          <a:prstGeom prst="rect">
            <a:avLst/>
          </a:prstGeom>
          <a:solidFill>
            <a:srgbClr val="243A5E"/>
          </a:solidFill>
        </p:spPr>
        <p:txBody>
          <a:bodyPr lIns="91440" tIns="91440" rIns="91440" anchor="ctr">
            <a:noAutofit/>
          </a:bodyPr>
          <a:lstStyle>
            <a:lvl1pPr>
              <a:lnSpc>
                <a:spcPct val="100000"/>
              </a:lnSpc>
              <a:defRPr lang="en-US" sz="2000"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418643" y="3664462"/>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4303152"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8161204" y="3664463"/>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418643" y="4700731"/>
            <a:ext cx="3618381" cy="772743"/>
          </a:xfrm>
          <a:prstGeom prst="rect">
            <a:avLst/>
          </a:prstGeom>
        </p:spPr>
        <p:txBody>
          <a:bodyPr lIns="0" tIns="0" rIns="0" bIns="0" anchor="ctr">
            <a:noAutofit/>
          </a:bodyPr>
          <a:lstStyle>
            <a:lvl1pPr marL="0" indent="0">
              <a:lnSpc>
                <a:spcPct val="100000"/>
              </a:lnSpc>
              <a:spcBef>
                <a:spcPts val="882"/>
              </a:spcBef>
              <a:buFont typeface="Arial" panose="020B0604020202020204" pitchFamily="34" charset="0"/>
              <a:buNone/>
              <a:defRPr sz="1400" b="0" i="0" spc="0">
                <a:solidFill>
                  <a:srgbClr val="000000"/>
                </a:solidFill>
                <a:latin typeface="+mn-lt"/>
              </a:defRPr>
            </a:lvl1pPr>
            <a:lvl2pPr marL="0" marR="0" indent="0" algn="l" defTabSz="914367" rtl="0" eaLnBrk="1" fontAlgn="auto" latinLnBrk="0" hangingPunct="1">
              <a:lnSpc>
                <a:spcPts val="1176"/>
              </a:lnSpc>
              <a:spcBef>
                <a:spcPts val="441"/>
              </a:spcBef>
              <a:spcAft>
                <a:spcPts val="0"/>
              </a:spcAft>
              <a:buClrTx/>
              <a:buSzPct val="90000"/>
              <a:buFont typeface="Arial" panose="020B0604020202020204" pitchFamily="34" charset="0"/>
              <a:buNone/>
              <a:tabLst/>
              <a:defRPr sz="980">
                <a:solidFill>
                  <a:schemeClr val="tx1"/>
                </a:solidFill>
              </a:defRPr>
            </a:lvl2pPr>
            <a:lvl3pPr marL="448193" indent="0">
              <a:buNone/>
              <a:defRPr/>
            </a:lvl3pPr>
            <a:lvl4pPr marL="672290" indent="0">
              <a:buNone/>
              <a:defRPr/>
            </a:lvl4pPr>
            <a:lvl5pPr marL="896386"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4303152"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8161204" y="4700731"/>
            <a:ext cx="3607487" cy="772743"/>
          </a:xfrm>
          <a:prstGeom prst="rect">
            <a:avLst/>
          </a:prstGeom>
        </p:spPr>
        <p:txBody>
          <a:bodyPr vert="horz" wrap="square" lIns="0" tIns="0" rIns="0" bIns="0" rtlCol="0" anchor="ctr">
            <a:noAutofit/>
          </a:bodyPr>
          <a:lstStyle>
            <a:lvl1pPr>
              <a:lnSpc>
                <a:spcPct val="100000"/>
              </a:lnSpc>
              <a:tabLst/>
              <a:defRPr lang="en-US" sz="140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418643" y="3532700"/>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418643" y="4568967"/>
            <a:ext cx="363355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4303713"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4303713"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418643" y="440494"/>
            <a:ext cx="11341268" cy="680196"/>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8161204" y="3532700"/>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8161204" y="4568967"/>
            <a:ext cx="36068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4144177641"/>
      </p:ext>
    </p:extLst>
  </p:cSld>
  <p:clrMapOvr>
    <a:masterClrMapping/>
  </p:clrMapOvr>
  <p:transition>
    <p:fade/>
  </p:transition>
  <p:hf sldNum="0" hdr="0" ftr="0" dt="0"/>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2"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4369674"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8320705" y="1457325"/>
            <a:ext cx="3439206" cy="3439206"/>
          </a:xfrm>
          <a:prstGeom prst="ellipse">
            <a:avLst/>
          </a:prstGeom>
          <a:solidFill>
            <a:schemeClr val="bg1">
              <a:lumMod val="95000"/>
            </a:schemeClr>
          </a:solidFill>
        </p:spPr>
        <p:txBody>
          <a:bodyPr tIns="0" rIns="0" bIns="0" anchor="ctr">
            <a:noAutofit/>
          </a:bodyPr>
          <a:lstStyle>
            <a:lvl1pPr algn="ctr">
              <a:defRPr sz="2800"/>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1447046860"/>
      </p:ext>
    </p:extLst>
  </p:cSld>
  <p:clrMapOvr>
    <a:masterClrMapping/>
  </p:clrMapOvr>
  <p:transition>
    <p:fade/>
  </p:transition>
  <p:hf sldNum="0" hdr="0" ftr="0" dt="0"/>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418643"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722617"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502659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7330565"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9634541" y="2359592"/>
            <a:ext cx="2138816" cy="2138816"/>
          </a:xfrm>
          <a:prstGeom prst="ellipse">
            <a:avLst/>
          </a:prstGeom>
          <a:solidFill>
            <a:srgbClr val="243A5E"/>
          </a:solidFill>
        </p:spPr>
        <p:txBody>
          <a:bodyPr tIns="0" rIns="0" bIns="0" anchor="ctr">
            <a:noAutofit/>
          </a:bodyPr>
          <a:lstStyle>
            <a:lvl1pPr algn="ctr">
              <a:defRPr sz="2400">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t>© Copyright Microsoft Corporation. All rights reserved.</a:t>
            </a:r>
          </a:p>
        </p:txBody>
      </p:sp>
    </p:spTree>
    <p:extLst>
      <p:ext uri="{BB962C8B-B14F-4D97-AF65-F5344CB8AC3E}">
        <p14:creationId xmlns:p14="http://schemas.microsoft.com/office/powerpoint/2010/main" val="836882262"/>
      </p:ext>
    </p:extLst>
  </p:cSld>
  <p:clrMapOvr>
    <a:masterClrMapping/>
  </p:clrMapOvr>
  <p:transition>
    <p:fade/>
  </p:transition>
  <p:hf sldNum="0" hdr="0" ftr="0" dt="0"/>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pic>
        <p:nvPicPr>
          <p:cNvPr id="9" name="Picture 8" descr="A close up of a logo&#10;&#10;Description automatically generated">
            <a:extLst>
              <a:ext uri="{FF2B5EF4-FFF2-40B4-BE49-F238E27FC236}">
                <a16:creationId xmlns:a16="http://schemas.microsoft.com/office/drawing/2014/main" id="{627962C6-3D96-4CE6-8E4F-540B7A0E6F3A}"/>
              </a:ext>
            </a:extLst>
          </p:cNvPr>
          <p:cNvPicPr>
            <a:picLocks noChangeAspect="1"/>
          </p:cNvPicPr>
          <p:nvPr/>
        </p:nvPicPr>
        <p:blipFill>
          <a:blip r:embed="rId2"/>
          <a:stretch>
            <a:fillRect/>
          </a:stretch>
        </p:blipFill>
        <p:spPr>
          <a:xfrm>
            <a:off x="146409" y="159693"/>
            <a:ext cx="3471501" cy="871754"/>
          </a:xfrm>
          <a:prstGeom prst="rect">
            <a:avLst/>
          </a:prstGeom>
        </p:spPr>
      </p:pic>
    </p:spTree>
    <p:extLst>
      <p:ext uri="{BB962C8B-B14F-4D97-AF65-F5344CB8AC3E}">
        <p14:creationId xmlns:p14="http://schemas.microsoft.com/office/powerpoint/2010/main" val="1271879180"/>
      </p:ext>
    </p:extLst>
  </p:cSld>
  <p:clrMapOvr>
    <a:masterClrMapping/>
  </p:clrMapOvr>
  <p:transition>
    <p:fade/>
  </p:transition>
  <p:hf sldNum="0" hdr="0" ftr="0" dt="0"/>
</p:sldLayout>
</file>

<file path=ppt/slideLayouts/slideLayout115.xml><?xml version="1.0" encoding="utf-8"?>
<p:sldLayout xmlns:a="http://schemas.openxmlformats.org/drawingml/2006/main" xmlns:r="http://schemas.openxmlformats.org/officeDocument/2006/relationships" xmlns:p="http://schemas.openxmlformats.org/presentationml/2006/main">
  <p:cSld name="Title slide 3">
    <p:bg>
      <p:bgPr>
        <a:solidFill>
          <a:srgbClr val="000000"/>
        </a:solidFill>
        <a:effectLst/>
      </p:bgPr>
    </p:bg>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302B9254-503D-8F44-9D4B-18675DFDE809}"/>
              </a:ext>
            </a:extLst>
          </p:cNvPr>
          <p:cNvSpPr>
            <a:spLocks noGrp="1"/>
          </p:cNvSpPr>
          <p:nvPr>
            <p:ph type="title" hasCustomPrompt="1"/>
          </p:nvPr>
        </p:nvSpPr>
        <p:spPr>
          <a:xfrm>
            <a:off x="428681" y="1457325"/>
            <a:ext cx="11344219" cy="701675"/>
          </a:xfrm>
          <a:prstGeom prst="rect">
            <a:avLst/>
          </a:prstGeom>
          <a:noFill/>
        </p:spPr>
        <p:txBody>
          <a:bodyPr lIns="0" tIns="0" rIns="0" bIns="182880" anchor="t" anchorCtr="0"/>
          <a:lstStyle>
            <a:lvl1pPr>
              <a:defRPr sz="3200" strike="noStrike" spc="-49" baseline="0">
                <a:solidFill>
                  <a:schemeClr val="bg2"/>
                </a:solidFill>
              </a:defRPr>
            </a:lvl1pPr>
          </a:lstStyle>
          <a:p>
            <a:r>
              <a:rPr lang="en-US"/>
              <a:t>Heading goes here</a:t>
            </a:r>
          </a:p>
        </p:txBody>
      </p:sp>
      <p:sp>
        <p:nvSpPr>
          <p:cNvPr id="12" name="Text Placeholder 10">
            <a:extLst>
              <a:ext uri="{FF2B5EF4-FFF2-40B4-BE49-F238E27FC236}">
                <a16:creationId xmlns:a16="http://schemas.microsoft.com/office/drawing/2014/main" id="{2D6C119F-8C39-DF40-90FE-09B7E3ECDBE0}"/>
              </a:ext>
            </a:extLst>
          </p:cNvPr>
          <p:cNvSpPr>
            <a:spLocks noGrp="1"/>
          </p:cNvSpPr>
          <p:nvPr>
            <p:ph type="body" sz="quarter" idx="15" hasCustomPrompt="1"/>
          </p:nvPr>
        </p:nvSpPr>
        <p:spPr>
          <a:xfrm>
            <a:off x="442466" y="2159000"/>
            <a:ext cx="11330434" cy="553998"/>
          </a:xfrm>
          <a:prstGeom prst="rect">
            <a:avLst/>
          </a:prstGeom>
        </p:spPr>
        <p:txBody>
          <a:bodyPr/>
          <a:lst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lang="en-US" sz="2400" kern="1200" spc="-49" baseline="0" dirty="0">
                <a:solidFill>
                  <a:schemeClr val="bg2"/>
                </a:solidFill>
                <a:latin typeface="+mj-lt"/>
                <a:ea typeface="+mn-ea"/>
                <a:cs typeface="+mn-cs"/>
              </a:defRPr>
            </a:lvl1pPr>
            <a:lvl2pPr>
              <a:defRPr sz="1765">
                <a:solidFill>
                  <a:srgbClr val="000000"/>
                </a:solidFill>
              </a:defRPr>
            </a:lvl2pPr>
            <a:lvl3pPr>
              <a:defRPr sz="1372"/>
            </a:lvl3pPr>
            <a:lvl4pPr>
              <a:defRPr sz="1372"/>
            </a:lvl4pPr>
            <a:lvl5pPr>
              <a:defRPr sz="1029"/>
            </a:lvl5pPr>
          </a:lstStyle>
          <a:p>
            <a:pPr lvl="0"/>
            <a:r>
              <a:rPr lang="en-US"/>
              <a:t>Text goes here</a:t>
            </a:r>
          </a:p>
        </p:txBody>
      </p:sp>
      <p:pic>
        <p:nvPicPr>
          <p:cNvPr id="4" name="Picture 3" descr="A picture containing drawing&#10;&#10;Description automatically generated">
            <a:extLst>
              <a:ext uri="{FF2B5EF4-FFF2-40B4-BE49-F238E27FC236}">
                <a16:creationId xmlns:a16="http://schemas.microsoft.com/office/drawing/2014/main" id="{5CC1D709-E431-42C5-A75F-9A42EF995404}"/>
              </a:ext>
            </a:extLst>
          </p:cNvPr>
          <p:cNvPicPr>
            <a:picLocks noChangeAspect="1"/>
          </p:cNvPicPr>
          <p:nvPr/>
        </p:nvPicPr>
        <p:blipFill>
          <a:blip r:embed="rId2"/>
          <a:stretch>
            <a:fillRect/>
          </a:stretch>
        </p:blipFill>
        <p:spPr>
          <a:xfrm>
            <a:off x="64294" y="85724"/>
            <a:ext cx="2384426" cy="1068717"/>
          </a:xfrm>
          <a:prstGeom prst="rect">
            <a:avLst/>
          </a:prstGeom>
        </p:spPr>
      </p:pic>
      <p:sp>
        <p:nvSpPr>
          <p:cNvPr id="2" name="Footer Placeholder 1">
            <a:extLst>
              <a:ext uri="{FF2B5EF4-FFF2-40B4-BE49-F238E27FC236}">
                <a16:creationId xmlns:a16="http://schemas.microsoft.com/office/drawing/2014/main" id="{CB34F2AE-FCDF-4A97-A628-7BA7ADAEFF03}"/>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a:solidFill>
                  <a:schemeClr val="bg1"/>
                </a:solidFill>
              </a:rPr>
              <a:t>© Copyright Microsoft Corporation. All rights reserved.</a:t>
            </a:r>
          </a:p>
        </p:txBody>
      </p:sp>
    </p:spTree>
    <p:extLst>
      <p:ext uri="{BB962C8B-B14F-4D97-AF65-F5344CB8AC3E}">
        <p14:creationId xmlns:p14="http://schemas.microsoft.com/office/powerpoint/2010/main" val="2541974147"/>
      </p:ext>
    </p:extLst>
  </p:cSld>
  <p:clrMapOvr>
    <a:masterClrMapping/>
  </p:clrMapOvr>
  <p:transition>
    <p:fade/>
  </p:transition>
  <p:hf sldNum="0" hdr="0" ftr="0" dt="0"/>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userDrawn="1">
  <p:cSld name="Title square photo">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2270E26-89BA-4369-9EF4-1B9EBAA3D00B}"/>
              </a:ext>
            </a:extLst>
          </p:cNvPr>
          <p:cNvSpPr/>
          <p:nvPr userDrawn="1"/>
        </p:nvSpPr>
        <p:spPr bwMode="auto">
          <a:xfrm>
            <a:off x="5334000" y="0"/>
            <a:ext cx="6858000" cy="6858000"/>
          </a:xfrm>
          <a:prstGeom prst="rect">
            <a:avLst/>
          </a:prstGeom>
          <a:solidFill>
            <a:srgbClr val="D2D2D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07777"/>
          </a:xfrm>
          <a:noFill/>
        </p:spPr>
        <p:txBody>
          <a:bodyPr wrap="square" lIns="0" tIns="0" rIns="0" bIns="0">
            <a:spAutoFit/>
          </a:bodyPr>
          <a:lstStyle>
            <a:lvl1pPr marL="0" indent="0">
              <a:spcBef>
                <a:spcPts val="0"/>
              </a:spcBef>
              <a:buNone/>
              <a:defRPr sz="2000" spc="0" baseline="0">
                <a:gradFill>
                  <a:gsLst>
                    <a:gs pos="91000">
                      <a:schemeClr val="tx1"/>
                    </a:gs>
                    <a:gs pos="0">
                      <a:schemeClr val="tx1"/>
                    </a:gs>
                  </a:gsLst>
                  <a:lin ang="5400000" scaled="0"/>
                </a:gradFill>
                <a:latin typeface="+mn-lt"/>
                <a:cs typeface="Segoe UI" panose="020B0502040204020203" pitchFamily="34" charset="0"/>
              </a:defRPr>
            </a:lvl1pPr>
          </a:lstStyle>
          <a:p>
            <a:pPr lvl="0"/>
            <a:r>
              <a:rPr lang="en-US"/>
              <a:t>Speaker name or subtitle</a:t>
            </a:r>
          </a:p>
        </p:txBody>
      </p:sp>
      <p:pic>
        <p:nvPicPr>
          <p:cNvPr id="9" name="MS logo gray - EMF" descr="Microsoft logo, gray text version">
            <a:extLst>
              <a:ext uri="{FF2B5EF4-FFF2-40B4-BE49-F238E27FC236}">
                <a16:creationId xmlns:a16="http://schemas.microsoft.com/office/drawing/2014/main" id="{D03FE64B-525F-4B73-8C45-B4BC3BAD6A2D}"/>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pic>
        <p:nvPicPr>
          <p:cNvPr id="10" name="Picture 9">
            <a:extLst>
              <a:ext uri="{FF2B5EF4-FFF2-40B4-BE49-F238E27FC236}">
                <a16:creationId xmlns:a16="http://schemas.microsoft.com/office/drawing/2014/main" id="{95964678-FE6C-4226-A11B-8D452DA7808C}"/>
              </a:ext>
            </a:extLst>
          </p:cNvPr>
          <p:cNvPicPr>
            <a:picLocks noChangeAspect="1"/>
          </p:cNvPicPr>
          <p:nvPr userDrawn="1"/>
        </p:nvPicPr>
        <p:blipFill>
          <a:blip r:embed="rId3"/>
          <a:stretch>
            <a:fillRect/>
          </a:stretch>
        </p:blipFill>
        <p:spPr>
          <a:xfrm>
            <a:off x="6250758" y="800100"/>
            <a:ext cx="5024485" cy="5257800"/>
          </a:xfrm>
          <a:prstGeom prst="rect">
            <a:avLst/>
          </a:prstGeom>
        </p:spPr>
      </p:pic>
    </p:spTree>
    <p:extLst>
      <p:ext uri="{BB962C8B-B14F-4D97-AF65-F5344CB8AC3E}">
        <p14:creationId xmlns:p14="http://schemas.microsoft.com/office/powerpoint/2010/main" val="420206005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55">
          <p15:clr>
            <a:srgbClr val="FBAE4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1_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gradFill>
                  <a:gsLst>
                    <a:gs pos="62564">
                      <a:schemeClr val="tx1"/>
                    </a:gs>
                    <a:gs pos="55000">
                      <a:schemeClr val="tx1"/>
                    </a:gs>
                  </a:gsLst>
                  <a:lin ang="5400000" scaled="0"/>
                </a:gradFill>
                <a:effectLst/>
                <a:latin typeface="+mj-lt"/>
                <a:ea typeface="+mn-ea"/>
                <a:cs typeface="Segoe UI" pitchFamily="34" charset="0"/>
              </a:defRPr>
            </a:lvl1pPr>
          </a:lstStyle>
          <a:p>
            <a:r>
              <a:rPr lang="en-US"/>
              <a:t>Section title</a:t>
            </a:r>
          </a:p>
        </p:txBody>
      </p:sp>
      <p:pic>
        <p:nvPicPr>
          <p:cNvPr id="6" name="Picture 5">
            <a:extLst>
              <a:ext uri="{FF2B5EF4-FFF2-40B4-BE49-F238E27FC236}">
                <a16:creationId xmlns:a16="http://schemas.microsoft.com/office/drawing/2014/main" id="{869F059F-BD0F-4211-86F6-E960C3EC183D}"/>
              </a:ext>
            </a:extLst>
          </p:cNvPr>
          <p:cNvPicPr>
            <a:picLocks noChangeAspect="1"/>
          </p:cNvPicPr>
          <p:nvPr userDrawn="1"/>
        </p:nvPicPr>
        <p:blipFill>
          <a:blip r:embed="rId2"/>
          <a:stretch>
            <a:fillRect/>
          </a:stretch>
        </p:blipFill>
        <p:spPr>
          <a:xfrm>
            <a:off x="9344025" y="3898483"/>
            <a:ext cx="2265363" cy="2370555"/>
          </a:xfrm>
          <a:prstGeom prst="rect">
            <a:avLst/>
          </a:prstGeom>
        </p:spPr>
      </p:pic>
    </p:spTree>
    <p:extLst>
      <p:ext uri="{BB962C8B-B14F-4D97-AF65-F5344CB8AC3E}">
        <p14:creationId xmlns:p14="http://schemas.microsoft.com/office/powerpoint/2010/main" val="403897762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27">
          <p15:clr>
            <a:srgbClr val="5ACBF0"/>
          </p15:clr>
        </p15:guide>
        <p15:guide id="3" orient="horz" pos="1911">
          <p15:clr>
            <a:srgbClr val="5ACBF0"/>
          </p15:clr>
        </p15:guide>
        <p15:guide id="4" orient="horz" pos="2505">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8.xml"/><Relationship Id="rId18" Type="http://schemas.openxmlformats.org/officeDocument/2006/relationships/slideLayout" Target="../slideLayouts/slideLayout33.xml"/><Relationship Id="rId26" Type="http://schemas.openxmlformats.org/officeDocument/2006/relationships/slideLayout" Target="../slideLayouts/slideLayout41.xml"/><Relationship Id="rId39" Type="http://schemas.openxmlformats.org/officeDocument/2006/relationships/slideLayout" Target="../slideLayouts/slideLayout54.xml"/><Relationship Id="rId21" Type="http://schemas.openxmlformats.org/officeDocument/2006/relationships/slideLayout" Target="../slideLayouts/slideLayout36.xml"/><Relationship Id="rId34" Type="http://schemas.openxmlformats.org/officeDocument/2006/relationships/slideLayout" Target="../slideLayouts/slideLayout49.xml"/><Relationship Id="rId42" Type="http://schemas.openxmlformats.org/officeDocument/2006/relationships/slideLayout" Target="../slideLayouts/slideLayout57.xml"/><Relationship Id="rId47" Type="http://schemas.openxmlformats.org/officeDocument/2006/relationships/slideLayout" Target="../slideLayouts/slideLayout62.xml"/><Relationship Id="rId50" Type="http://schemas.openxmlformats.org/officeDocument/2006/relationships/slideLayout" Target="../slideLayouts/slideLayout65.xml"/><Relationship Id="rId55" Type="http://schemas.openxmlformats.org/officeDocument/2006/relationships/slideLayout" Target="../slideLayouts/slideLayout70.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slideLayout" Target="../slideLayouts/slideLayout32.xml"/><Relationship Id="rId25" Type="http://schemas.openxmlformats.org/officeDocument/2006/relationships/slideLayout" Target="../slideLayouts/slideLayout40.xml"/><Relationship Id="rId33" Type="http://schemas.openxmlformats.org/officeDocument/2006/relationships/slideLayout" Target="../slideLayouts/slideLayout48.xml"/><Relationship Id="rId38" Type="http://schemas.openxmlformats.org/officeDocument/2006/relationships/slideLayout" Target="../slideLayouts/slideLayout53.xml"/><Relationship Id="rId46" Type="http://schemas.openxmlformats.org/officeDocument/2006/relationships/slideLayout" Target="../slideLayouts/slideLayout61.xml"/><Relationship Id="rId2" Type="http://schemas.openxmlformats.org/officeDocument/2006/relationships/slideLayout" Target="../slideLayouts/slideLayout17.xml"/><Relationship Id="rId16" Type="http://schemas.openxmlformats.org/officeDocument/2006/relationships/slideLayout" Target="../slideLayouts/slideLayout31.xml"/><Relationship Id="rId20" Type="http://schemas.openxmlformats.org/officeDocument/2006/relationships/slideLayout" Target="../slideLayouts/slideLayout35.xml"/><Relationship Id="rId29" Type="http://schemas.openxmlformats.org/officeDocument/2006/relationships/slideLayout" Target="../slideLayouts/slideLayout44.xml"/><Relationship Id="rId41" Type="http://schemas.openxmlformats.org/officeDocument/2006/relationships/slideLayout" Target="../slideLayouts/slideLayout56.xml"/><Relationship Id="rId54" Type="http://schemas.openxmlformats.org/officeDocument/2006/relationships/slideLayout" Target="../slideLayouts/slideLayout69.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24" Type="http://schemas.openxmlformats.org/officeDocument/2006/relationships/slideLayout" Target="../slideLayouts/slideLayout39.xml"/><Relationship Id="rId32" Type="http://schemas.openxmlformats.org/officeDocument/2006/relationships/slideLayout" Target="../slideLayouts/slideLayout47.xml"/><Relationship Id="rId37" Type="http://schemas.openxmlformats.org/officeDocument/2006/relationships/slideLayout" Target="../slideLayouts/slideLayout52.xml"/><Relationship Id="rId40" Type="http://schemas.openxmlformats.org/officeDocument/2006/relationships/slideLayout" Target="../slideLayouts/slideLayout55.xml"/><Relationship Id="rId45" Type="http://schemas.openxmlformats.org/officeDocument/2006/relationships/slideLayout" Target="../slideLayouts/slideLayout60.xml"/><Relationship Id="rId53" Type="http://schemas.openxmlformats.org/officeDocument/2006/relationships/slideLayout" Target="../slideLayouts/slideLayout68.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23" Type="http://schemas.openxmlformats.org/officeDocument/2006/relationships/slideLayout" Target="../slideLayouts/slideLayout38.xml"/><Relationship Id="rId28" Type="http://schemas.openxmlformats.org/officeDocument/2006/relationships/slideLayout" Target="../slideLayouts/slideLayout43.xml"/><Relationship Id="rId36" Type="http://schemas.openxmlformats.org/officeDocument/2006/relationships/slideLayout" Target="../slideLayouts/slideLayout51.xml"/><Relationship Id="rId49" Type="http://schemas.openxmlformats.org/officeDocument/2006/relationships/slideLayout" Target="../slideLayouts/slideLayout64.xml"/><Relationship Id="rId10" Type="http://schemas.openxmlformats.org/officeDocument/2006/relationships/slideLayout" Target="../slideLayouts/slideLayout25.xml"/><Relationship Id="rId19" Type="http://schemas.openxmlformats.org/officeDocument/2006/relationships/slideLayout" Target="../slideLayouts/slideLayout34.xml"/><Relationship Id="rId31" Type="http://schemas.openxmlformats.org/officeDocument/2006/relationships/slideLayout" Target="../slideLayouts/slideLayout46.xml"/><Relationship Id="rId44" Type="http://schemas.openxmlformats.org/officeDocument/2006/relationships/slideLayout" Target="../slideLayouts/slideLayout59.xml"/><Relationship Id="rId52" Type="http://schemas.openxmlformats.org/officeDocument/2006/relationships/slideLayout" Target="../slideLayouts/slideLayout67.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 Id="rId22" Type="http://schemas.openxmlformats.org/officeDocument/2006/relationships/slideLayout" Target="../slideLayouts/slideLayout37.xml"/><Relationship Id="rId27" Type="http://schemas.openxmlformats.org/officeDocument/2006/relationships/slideLayout" Target="../slideLayouts/slideLayout42.xml"/><Relationship Id="rId30" Type="http://schemas.openxmlformats.org/officeDocument/2006/relationships/slideLayout" Target="../slideLayouts/slideLayout45.xml"/><Relationship Id="rId35" Type="http://schemas.openxmlformats.org/officeDocument/2006/relationships/slideLayout" Target="../slideLayouts/slideLayout50.xml"/><Relationship Id="rId43" Type="http://schemas.openxmlformats.org/officeDocument/2006/relationships/slideLayout" Target="../slideLayouts/slideLayout58.xml"/><Relationship Id="rId48" Type="http://schemas.openxmlformats.org/officeDocument/2006/relationships/slideLayout" Target="../slideLayouts/slideLayout63.xml"/><Relationship Id="rId56" Type="http://schemas.openxmlformats.org/officeDocument/2006/relationships/theme" Target="../theme/theme2.xml"/><Relationship Id="rId8" Type="http://schemas.openxmlformats.org/officeDocument/2006/relationships/slideLayout" Target="../slideLayouts/slideLayout23.xml"/><Relationship Id="rId51" Type="http://schemas.openxmlformats.org/officeDocument/2006/relationships/slideLayout" Target="../slideLayouts/slideLayout66.xml"/><Relationship Id="rId3" Type="http://schemas.openxmlformats.org/officeDocument/2006/relationships/slideLayout" Target="../slideLayouts/slideLayout1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8.xml"/><Relationship Id="rId13" Type="http://schemas.openxmlformats.org/officeDocument/2006/relationships/slideLayout" Target="../slideLayouts/slideLayout83.xml"/><Relationship Id="rId18" Type="http://schemas.openxmlformats.org/officeDocument/2006/relationships/slideLayout" Target="../slideLayouts/slideLayout88.xml"/><Relationship Id="rId26" Type="http://schemas.openxmlformats.org/officeDocument/2006/relationships/slideLayout" Target="../slideLayouts/slideLayout96.xml"/><Relationship Id="rId39" Type="http://schemas.openxmlformats.org/officeDocument/2006/relationships/slideLayout" Target="../slideLayouts/slideLayout109.xml"/><Relationship Id="rId3" Type="http://schemas.openxmlformats.org/officeDocument/2006/relationships/slideLayout" Target="../slideLayouts/slideLayout73.xml"/><Relationship Id="rId21" Type="http://schemas.openxmlformats.org/officeDocument/2006/relationships/slideLayout" Target="../slideLayouts/slideLayout91.xml"/><Relationship Id="rId34" Type="http://schemas.openxmlformats.org/officeDocument/2006/relationships/slideLayout" Target="../slideLayouts/slideLayout104.xml"/><Relationship Id="rId42" Type="http://schemas.openxmlformats.org/officeDocument/2006/relationships/slideLayout" Target="../slideLayouts/slideLayout112.xml"/><Relationship Id="rId47" Type="http://schemas.openxmlformats.org/officeDocument/2006/relationships/slideLayout" Target="../slideLayouts/slideLayout117.xml"/><Relationship Id="rId7" Type="http://schemas.openxmlformats.org/officeDocument/2006/relationships/slideLayout" Target="../slideLayouts/slideLayout77.xml"/><Relationship Id="rId12" Type="http://schemas.openxmlformats.org/officeDocument/2006/relationships/slideLayout" Target="../slideLayouts/slideLayout82.xml"/><Relationship Id="rId17" Type="http://schemas.openxmlformats.org/officeDocument/2006/relationships/slideLayout" Target="../slideLayouts/slideLayout87.xml"/><Relationship Id="rId25" Type="http://schemas.openxmlformats.org/officeDocument/2006/relationships/slideLayout" Target="../slideLayouts/slideLayout95.xml"/><Relationship Id="rId33" Type="http://schemas.openxmlformats.org/officeDocument/2006/relationships/slideLayout" Target="../slideLayouts/slideLayout103.xml"/><Relationship Id="rId38" Type="http://schemas.openxmlformats.org/officeDocument/2006/relationships/slideLayout" Target="../slideLayouts/slideLayout108.xml"/><Relationship Id="rId46" Type="http://schemas.openxmlformats.org/officeDocument/2006/relationships/slideLayout" Target="../slideLayouts/slideLayout116.xml"/><Relationship Id="rId2" Type="http://schemas.openxmlformats.org/officeDocument/2006/relationships/slideLayout" Target="../slideLayouts/slideLayout72.xml"/><Relationship Id="rId16" Type="http://schemas.openxmlformats.org/officeDocument/2006/relationships/slideLayout" Target="../slideLayouts/slideLayout86.xml"/><Relationship Id="rId20" Type="http://schemas.openxmlformats.org/officeDocument/2006/relationships/slideLayout" Target="../slideLayouts/slideLayout90.xml"/><Relationship Id="rId29" Type="http://schemas.openxmlformats.org/officeDocument/2006/relationships/slideLayout" Target="../slideLayouts/slideLayout99.xml"/><Relationship Id="rId41" Type="http://schemas.openxmlformats.org/officeDocument/2006/relationships/slideLayout" Target="../slideLayouts/slideLayout111.xml"/><Relationship Id="rId1" Type="http://schemas.openxmlformats.org/officeDocument/2006/relationships/slideLayout" Target="../slideLayouts/slideLayout71.xml"/><Relationship Id="rId6" Type="http://schemas.openxmlformats.org/officeDocument/2006/relationships/slideLayout" Target="../slideLayouts/slideLayout76.xml"/><Relationship Id="rId11" Type="http://schemas.openxmlformats.org/officeDocument/2006/relationships/slideLayout" Target="../slideLayouts/slideLayout81.xml"/><Relationship Id="rId24" Type="http://schemas.openxmlformats.org/officeDocument/2006/relationships/slideLayout" Target="../slideLayouts/slideLayout94.xml"/><Relationship Id="rId32" Type="http://schemas.openxmlformats.org/officeDocument/2006/relationships/slideLayout" Target="../slideLayouts/slideLayout102.xml"/><Relationship Id="rId37" Type="http://schemas.openxmlformats.org/officeDocument/2006/relationships/slideLayout" Target="../slideLayouts/slideLayout107.xml"/><Relationship Id="rId40" Type="http://schemas.openxmlformats.org/officeDocument/2006/relationships/slideLayout" Target="../slideLayouts/slideLayout110.xml"/><Relationship Id="rId45" Type="http://schemas.openxmlformats.org/officeDocument/2006/relationships/slideLayout" Target="../slideLayouts/slideLayout115.xml"/><Relationship Id="rId5" Type="http://schemas.openxmlformats.org/officeDocument/2006/relationships/slideLayout" Target="../slideLayouts/slideLayout75.xml"/><Relationship Id="rId15" Type="http://schemas.openxmlformats.org/officeDocument/2006/relationships/slideLayout" Target="../slideLayouts/slideLayout85.xml"/><Relationship Id="rId23" Type="http://schemas.openxmlformats.org/officeDocument/2006/relationships/slideLayout" Target="../slideLayouts/slideLayout93.xml"/><Relationship Id="rId28" Type="http://schemas.openxmlformats.org/officeDocument/2006/relationships/slideLayout" Target="../slideLayouts/slideLayout98.xml"/><Relationship Id="rId36" Type="http://schemas.openxmlformats.org/officeDocument/2006/relationships/slideLayout" Target="../slideLayouts/slideLayout106.xml"/><Relationship Id="rId10" Type="http://schemas.openxmlformats.org/officeDocument/2006/relationships/slideLayout" Target="../slideLayouts/slideLayout80.xml"/><Relationship Id="rId19" Type="http://schemas.openxmlformats.org/officeDocument/2006/relationships/slideLayout" Target="../slideLayouts/slideLayout89.xml"/><Relationship Id="rId31" Type="http://schemas.openxmlformats.org/officeDocument/2006/relationships/slideLayout" Target="../slideLayouts/slideLayout101.xml"/><Relationship Id="rId44" Type="http://schemas.openxmlformats.org/officeDocument/2006/relationships/slideLayout" Target="../slideLayouts/slideLayout114.xml"/><Relationship Id="rId4" Type="http://schemas.openxmlformats.org/officeDocument/2006/relationships/slideLayout" Target="../slideLayouts/slideLayout74.xml"/><Relationship Id="rId9" Type="http://schemas.openxmlformats.org/officeDocument/2006/relationships/slideLayout" Target="../slideLayouts/slideLayout79.xml"/><Relationship Id="rId14" Type="http://schemas.openxmlformats.org/officeDocument/2006/relationships/slideLayout" Target="../slideLayouts/slideLayout84.xml"/><Relationship Id="rId22" Type="http://schemas.openxmlformats.org/officeDocument/2006/relationships/slideLayout" Target="../slideLayouts/slideLayout92.xml"/><Relationship Id="rId27" Type="http://schemas.openxmlformats.org/officeDocument/2006/relationships/slideLayout" Target="../slideLayouts/slideLayout97.xml"/><Relationship Id="rId30" Type="http://schemas.openxmlformats.org/officeDocument/2006/relationships/slideLayout" Target="../slideLayouts/slideLayout100.xml"/><Relationship Id="rId35" Type="http://schemas.openxmlformats.org/officeDocument/2006/relationships/slideLayout" Target="../slideLayouts/slideLayout105.xml"/><Relationship Id="rId43" Type="http://schemas.openxmlformats.org/officeDocument/2006/relationships/slideLayout" Target="../slideLayouts/slideLayout113.xml"/><Relationship Id="rId48"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610" r:id="rId1"/>
    <p:sldLayoutId id="2147484580" r:id="rId2"/>
    <p:sldLayoutId id="2147484609" r:id="rId3"/>
    <p:sldLayoutId id="2147484741" r:id="rId4"/>
    <p:sldLayoutId id="2147484240" r:id="rId5"/>
    <p:sldLayoutId id="2147484241" r:id="rId6"/>
    <p:sldLayoutId id="2147484474" r:id="rId7"/>
    <p:sldLayoutId id="2147484245" r:id="rId8"/>
    <p:sldLayoutId id="2147484247" r:id="rId9"/>
    <p:sldLayoutId id="2147484584" r:id="rId10"/>
    <p:sldLayoutId id="2147484583" r:id="rId11"/>
    <p:sldLayoutId id="2147484256" r:id="rId12"/>
    <p:sldLayoutId id="2147484257" r:id="rId13"/>
    <p:sldLayoutId id="2147484585" r:id="rId14"/>
    <p:sldLayoutId id="2147484299" r:id="rId15"/>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gradFill>
            <a:gsLst>
              <a:gs pos="1250">
                <a:schemeClr val="tx1"/>
              </a:gs>
              <a:gs pos="100000">
                <a:schemeClr val="tx1"/>
              </a:gs>
            </a:gsLst>
            <a:lin ang="5400000" scaled="0"/>
          </a:gra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gradFill>
            <a:gsLst>
              <a:gs pos="1250">
                <a:schemeClr val="tx1"/>
              </a:gs>
              <a:gs pos="100000">
                <a:schemeClr val="tx1"/>
              </a:gs>
            </a:gsLst>
            <a:lin ang="5400000" scaled="0"/>
          </a:gra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dirty="0"/>
              <a:t>Heading Segoe UI </a:t>
            </a:r>
            <a:r>
              <a:rPr lang="en-US" dirty="0" err="1"/>
              <a:t>Semibold</a:t>
            </a:r>
            <a:r>
              <a:rPr lang="en-US" dirty="0"/>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dirty="0"/>
              <a:t>Large: subhead Segoe UI Regular 20/24</a:t>
            </a:r>
          </a:p>
          <a:p>
            <a:pPr lvl="2"/>
            <a:r>
              <a:rPr lang="en-US" dirty="0"/>
              <a:t>Medium: paragraph heading Segoe UI </a:t>
            </a:r>
            <a:r>
              <a:rPr lang="en-US" dirty="0" err="1"/>
              <a:t>Semibold</a:t>
            </a:r>
            <a:r>
              <a:rPr lang="en-US" dirty="0"/>
              <a:t> 14/18</a:t>
            </a:r>
          </a:p>
          <a:p>
            <a:pPr lvl="3"/>
            <a:r>
              <a:rPr lang="en-US" dirty="0"/>
              <a:t>Medium: paragraph body copy Segoe UI Regular 14/18</a:t>
            </a:r>
          </a:p>
          <a:p>
            <a:pPr lvl="4"/>
            <a:r>
              <a:rPr lang="en-US" dirty="0"/>
              <a:t>Small: caption heading Segoe UI Bold 10/12</a:t>
            </a:r>
          </a:p>
          <a:p>
            <a:pPr lvl="6"/>
            <a:r>
              <a:rPr lang="en-US" dirty="0"/>
              <a:t>Small: caption body copy Segoe UI Regular 10/12</a:t>
            </a:r>
          </a:p>
          <a:p>
            <a:pPr lvl="6"/>
            <a:endParaRPr lang="en-US" dirty="0"/>
          </a:p>
          <a:p>
            <a:pPr lvl="6"/>
            <a:endParaRPr lang="en-US" dirty="0"/>
          </a:p>
        </p:txBody>
      </p:sp>
      <p:grpSp>
        <p:nvGrpSpPr>
          <p:cNvPr id="13" name="Group 12">
            <a:extLst>
              <a:ext uri="{FF2B5EF4-FFF2-40B4-BE49-F238E27FC236}">
                <a16:creationId xmlns:a16="http://schemas.microsoft.com/office/drawing/2014/main" id="{E44624BD-1B5A-49BF-A660-FB967C992154}"/>
              </a:ext>
            </a:extLst>
          </p:cNvPr>
          <p:cNvGrpSpPr/>
          <p:nvPr/>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Gray</a:t>
              </a:r>
            </a:p>
            <a:p>
              <a:pPr defTabSz="914102" fontAlgn="base">
                <a:spcBef>
                  <a:spcPct val="0"/>
                </a:spcBef>
                <a:spcAft>
                  <a:spcPts val="98"/>
                </a:spcAft>
              </a:pPr>
              <a:r>
                <a:rPr lang="en-US" sz="588" dirty="0">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dirty="0">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Blue-Gray</a:t>
              </a:r>
            </a:p>
            <a:p>
              <a:pPr defTabSz="914102" fontAlgn="base">
                <a:spcBef>
                  <a:spcPct val="0"/>
                </a:spcBef>
                <a:spcAft>
                  <a:spcPts val="98"/>
                </a:spcAft>
              </a:pPr>
              <a:r>
                <a:rPr lang="en-US" sz="588" dirty="0">
                  <a:solidFill>
                    <a:schemeClr val="bg1"/>
                  </a:solidFill>
                  <a:ea typeface="Segoe UI" pitchFamily="34" charset="0"/>
                  <a:cs typeface="Segoe UI" pitchFamily="34" charset="0"/>
                </a:rPr>
                <a:t>R36 G58 B94</a:t>
              </a:r>
            </a:p>
            <a:p>
              <a:pPr defTabSz="914102" fontAlgn="base">
                <a:spcBef>
                  <a:spcPct val="0"/>
                </a:spcBef>
                <a:spcAft>
                  <a:spcPts val="98"/>
                </a:spcAft>
              </a:pPr>
              <a:r>
                <a:rPr lang="en-US" sz="588" dirty="0">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Blue</a:t>
              </a:r>
            </a:p>
            <a:p>
              <a:pPr defTabSz="914102" fontAlgn="base">
                <a:spcBef>
                  <a:spcPct val="0"/>
                </a:spcBef>
                <a:spcAft>
                  <a:spcPts val="98"/>
                </a:spcAft>
              </a:pPr>
              <a:r>
                <a:rPr lang="en-US" sz="588" dirty="0">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bg1"/>
                    </a:solidFill>
                    <a:ea typeface="Segoe UI" pitchFamily="34" charset="0"/>
                    <a:cs typeface="Segoe UI" pitchFamily="34" charset="0"/>
                  </a:rPr>
                  <a:t>Black</a:t>
                </a:r>
              </a:p>
              <a:p>
                <a:pPr defTabSz="914102" fontAlgn="base">
                  <a:spcBef>
                    <a:spcPct val="0"/>
                  </a:spcBef>
                  <a:spcAft>
                    <a:spcPts val="98"/>
                  </a:spcAft>
                </a:pPr>
                <a:r>
                  <a:rPr lang="en-US" sz="588" dirty="0">
                    <a:solidFill>
                      <a:schemeClr val="bg1"/>
                    </a:solidFill>
                    <a:ea typeface="Segoe UI" pitchFamily="34" charset="0"/>
                    <a:cs typeface="Segoe UI" pitchFamily="34" charset="0"/>
                  </a:rPr>
                  <a:t>R0 G0 B0</a:t>
                </a:r>
              </a:p>
              <a:p>
                <a:pPr defTabSz="914102" fontAlgn="base">
                  <a:spcBef>
                    <a:spcPct val="0"/>
                  </a:spcBef>
                  <a:spcAft>
                    <a:spcPts val="98"/>
                  </a:spcAft>
                </a:pPr>
                <a:r>
                  <a:rPr lang="en-US" sz="588" dirty="0">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dirty="0">
                    <a:solidFill>
                      <a:schemeClr val="tx1"/>
                    </a:solidFill>
                    <a:ea typeface="Segoe UI" pitchFamily="34" charset="0"/>
                    <a:cs typeface="Segoe UI" pitchFamily="34" charset="0"/>
                  </a:rPr>
                  <a:t>White</a:t>
                </a:r>
              </a:p>
              <a:p>
                <a:pPr defTabSz="914102" fontAlgn="base">
                  <a:spcBef>
                    <a:spcPct val="0"/>
                  </a:spcBef>
                  <a:spcAft>
                    <a:spcPts val="98"/>
                  </a:spcAft>
                </a:pPr>
                <a:r>
                  <a:rPr lang="en-US" sz="588" dirty="0">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dirty="0">
                    <a:solidFill>
                      <a:schemeClr val="tx1"/>
                    </a:solidFill>
                    <a:ea typeface="Segoe UI" pitchFamily="34" charset="0"/>
                    <a:cs typeface="Segoe UI" pitchFamily="34" charset="0"/>
                  </a:rPr>
                  <a:t>Hex #FFFFFF</a:t>
                </a:r>
              </a:p>
            </p:txBody>
          </p:sp>
        </p:grpSp>
      </p:grpSp>
      <p:sp>
        <p:nvSpPr>
          <p:cNvPr id="11" name="Title Placeholder 1">
            <a:extLst>
              <a:ext uri="{FF2B5EF4-FFF2-40B4-BE49-F238E27FC236}">
                <a16:creationId xmlns:a16="http://schemas.microsoft.com/office/drawing/2014/main" id="{8146AE93-787B-42C7-998B-94945CCDB245}"/>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12" name="Text Placeholder 3">
            <a:extLst>
              <a:ext uri="{FF2B5EF4-FFF2-40B4-BE49-F238E27FC236}">
                <a16:creationId xmlns:a16="http://schemas.microsoft.com/office/drawing/2014/main" id="{322D9ECE-2F8A-41BF-B932-3CBFEE52CFCD}"/>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ID" hidden="1">
            <a:extLst>
              <a:ext uri="{FF2B5EF4-FFF2-40B4-BE49-F238E27FC236}">
                <a16:creationId xmlns:a16="http://schemas.microsoft.com/office/drawing/2014/main" id="{22E0827B-BC1A-44E2-8096-61C3B6CE9235}"/>
              </a:ext>
            </a:extLst>
          </p:cNvPr>
          <p:cNvGrpSpPr/>
          <p:nvPr userDrawn="1"/>
        </p:nvGrpSpPr>
        <p:grpSpPr>
          <a:xfrm>
            <a:off x="0" y="0"/>
            <a:ext cx="12192000" cy="6858000"/>
            <a:chOff x="0" y="0"/>
            <a:chExt cx="12192000" cy="6858000"/>
          </a:xfrm>
        </p:grpSpPr>
        <p:cxnSp>
          <p:nvCxnSpPr>
            <p:cNvPr id="21" name="Straight Connector 20">
              <a:extLst>
                <a:ext uri="{FF2B5EF4-FFF2-40B4-BE49-F238E27FC236}">
                  <a16:creationId xmlns:a16="http://schemas.microsoft.com/office/drawing/2014/main" id="{9BECC4A3-5E56-46AB-B66A-24DB6F63C4FD}"/>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D5DED18-B8E3-4E64-A2F9-AC876A45E950}"/>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A27B2490-4E01-419B-9E15-AB1014C5585F}"/>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51B5F87-CB60-4C61-B0D4-0C5801F71D24}"/>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E5640D5-10AB-40EE-95AF-87579AFDE0EA}"/>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08585DA-510F-494E-A9B7-254EB9BECF52}"/>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8E4731B3-644F-4E37-BA44-ADA1DF75E384}"/>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91E010D-3645-4CAF-8CA0-B22C9B4B1698}"/>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D5057B69-9FBE-4155-9F90-BAA01449C7BA}"/>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1DE02459-2825-4AA0-ABEC-7CBA2298C3B4}"/>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C0039303-4947-41C2-AF95-B60F1C0EE653}"/>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86F4ED6F-ADD8-4311-BC08-B50F06C11267}"/>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9E052927-2CE4-4E87-B2F1-BDFB8CA825C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ADC82426-ED22-418B-ADE0-D8A3C728E805}"/>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014786F-E497-4601-8EC7-5FBC624548C9}"/>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9AD541AA-9B42-4318-8260-D19740D5CD48}"/>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9459E5E3-4E7C-47AD-BAF6-D40C808B2421}"/>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A1745E5-301B-48E7-8AF3-6A4652362C3A}"/>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F99AB3D5-A967-4468-A455-A376CD1DD0C4}"/>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A267528-5387-4DC7-BAE0-D023B941FE78}"/>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B9BB4ECA-5958-471D-86B9-8531F578F149}"/>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FF77FE5-11E6-43DC-B99C-F2ADB26E464D}"/>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083F4A49-6A1D-4AB4-AECB-710DE98015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8B51C4FE-249A-44AE-A18C-E773AE76FB19}"/>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F69E0E17-D8D3-4E4D-A7FE-9AFD470BD3AA}"/>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82DB94-9146-431A-9B8B-6AAC6E76B64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7BCC82BA-674A-4BBC-ABA5-68B4AD3D5A19}"/>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09F537F4-3DB2-485E-ACC0-65F639F316D4}"/>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220F975-3D71-49A3-8F00-3F6BCE4F0935}"/>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489FD55E-813F-4122-8C22-3E1162867774}"/>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E35D2CB-8F27-4A92-9C8D-7A79F0B183C1}"/>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0F3267F-CE5D-4883-86D0-FD7425671761}"/>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0F4D088-BD82-4E16-B541-B869789E8801}"/>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833D50B9-9DE7-460E-91A2-05019D97564F}"/>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5" name=".64 square" hidden="1">
            <a:extLst>
              <a:ext uri="{FF2B5EF4-FFF2-40B4-BE49-F238E27FC236}">
                <a16:creationId xmlns:a16="http://schemas.microsoft.com/office/drawing/2014/main" id="{7688798E-233A-4099-B60A-EBD1052094FF}"/>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6" name=".32 square" hidden="1">
            <a:extLst>
              <a:ext uri="{FF2B5EF4-FFF2-40B4-BE49-F238E27FC236}">
                <a16:creationId xmlns:a16="http://schemas.microsoft.com/office/drawing/2014/main" id="{B46B5817-534B-4451-9E77-9425BB016BAC}"/>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882394868"/>
      </p:ext>
    </p:extLst>
  </p:cSld>
  <p:clrMap bg1="lt1" tx1="dk1" bg2="lt2" tx2="dk2" accent1="accent1" accent2="accent2" accent3="accent3" accent4="accent4" accent5="accent5" accent6="accent6" hlink="hlink" folHlink="folHlink"/>
  <p:sldLayoutIdLst>
    <p:sldLayoutId id="2147484819" r:id="rId1"/>
    <p:sldLayoutId id="2147484820" r:id="rId2"/>
    <p:sldLayoutId id="2147484821" r:id="rId3"/>
    <p:sldLayoutId id="2147484822" r:id="rId4"/>
    <p:sldLayoutId id="2147484823" r:id="rId5"/>
    <p:sldLayoutId id="2147484824" r:id="rId6"/>
    <p:sldLayoutId id="2147484825" r:id="rId7"/>
    <p:sldLayoutId id="2147484826" r:id="rId8"/>
    <p:sldLayoutId id="2147484827" r:id="rId9"/>
    <p:sldLayoutId id="2147484828" r:id="rId10"/>
    <p:sldLayoutId id="2147484829" r:id="rId11"/>
    <p:sldLayoutId id="2147484830" r:id="rId12"/>
    <p:sldLayoutId id="2147484831" r:id="rId13"/>
    <p:sldLayoutId id="2147484832" r:id="rId14"/>
    <p:sldLayoutId id="2147484833" r:id="rId15"/>
    <p:sldLayoutId id="2147484834" r:id="rId16"/>
    <p:sldLayoutId id="2147484835" r:id="rId17"/>
    <p:sldLayoutId id="2147484836" r:id="rId18"/>
    <p:sldLayoutId id="2147484837" r:id="rId19"/>
    <p:sldLayoutId id="2147484838" r:id="rId20"/>
    <p:sldLayoutId id="2147484839" r:id="rId21"/>
    <p:sldLayoutId id="2147484840" r:id="rId22"/>
    <p:sldLayoutId id="2147484841" r:id="rId23"/>
    <p:sldLayoutId id="2147484842" r:id="rId24"/>
    <p:sldLayoutId id="2147484843" r:id="rId25"/>
    <p:sldLayoutId id="2147484844" r:id="rId26"/>
    <p:sldLayoutId id="2147484845" r:id="rId27"/>
    <p:sldLayoutId id="2147484846" r:id="rId28"/>
    <p:sldLayoutId id="2147484847" r:id="rId29"/>
    <p:sldLayoutId id="2147484848" r:id="rId30"/>
    <p:sldLayoutId id="2147484849" r:id="rId31"/>
    <p:sldLayoutId id="2147484794" r:id="rId32"/>
    <p:sldLayoutId id="2147484795" r:id="rId33"/>
    <p:sldLayoutId id="2147484796" r:id="rId34"/>
    <p:sldLayoutId id="2147484797" r:id="rId35"/>
    <p:sldLayoutId id="2147484798" r:id="rId36"/>
    <p:sldLayoutId id="2147484799" r:id="rId37"/>
    <p:sldLayoutId id="2147484800" r:id="rId38"/>
    <p:sldLayoutId id="2147484801" r:id="rId39"/>
    <p:sldLayoutId id="2147484802" r:id="rId40"/>
    <p:sldLayoutId id="2147484803" r:id="rId41"/>
    <p:sldLayoutId id="2147484804" r:id="rId42"/>
    <p:sldLayoutId id="2147484805" r:id="rId43"/>
    <p:sldLayoutId id="2147484806" r:id="rId44"/>
    <p:sldLayoutId id="2147484807" r:id="rId45"/>
    <p:sldLayoutId id="2147484808" r:id="rId46"/>
    <p:sldLayoutId id="2147484809" r:id="rId47"/>
    <p:sldLayoutId id="2147484810" r:id="rId48"/>
    <p:sldLayoutId id="2147484813" r:id="rId49"/>
    <p:sldLayoutId id="2147484814" r:id="rId50"/>
    <p:sldLayoutId id="2147484850" r:id="rId51"/>
    <p:sldLayoutId id="2147484851" r:id="rId52"/>
    <p:sldLayoutId id="2147484853" r:id="rId53"/>
    <p:sldLayoutId id="2147484854" r:id="rId54"/>
    <p:sldLayoutId id="2147484855" r:id="rId55"/>
  </p:sldLayoutIdLst>
  <p:transition>
    <p:fade/>
  </p:transition>
  <p:hf sldNum="0" hdr="0" ft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guide id="56" pos="368" userDrawn="1">
          <p15:clr>
            <a:srgbClr val="C35EA4"/>
          </p15:clr>
        </p15:guide>
        <p15:guide id="57" pos="7313" userDrawn="1">
          <p15:clr>
            <a:srgbClr val="C35EA4"/>
          </p15:clr>
        </p15:guide>
        <p15:guide id="58" orient="horz" pos="369" userDrawn="1">
          <p15:clr>
            <a:srgbClr val="C35EA4"/>
          </p15:clr>
        </p15:guide>
        <p15:guide id="59" orient="horz" pos="3949" userDrawn="1">
          <p15:clr>
            <a:srgbClr val="C35EA4"/>
          </p15:clr>
        </p15:guide>
        <p15:guide id="60" orient="horz" pos="184" userDrawn="1">
          <p15:clr>
            <a:srgbClr val="A4A3A4"/>
          </p15:clr>
        </p15:guide>
        <p15:guide id="61" pos="185" userDrawn="1">
          <p15:clr>
            <a:srgbClr val="A4A3A4"/>
          </p15:clr>
        </p15:guide>
        <p15:guide id="62" orient="horz" pos="4135" userDrawn="1">
          <p15:clr>
            <a:srgbClr val="A4A3A4"/>
          </p15:clr>
        </p15:guide>
        <p15:guide id="63" pos="7495" userDrawn="1">
          <p15:clr>
            <a:srgbClr val="A4A3A4"/>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18643" y="440494"/>
            <a:ext cx="11341268" cy="680196"/>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418643" y="1456898"/>
            <a:ext cx="11341268" cy="2492990"/>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grpSp>
        <p:nvGrpSpPr>
          <p:cNvPr id="13" name="Group 12">
            <a:extLst>
              <a:ext uri="{FF2B5EF4-FFF2-40B4-BE49-F238E27FC236}">
                <a16:creationId xmlns:a16="http://schemas.microsoft.com/office/drawing/2014/main" id="{E44624BD-1B5A-49BF-A660-FB967C992154}"/>
              </a:ext>
            </a:extLst>
          </p:cNvPr>
          <p:cNvGrpSpPr/>
          <p:nvPr/>
        </p:nvGrpSpPr>
        <p:grpSpPr>
          <a:xfrm rot="5400000">
            <a:off x="9114924" y="3156600"/>
            <a:ext cx="6843276" cy="530076"/>
            <a:chOff x="-2857775" y="8147048"/>
            <a:chExt cx="11623156" cy="1498603"/>
          </a:xfrm>
        </p:grpSpPr>
        <p:sp>
          <p:nvSpPr>
            <p:cNvPr id="14" name="Rectangle 13">
              <a:extLst>
                <a:ext uri="{FF2B5EF4-FFF2-40B4-BE49-F238E27FC236}">
                  <a16:creationId xmlns:a16="http://schemas.microsoft.com/office/drawing/2014/main" id="{B7BB6BA6-0E25-40ED-9E86-E1ADB171F38F}"/>
                </a:ext>
              </a:extLst>
            </p:cNvPr>
            <p:cNvSpPr/>
            <p:nvPr userDrawn="1"/>
          </p:nvSpPr>
          <p:spPr bwMode="auto">
            <a:xfrm>
              <a:off x="5983100" y="8147051"/>
              <a:ext cx="2782281" cy="1498598"/>
            </a:xfrm>
            <a:prstGeom prst="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Gray</a:t>
              </a:r>
            </a:p>
            <a:p>
              <a:pPr defTabSz="914102" fontAlgn="base">
                <a:spcBef>
                  <a:spcPct val="0"/>
                </a:spcBef>
                <a:spcAft>
                  <a:spcPts val="98"/>
                </a:spcAft>
              </a:pPr>
              <a:r>
                <a:rPr lang="en-US" sz="588">
                  <a:solidFill>
                    <a:schemeClr val="bg1"/>
                  </a:solidFill>
                  <a:ea typeface="Segoe UI" pitchFamily="34" charset="0"/>
                  <a:cs typeface="Segoe UI" pitchFamily="34" charset="0"/>
                </a:rPr>
                <a:t>R117 G117 B122</a:t>
              </a:r>
            </a:p>
            <a:p>
              <a:pPr defTabSz="914102" fontAlgn="base">
                <a:spcBef>
                  <a:spcPct val="0"/>
                </a:spcBef>
                <a:spcAft>
                  <a:spcPts val="98"/>
                </a:spcAft>
              </a:pPr>
              <a:r>
                <a:rPr lang="en-US" sz="588">
                  <a:solidFill>
                    <a:schemeClr val="bg1"/>
                  </a:solidFill>
                  <a:ea typeface="Segoe UI" pitchFamily="34" charset="0"/>
                  <a:cs typeface="Segoe UI" pitchFamily="34" charset="0"/>
                </a:rPr>
                <a:t>Hex #75757A</a:t>
              </a:r>
            </a:p>
          </p:txBody>
        </p:sp>
        <p:sp>
          <p:nvSpPr>
            <p:cNvPr id="15" name="Rectangle 14">
              <a:extLst>
                <a:ext uri="{FF2B5EF4-FFF2-40B4-BE49-F238E27FC236}">
                  <a16:creationId xmlns:a16="http://schemas.microsoft.com/office/drawing/2014/main" id="{2B86C892-8813-4C52-B1CD-6C3224A42168}"/>
                </a:ext>
              </a:extLst>
            </p:cNvPr>
            <p:cNvSpPr/>
            <p:nvPr userDrawn="1"/>
          </p:nvSpPr>
          <p:spPr bwMode="auto">
            <a:xfrm>
              <a:off x="3154167" y="8147050"/>
              <a:ext cx="2827669" cy="1498599"/>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Blue-Gray</a:t>
              </a:r>
            </a:p>
            <a:p>
              <a:pPr defTabSz="914102" fontAlgn="base">
                <a:spcBef>
                  <a:spcPct val="0"/>
                </a:spcBef>
                <a:spcAft>
                  <a:spcPts val="98"/>
                </a:spcAft>
              </a:pPr>
              <a:r>
                <a:rPr lang="en-US" sz="588">
                  <a:solidFill>
                    <a:schemeClr val="bg1"/>
                  </a:solidFill>
                  <a:ea typeface="Segoe UI" pitchFamily="34" charset="0"/>
                  <a:cs typeface="Segoe UI" pitchFamily="34" charset="0"/>
                </a:rPr>
                <a:t>R36 G58 B94</a:t>
              </a:r>
            </a:p>
            <a:p>
              <a:pPr defTabSz="914102" fontAlgn="base">
                <a:spcBef>
                  <a:spcPct val="0"/>
                </a:spcBef>
                <a:spcAft>
                  <a:spcPts val="98"/>
                </a:spcAft>
              </a:pPr>
              <a:r>
                <a:rPr lang="en-US" sz="588">
                  <a:solidFill>
                    <a:schemeClr val="bg1"/>
                  </a:solidFill>
                  <a:ea typeface="Segoe UI" pitchFamily="34" charset="0"/>
                  <a:cs typeface="Segoe UI" pitchFamily="34" charset="0"/>
                </a:rPr>
                <a:t>Hex #243A5E</a:t>
              </a:r>
            </a:p>
          </p:txBody>
        </p:sp>
        <p:sp>
          <p:nvSpPr>
            <p:cNvPr id="16" name="Rectangle 15">
              <a:extLst>
                <a:ext uri="{FF2B5EF4-FFF2-40B4-BE49-F238E27FC236}">
                  <a16:creationId xmlns:a16="http://schemas.microsoft.com/office/drawing/2014/main" id="{C6F005C9-9D4A-4760-B079-613D55BEF6C1}"/>
                </a:ext>
              </a:extLst>
            </p:cNvPr>
            <p:cNvSpPr/>
            <p:nvPr userDrawn="1"/>
          </p:nvSpPr>
          <p:spPr bwMode="auto">
            <a:xfrm>
              <a:off x="465139" y="8147051"/>
              <a:ext cx="2689028" cy="1498600"/>
            </a:xfrm>
            <a:prstGeom prst="rect">
              <a:avLst/>
            </a:prstGeom>
            <a:solidFill>
              <a:schemeClr val="tx2"/>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Blue</a:t>
              </a:r>
            </a:p>
            <a:p>
              <a:pPr defTabSz="914102" fontAlgn="base">
                <a:spcBef>
                  <a:spcPct val="0"/>
                </a:spcBef>
                <a:spcAft>
                  <a:spcPts val="98"/>
                </a:spcAft>
              </a:pPr>
              <a:r>
                <a:rPr lang="en-US" sz="588">
                  <a:solidFill>
                    <a:schemeClr val="bg1"/>
                  </a:solidFill>
                  <a:ea typeface="Segoe UI" pitchFamily="34" charset="0"/>
                  <a:cs typeface="Segoe UI" pitchFamily="34" charset="0"/>
                </a:rPr>
                <a:t>R0 G120 B211</a:t>
              </a:r>
            </a:p>
            <a:p>
              <a:pPr defTabSz="914102" fontAlgn="base">
                <a:spcBef>
                  <a:spcPct val="0"/>
                </a:spcBef>
                <a:spcAft>
                  <a:spcPts val="98"/>
                </a:spcAft>
              </a:pPr>
              <a:r>
                <a:rPr lang="en-US" sz="588">
                  <a:solidFill>
                    <a:schemeClr val="bg1"/>
                  </a:solidFill>
                  <a:ea typeface="Segoe UI" pitchFamily="34" charset="0"/>
                  <a:cs typeface="Segoe UI" pitchFamily="34" charset="0"/>
                </a:rPr>
                <a:t>Hex #0078D4</a:t>
              </a:r>
            </a:p>
          </p:txBody>
        </p:sp>
        <p:grpSp>
          <p:nvGrpSpPr>
            <p:cNvPr id="17" name="Group 16">
              <a:extLst>
                <a:ext uri="{FF2B5EF4-FFF2-40B4-BE49-F238E27FC236}">
                  <a16:creationId xmlns:a16="http://schemas.microsoft.com/office/drawing/2014/main" id="{2AA8C56F-41A8-41CF-9D47-B07BB80801DD}"/>
                </a:ext>
              </a:extLst>
            </p:cNvPr>
            <p:cNvGrpSpPr/>
            <p:nvPr userDrawn="1"/>
          </p:nvGrpSpPr>
          <p:grpSpPr>
            <a:xfrm>
              <a:off x="-2857775" y="8147048"/>
              <a:ext cx="3321653" cy="1498596"/>
              <a:chOff x="-2857775" y="8250837"/>
              <a:chExt cx="3321653" cy="1394819"/>
            </a:xfrm>
          </p:grpSpPr>
          <p:sp>
            <p:nvSpPr>
              <p:cNvPr id="18" name="Rectangle 17">
                <a:extLst>
                  <a:ext uri="{FF2B5EF4-FFF2-40B4-BE49-F238E27FC236}">
                    <a16:creationId xmlns:a16="http://schemas.microsoft.com/office/drawing/2014/main" id="{A786E9CC-EF5A-451C-9E90-03F4B57973DF}"/>
                  </a:ext>
                </a:extLst>
              </p:cNvPr>
              <p:cNvSpPr/>
              <p:nvPr userDrawn="1"/>
            </p:nvSpPr>
            <p:spPr bwMode="auto">
              <a:xfrm>
                <a:off x="-2857775" y="8250837"/>
                <a:ext cx="1660192" cy="1394818"/>
              </a:xfrm>
              <a:prstGeom prst="rect">
                <a:avLst/>
              </a:prstGeom>
              <a:solidFill>
                <a:schemeClr val="tx1"/>
              </a:solidFill>
              <a:ln w="635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bg1"/>
                    </a:solidFill>
                    <a:ea typeface="Segoe UI" pitchFamily="34" charset="0"/>
                    <a:cs typeface="Segoe UI" pitchFamily="34" charset="0"/>
                  </a:rPr>
                  <a:t>Black</a:t>
                </a:r>
              </a:p>
              <a:p>
                <a:pPr defTabSz="914102" fontAlgn="base">
                  <a:spcBef>
                    <a:spcPct val="0"/>
                  </a:spcBef>
                  <a:spcAft>
                    <a:spcPts val="98"/>
                  </a:spcAft>
                </a:pPr>
                <a:r>
                  <a:rPr lang="en-US" sz="588">
                    <a:solidFill>
                      <a:schemeClr val="bg1"/>
                    </a:solidFill>
                    <a:ea typeface="Segoe UI" pitchFamily="34" charset="0"/>
                    <a:cs typeface="Segoe UI" pitchFamily="34" charset="0"/>
                  </a:rPr>
                  <a:t>R0 G0 B0</a:t>
                </a:r>
              </a:p>
              <a:p>
                <a:pPr defTabSz="914102" fontAlgn="base">
                  <a:spcBef>
                    <a:spcPct val="0"/>
                  </a:spcBef>
                  <a:spcAft>
                    <a:spcPts val="98"/>
                  </a:spcAft>
                </a:pPr>
                <a:r>
                  <a:rPr lang="en-US" sz="588">
                    <a:solidFill>
                      <a:schemeClr val="bg1"/>
                    </a:solidFill>
                    <a:ea typeface="Segoe UI" pitchFamily="34" charset="0"/>
                    <a:cs typeface="Segoe UI" pitchFamily="34" charset="0"/>
                  </a:rPr>
                  <a:t>Hex #000000</a:t>
                </a:r>
              </a:p>
            </p:txBody>
          </p:sp>
          <p:sp>
            <p:nvSpPr>
              <p:cNvPr id="19" name="Rectangle 18">
                <a:extLst>
                  <a:ext uri="{FF2B5EF4-FFF2-40B4-BE49-F238E27FC236}">
                    <a16:creationId xmlns:a16="http://schemas.microsoft.com/office/drawing/2014/main" id="{09B13B5B-71AA-4DFE-9DEE-1DF6184F0582}"/>
                  </a:ext>
                </a:extLst>
              </p:cNvPr>
              <p:cNvSpPr/>
              <p:nvPr userDrawn="1"/>
            </p:nvSpPr>
            <p:spPr bwMode="auto">
              <a:xfrm>
                <a:off x="-1196315" y="8250841"/>
                <a:ext cx="1660193" cy="1394815"/>
              </a:xfrm>
              <a:prstGeom prst="rect">
                <a:avLst/>
              </a:prstGeom>
              <a:solidFill>
                <a:schemeClr val="bg2"/>
              </a:solidFill>
              <a:ln w="63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defTabSz="914102" fontAlgn="base">
                  <a:spcBef>
                    <a:spcPct val="0"/>
                  </a:spcBef>
                  <a:spcAft>
                    <a:spcPts val="98"/>
                  </a:spcAft>
                </a:pPr>
                <a:r>
                  <a:rPr lang="en-US" sz="588" b="1">
                    <a:solidFill>
                      <a:schemeClr val="tx1"/>
                    </a:solidFill>
                    <a:ea typeface="Segoe UI" pitchFamily="34" charset="0"/>
                    <a:cs typeface="Segoe UI" pitchFamily="34" charset="0"/>
                  </a:rPr>
                  <a:t>White</a:t>
                </a:r>
              </a:p>
              <a:p>
                <a:pPr defTabSz="914102" fontAlgn="base">
                  <a:spcBef>
                    <a:spcPct val="0"/>
                  </a:spcBef>
                  <a:spcAft>
                    <a:spcPts val="98"/>
                  </a:spcAft>
                </a:pPr>
                <a:r>
                  <a:rPr lang="en-US" sz="588">
                    <a:solidFill>
                      <a:schemeClr val="tx1"/>
                    </a:solidFill>
                    <a:ea typeface="Segoe UI" pitchFamily="34" charset="0"/>
                    <a:cs typeface="Segoe UI" pitchFamily="34" charset="0"/>
                  </a:rPr>
                  <a:t>R255 G255 B255</a:t>
                </a:r>
              </a:p>
              <a:p>
                <a:pPr defTabSz="914102" fontAlgn="base">
                  <a:spcBef>
                    <a:spcPct val="0"/>
                  </a:spcBef>
                  <a:spcAft>
                    <a:spcPts val="98"/>
                  </a:spcAft>
                </a:pPr>
                <a:r>
                  <a:rPr lang="en-US" sz="588">
                    <a:solidFill>
                      <a:schemeClr val="tx1"/>
                    </a:solidFill>
                    <a:ea typeface="Segoe UI" pitchFamily="34" charset="0"/>
                    <a:cs typeface="Segoe UI" pitchFamily="34" charset="0"/>
                  </a:rPr>
                  <a:t>Hex #FFFFFF</a:t>
                </a:r>
              </a:p>
            </p:txBody>
          </p:sp>
        </p:grpSp>
      </p:grpSp>
      <p:sp>
        <p:nvSpPr>
          <p:cNvPr id="11" name="Title Placeholder 1">
            <a:extLst>
              <a:ext uri="{FF2B5EF4-FFF2-40B4-BE49-F238E27FC236}">
                <a16:creationId xmlns:a16="http://schemas.microsoft.com/office/drawing/2014/main" id="{76BB5A45-271D-4D53-BD8B-4B5CFB16FD0B}"/>
              </a:ext>
            </a:extLst>
          </p:cNvPr>
          <p:cNvSpPr>
            <a:spLocks noGrp="1"/>
          </p:cNvSpPr>
          <p:nvPr>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12" name="Text Placeholder 3">
            <a:extLst>
              <a:ext uri="{FF2B5EF4-FFF2-40B4-BE49-F238E27FC236}">
                <a16:creationId xmlns:a16="http://schemas.microsoft.com/office/drawing/2014/main" id="{F8A6D886-5D45-4E0C-99EE-458518DE682D}"/>
              </a:ext>
            </a:extLst>
          </p:cNvPr>
          <p:cNvSpPr>
            <a:spLocks noGrp="1"/>
          </p:cNvSpPr>
          <p:nvPr>
            <p:ph type="body" idx="1"/>
          </p:nvPr>
        </p:nvSpPr>
        <p:spPr>
          <a:xfrm>
            <a:off x="584200" y="1435503"/>
            <a:ext cx="11018520" cy="1612749"/>
          </a:xfrm>
          <a:prstGeom prst="rect">
            <a:avLst/>
          </a:prstGeom>
        </p:spPr>
        <p:txBody>
          <a:bodyPr vert="horz" wrap="square" lIns="0" tIns="0" rIns="0" bIns="0" rtlCol="0">
            <a:sp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20" name="GRID" hidden="1">
            <a:extLst>
              <a:ext uri="{FF2B5EF4-FFF2-40B4-BE49-F238E27FC236}">
                <a16:creationId xmlns:a16="http://schemas.microsoft.com/office/drawing/2014/main" id="{9A9057E0-C0E0-48C4-8CFF-2A9A167A4978}"/>
              </a:ext>
            </a:extLst>
          </p:cNvPr>
          <p:cNvGrpSpPr/>
          <p:nvPr userDrawn="1"/>
        </p:nvGrpSpPr>
        <p:grpSpPr>
          <a:xfrm>
            <a:off x="0" y="0"/>
            <a:ext cx="12192000" cy="6858000"/>
            <a:chOff x="0" y="0"/>
            <a:chExt cx="12192000" cy="6858000"/>
          </a:xfrm>
        </p:grpSpPr>
        <p:cxnSp>
          <p:nvCxnSpPr>
            <p:cNvPr id="21" name="Straight Connector 20">
              <a:extLst>
                <a:ext uri="{FF2B5EF4-FFF2-40B4-BE49-F238E27FC236}">
                  <a16:creationId xmlns:a16="http://schemas.microsoft.com/office/drawing/2014/main" id="{C958B833-C2E4-43F9-8803-144479A60455}"/>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192AFA66-3E39-4ED1-A9C5-E44733888DBA}"/>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FB8CD7F-106A-47C0-84E6-4D87D89791F1}"/>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453082C-4B9C-4180-A393-1F90996BBCC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28BB0BA-322C-4D11-A556-3D9BF86D4A45}"/>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6C156BE-DC8C-4BF4-B81F-C74DC513EB0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9BBA139-D62F-4B5A-BF45-EE89C124FCF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E3F55A0-D7A5-42EE-8CED-3A814F1B950A}"/>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FFF3B85F-E436-4397-9EE9-422A02679469}"/>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8B8B809C-724A-4BFD-B871-2DF381F59C5F}"/>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54868ED3-56B4-4176-AB07-DBE7A11DE7AC}"/>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7BD61D9-CC26-48F5-9642-A38BE5806FCA}"/>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6C7AB05B-6281-4236-A529-512FB136C8D3}"/>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47EB70C-3766-4D54-9729-798BC6C8A8C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EB68E69B-85CA-49D4-8D18-7D0BAFBCE3CA}"/>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E1847621-191C-4F5F-B10C-EE1A6563C5E6}"/>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FF8CE86-94F5-4955-B722-93A7479A5E7F}"/>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58D91B32-338A-47AF-B026-3DB56D2EBD03}"/>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B30240AE-9F68-499E-B3D4-2E3D39E9A1F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EA8C58B-863A-4ECA-BF8F-588AC338B344}"/>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C360630F-5E65-425D-8FAB-DAFACF3DABEF}"/>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0A63E2AD-707A-4ABE-8DD8-75AD62A0346B}"/>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26CC6ED-EE4D-4743-B5E6-AF29F7541679}"/>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5131F5D-66B1-4ED4-BEE8-87E7AFCCD0AF}"/>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42EBE24-A3A7-4CEC-9402-724C34CC4915}"/>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673EAF58-88A4-46A6-8294-D1E7ACD5314E}"/>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0C08900E-4279-40CF-B123-F7B6C3962F02}"/>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99D5A62F-7E03-4559-A54D-87BD12A56A82}"/>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C11E0242-3665-4FF8-BF11-EAA64DCBDF9B}"/>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6948F96D-56FB-493B-AB4F-5CCBCC0E6E25}"/>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4AB3077C-9773-4CDC-ADCB-7950709AE741}"/>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45188AB-DB72-47FD-ACF4-45308CF5B3A6}"/>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5CCE7D75-17D2-4A50-BA5E-CF3AFACE7FDD}"/>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27B0584E-229A-4276-B9AD-3A7E6F4330D1}"/>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5" name=".64 square" hidden="1">
            <a:extLst>
              <a:ext uri="{FF2B5EF4-FFF2-40B4-BE49-F238E27FC236}">
                <a16:creationId xmlns:a16="http://schemas.microsoft.com/office/drawing/2014/main" id="{9B275EFD-15F8-402F-9DDA-CCF1472A8145}"/>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56" name=".32 square" hidden="1">
            <a:extLst>
              <a:ext uri="{FF2B5EF4-FFF2-40B4-BE49-F238E27FC236}">
                <a16:creationId xmlns:a16="http://schemas.microsoft.com/office/drawing/2014/main" id="{B2B20129-936B-4BC0-874D-4BA08831922C}"/>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333498174"/>
      </p:ext>
    </p:extLst>
  </p:cSld>
  <p:clrMap bg1="lt1" tx1="dk1" bg2="lt2" tx2="dk2" accent1="accent1" accent2="accent2" accent3="accent3" accent4="accent4" accent5="accent5" accent6="accent6" hlink="hlink" folHlink="folHlink"/>
  <p:sldLayoutIdLst>
    <p:sldLayoutId id="2147484746" r:id="rId1"/>
    <p:sldLayoutId id="2147484747" r:id="rId2"/>
    <p:sldLayoutId id="2147484748" r:id="rId3"/>
    <p:sldLayoutId id="2147484749" r:id="rId4"/>
    <p:sldLayoutId id="2147484750" r:id="rId5"/>
    <p:sldLayoutId id="2147484751" r:id="rId6"/>
    <p:sldLayoutId id="2147484753" r:id="rId7"/>
    <p:sldLayoutId id="2147484754" r:id="rId8"/>
    <p:sldLayoutId id="2147484755" r:id="rId9"/>
    <p:sldLayoutId id="2147484756" r:id="rId10"/>
    <p:sldLayoutId id="2147484757" r:id="rId11"/>
    <p:sldLayoutId id="2147484758" r:id="rId12"/>
    <p:sldLayoutId id="2147484759" r:id="rId13"/>
    <p:sldLayoutId id="2147484760" r:id="rId14"/>
    <p:sldLayoutId id="2147484761" r:id="rId15"/>
    <p:sldLayoutId id="2147484762" r:id="rId16"/>
    <p:sldLayoutId id="2147484763" r:id="rId17"/>
    <p:sldLayoutId id="2147484764" r:id="rId18"/>
    <p:sldLayoutId id="2147484765" r:id="rId19"/>
    <p:sldLayoutId id="2147484766" r:id="rId20"/>
    <p:sldLayoutId id="2147484767" r:id="rId21"/>
    <p:sldLayoutId id="2147484768" r:id="rId22"/>
    <p:sldLayoutId id="2147484769" r:id="rId23"/>
    <p:sldLayoutId id="2147484770" r:id="rId24"/>
    <p:sldLayoutId id="2147484771" r:id="rId25"/>
    <p:sldLayoutId id="2147484772" r:id="rId26"/>
    <p:sldLayoutId id="2147484773" r:id="rId27"/>
    <p:sldLayoutId id="2147484774" r:id="rId28"/>
    <p:sldLayoutId id="2147484775" r:id="rId29"/>
    <p:sldLayoutId id="2147484776" r:id="rId30"/>
    <p:sldLayoutId id="2147484777" r:id="rId31"/>
    <p:sldLayoutId id="2147484778" r:id="rId32"/>
    <p:sldLayoutId id="2147484779" r:id="rId33"/>
    <p:sldLayoutId id="2147484780" r:id="rId34"/>
    <p:sldLayoutId id="2147484781" r:id="rId35"/>
    <p:sldLayoutId id="2147484782" r:id="rId36"/>
    <p:sldLayoutId id="2147484783" r:id="rId37"/>
    <p:sldLayoutId id="2147484784" r:id="rId38"/>
    <p:sldLayoutId id="2147484785" r:id="rId39"/>
    <p:sldLayoutId id="2147484786" r:id="rId40"/>
    <p:sldLayoutId id="2147484787" r:id="rId41"/>
    <p:sldLayoutId id="2147484788" r:id="rId42"/>
    <p:sldLayoutId id="2147484789" r:id="rId43"/>
    <p:sldLayoutId id="2147484790" r:id="rId44"/>
    <p:sldLayoutId id="2147484791" r:id="rId45"/>
    <p:sldLayoutId id="2147484792" r:id="rId46"/>
    <p:sldLayoutId id="2147484793" r:id="rId47"/>
  </p:sldLayoutIdLst>
  <p:transition>
    <p:fade/>
  </p:transition>
  <p:hf sldNum="0" hdr="0" ftr="0" dt="0"/>
  <p:txStyles>
    <p:titleStyle>
      <a:lvl1pPr algn="l" defTabSz="914367" rtl="0" eaLnBrk="1" latinLnBrk="0" hangingPunct="1">
        <a:lnSpc>
          <a:spcPct val="90000"/>
        </a:lnSpc>
        <a:spcBef>
          <a:spcPct val="0"/>
        </a:spcBef>
        <a:buNone/>
        <a:defRPr lang="en-US" sz="3200" b="0" kern="1200" cap="none" spc="-49" baseline="0" dirty="0" smtClean="0">
          <a:ln w="3175">
            <a:noFill/>
          </a:ln>
          <a:solidFill>
            <a:srgbClr val="000000"/>
          </a:solidFill>
          <a:effectLst/>
          <a:latin typeface="+mj-lt"/>
          <a:ea typeface="+mn-ea"/>
          <a:cs typeface="Segoe UI" pitchFamily="34" charset="0"/>
        </a:defRPr>
      </a:lvl1pPr>
    </p:titleStyle>
    <p:bodyStyle>
      <a:lvl1pPr marL="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2353" kern="1200" spc="-49" baseline="0">
          <a:solidFill>
            <a:srgbClr val="000000"/>
          </a:solidFill>
          <a:latin typeface="+mj-lt"/>
          <a:ea typeface="+mn-ea"/>
          <a:cs typeface="+mn-cs"/>
        </a:defRPr>
      </a:lvl1pPr>
      <a:lvl2pPr marL="0" marR="0" indent="0" algn="l" defTabSz="914367" rtl="0" eaLnBrk="1" fontAlgn="auto" latinLnBrk="0" hangingPunct="1">
        <a:lnSpc>
          <a:spcPct val="100000"/>
        </a:lnSpc>
        <a:spcBef>
          <a:spcPts val="392"/>
        </a:spcBef>
        <a:spcAft>
          <a:spcPts val="588"/>
        </a:spcAft>
        <a:buClrTx/>
        <a:buSzPct val="90000"/>
        <a:buFontTx/>
        <a:buNone/>
        <a:tabLst/>
        <a:defRPr sz="2000" kern="1200" spc="0" baseline="0">
          <a:solidFill>
            <a:schemeClr val="tx1"/>
          </a:solidFill>
          <a:latin typeface="+mn-lt"/>
          <a:ea typeface="+mn-ea"/>
          <a:cs typeface="+mn-cs"/>
        </a:defRPr>
      </a:lvl2pPr>
      <a:lvl3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j-lt"/>
          <a:ea typeface="+mn-ea"/>
          <a:cs typeface="+mn-cs"/>
        </a:defRPr>
      </a:lvl3pPr>
      <a:lvl4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600" kern="1200" spc="0" baseline="0">
          <a:solidFill>
            <a:schemeClr val="tx1"/>
          </a:solidFill>
          <a:latin typeface="+mn-lt"/>
          <a:ea typeface="+mn-ea"/>
          <a:cs typeface="+mn-cs"/>
        </a:defRPr>
      </a:lvl4pPr>
      <a:lvl5pPr marL="0" marR="0" indent="0" algn="l" defTabSz="914367" rtl="0" eaLnBrk="1" fontAlgn="auto" latinLnBrk="0" hangingPunct="1">
        <a:lnSpc>
          <a:spcPct val="100000"/>
        </a:lnSpc>
        <a:spcBef>
          <a:spcPts val="392"/>
        </a:spcBef>
        <a:spcAft>
          <a:spcPts val="588"/>
        </a:spcAft>
        <a:buClrTx/>
        <a:buSzPct val="90000"/>
        <a:buFont typeface="Wingdings" panose="05000000000000000000" pitchFamily="2" charset="2"/>
        <a:buNone/>
        <a:tabLst/>
        <a:defRPr sz="1200" b="1" kern="1200" spc="0" baseline="0">
          <a:solidFill>
            <a:schemeClr val="tx1"/>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392"/>
        </a:spcBef>
        <a:spcAft>
          <a:spcPts val="588"/>
        </a:spcAft>
        <a:buFont typeface="Arial" pitchFamily="34" charset="0"/>
        <a:buNone/>
        <a:defRPr sz="1200"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guide id="56" pos="368" userDrawn="1">
          <p15:clr>
            <a:srgbClr val="C35EA4"/>
          </p15:clr>
        </p15:guide>
        <p15:guide id="57" pos="7313" userDrawn="1">
          <p15:clr>
            <a:srgbClr val="C35EA4"/>
          </p15:clr>
        </p15:guide>
        <p15:guide id="58" orient="horz" pos="369" userDrawn="1">
          <p15:clr>
            <a:srgbClr val="C35EA4"/>
          </p15:clr>
        </p15:guide>
        <p15:guide id="59" orient="horz" pos="3949" userDrawn="1">
          <p15:clr>
            <a:srgbClr val="C35EA4"/>
          </p15:clr>
        </p15:guide>
        <p15:guide id="60" orient="horz" pos="184" userDrawn="1">
          <p15:clr>
            <a:srgbClr val="A4A3A4"/>
          </p15:clr>
        </p15:guide>
        <p15:guide id="61" pos="185" userDrawn="1">
          <p15:clr>
            <a:srgbClr val="A4A3A4"/>
          </p15:clr>
        </p15:guide>
        <p15:guide id="62" orient="horz" pos="4135" userDrawn="1">
          <p15:clr>
            <a:srgbClr val="A4A3A4"/>
          </p15:clr>
        </p15:guide>
        <p15:guide id="63" pos="7495" userDrawn="1">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66.xml"/></Relationships>
</file>

<file path=ppt/slides/_rels/slide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35.xml"/><Relationship Id="rId4" Type="http://schemas.openxmlformats.org/officeDocument/2006/relationships/image" Target="../media/image17.svg"/></Relationships>
</file>

<file path=ppt/slides/_rels/slide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7.xml"/><Relationship Id="rId4" Type="http://schemas.openxmlformats.org/officeDocument/2006/relationships/image" Target="../media/image19.sv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7.xml"/><Relationship Id="rId4" Type="http://schemas.openxmlformats.org/officeDocument/2006/relationships/image" Target="../media/image19.svg"/></Relationships>
</file>

<file path=ppt/slides/_rels/slide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9.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23.xml"/><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4.sv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23.xml"/><Relationship Id="rId4" Type="http://schemas.openxmlformats.org/officeDocument/2006/relationships/image" Target="../media/image34.png"/></Relationships>
</file>

<file path=ppt/slides/_rels/slide13.xml.rels><?xml version="1.0" encoding="UTF-8" standalone="yes"?>
<Relationships xmlns="http://schemas.openxmlformats.org/package/2006/relationships"><Relationship Id="rId3" Type="http://schemas.openxmlformats.org/officeDocument/2006/relationships/hyperlink" Target="https://aka.ms/PairedRegions" TargetMode="External"/><Relationship Id="rId2" Type="http://schemas.openxmlformats.org/officeDocument/2006/relationships/notesSlide" Target="../notesSlides/notesSlide11.xml"/><Relationship Id="rId1" Type="http://schemas.openxmlformats.org/officeDocument/2006/relationships/slideLayout" Target="../slideLayouts/slideLayout2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3.xml"/></Relationships>
</file>

<file path=ppt/slides/_rels/slide15.xml.rels><?xml version="1.0" encoding="UTF-8" standalone="yes"?>
<Relationships xmlns="http://schemas.openxmlformats.org/package/2006/relationships"><Relationship Id="rId3" Type="http://schemas.openxmlformats.org/officeDocument/2006/relationships/hyperlink" Target="https://infrastructuremap.microsoft.com/" TargetMode="External"/><Relationship Id="rId2" Type="http://schemas.openxmlformats.org/officeDocument/2006/relationships/notesSlide" Target="../notesSlides/notesSlide13.xml"/><Relationship Id="rId1" Type="http://schemas.openxmlformats.org/officeDocument/2006/relationships/slideLayout" Target="../slideLayouts/slideLayout27.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8" Type="http://schemas.openxmlformats.org/officeDocument/2006/relationships/image" Target="../media/image40.svg"/><Relationship Id="rId13" Type="http://schemas.openxmlformats.org/officeDocument/2006/relationships/image" Target="../media/image45.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svg"/><Relationship Id="rId2" Type="http://schemas.openxmlformats.org/officeDocument/2006/relationships/notesSlide" Target="../notesSlides/notesSlide14.xml"/><Relationship Id="rId1" Type="http://schemas.openxmlformats.org/officeDocument/2006/relationships/slideLayout" Target="../slideLayouts/slideLayout23.xml"/><Relationship Id="rId6" Type="http://schemas.openxmlformats.org/officeDocument/2006/relationships/image" Target="../media/image38.svg"/><Relationship Id="rId11" Type="http://schemas.openxmlformats.org/officeDocument/2006/relationships/image" Target="../media/image43.png"/><Relationship Id="rId5" Type="http://schemas.openxmlformats.org/officeDocument/2006/relationships/image" Target="../media/image37.png"/><Relationship Id="rId10" Type="http://schemas.openxmlformats.org/officeDocument/2006/relationships/image" Target="../media/image42.svg"/><Relationship Id="rId4" Type="http://schemas.openxmlformats.org/officeDocument/2006/relationships/image" Target="../media/image36.svg"/><Relationship Id="rId9" Type="http://schemas.openxmlformats.org/officeDocument/2006/relationships/image" Target="../media/image41.png"/><Relationship Id="rId14" Type="http://schemas.openxmlformats.org/officeDocument/2006/relationships/image" Target="../media/image46.svg"/></Relationships>
</file>

<file path=ppt/slides/_rels/slide17.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5.xml"/><Relationship Id="rId1" Type="http://schemas.openxmlformats.org/officeDocument/2006/relationships/slideLayout" Target="../slideLayouts/slideLayout23.xml"/><Relationship Id="rId5" Type="http://schemas.openxmlformats.org/officeDocument/2006/relationships/image" Target="../media/image49.png"/><Relationship Id="rId4" Type="http://schemas.openxmlformats.org/officeDocument/2006/relationships/image" Target="../media/image48.png"/></Relationships>
</file>

<file path=ppt/slides/_rels/slide18.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16.xml"/><Relationship Id="rId1" Type="http://schemas.openxmlformats.org/officeDocument/2006/relationships/slideLayout" Target="../slideLayouts/slideLayout23.xml"/><Relationship Id="rId4" Type="http://schemas.openxmlformats.org/officeDocument/2006/relationships/image" Target="../media/image51.png"/></Relationships>
</file>

<file path=ppt/slides/_rels/slide19.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17.xml"/><Relationship Id="rId1" Type="http://schemas.openxmlformats.org/officeDocument/2006/relationships/slideLayout" Target="../slideLayouts/slideLayout23.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9.xml"/></Relationships>
</file>

<file path=ppt/slides/_rels/slide22.xml.rels><?xml version="1.0" encoding="UTF-8" standalone="yes"?>
<Relationships xmlns="http://schemas.openxmlformats.org/package/2006/relationships"><Relationship Id="rId3" Type="http://schemas.openxmlformats.org/officeDocument/2006/relationships/hyperlink" Target="https://azure.microsoft.com/cloud-adoption-framework/#cloud-adoption-journey" TargetMode="External"/><Relationship Id="rId2" Type="http://schemas.openxmlformats.org/officeDocument/2006/relationships/notesSlide" Target="../notesSlides/notesSlide20.xml"/><Relationship Id="rId1" Type="http://schemas.openxmlformats.org/officeDocument/2006/relationships/slideLayout" Target="../slideLayouts/slideLayout23.xml"/><Relationship Id="rId5" Type="http://schemas.openxmlformats.org/officeDocument/2006/relationships/image" Target="../media/image64.png"/><Relationship Id="rId4" Type="http://schemas.openxmlformats.org/officeDocument/2006/relationships/customXml" Target="../ink/ink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3" Type="http://schemas.openxmlformats.org/officeDocument/2006/relationships/hyperlink" Target="https://docs.microsoft.com/azure/cloud-adoption-framework/migrate/migration-considerations/" TargetMode="External"/><Relationship Id="rId2" Type="http://schemas.openxmlformats.org/officeDocument/2006/relationships/notesSlide" Target="../notesSlides/notesSlide21.xml"/><Relationship Id="rId1" Type="http://schemas.openxmlformats.org/officeDocument/2006/relationships/slideLayout" Target="../slideLayouts/slideLayout21.xml"/><Relationship Id="rId4" Type="http://schemas.openxmlformats.org/officeDocument/2006/relationships/image" Target="../media/image53.png"/></Relationships>
</file>

<file path=ppt/slides/_rels/slide25.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notesSlide" Target="../notesSlides/notesSlide22.xml"/><Relationship Id="rId1" Type="http://schemas.openxmlformats.org/officeDocument/2006/relationships/slideLayout" Target="../slideLayouts/slideLayout21.xml"/><Relationship Id="rId4" Type="http://schemas.openxmlformats.org/officeDocument/2006/relationships/image" Target="../media/image54.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24.xml"/><Relationship Id="rId1" Type="http://schemas.openxmlformats.org/officeDocument/2006/relationships/slideLayout" Target="../slideLayouts/slideLayout2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29.xml.rels><?xml version="1.0" encoding="UTF-8" standalone="yes"?>
<Relationships xmlns="http://schemas.openxmlformats.org/package/2006/relationships"><Relationship Id="rId3" Type="http://schemas.openxmlformats.org/officeDocument/2006/relationships/slide" Target="slide39.xml"/><Relationship Id="rId2" Type="http://schemas.openxmlformats.org/officeDocument/2006/relationships/notesSlide" Target="../notesSlides/notesSlide25.xml"/><Relationship Id="rId1" Type="http://schemas.openxmlformats.org/officeDocument/2006/relationships/slideLayout" Target="../slideLayouts/slideLayout22.xml"/><Relationship Id="rId5" Type="http://schemas.openxmlformats.org/officeDocument/2006/relationships/hyperlink" Target="https://docs.microsoft.com/en-us/azure/migrate/tutorial-migrate-hyper-v?tabs=UI" TargetMode="External"/><Relationship Id="rId4" Type="http://schemas.openxmlformats.org/officeDocument/2006/relationships/hyperlink" Target="https://docs.microsoft.com/en-us/assessments/?mode=pre-assessment&amp;session=e2b74ac3-3e40-4e20-b9fe-2160f31024a5" TargetMode="External"/></Relationships>
</file>

<file path=ppt/slides/_rels/slide30.x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notesSlide" Target="../notesSlides/notesSlide26.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9.xml"/></Relationships>
</file>

<file path=ppt/slides/_rels/slide3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8.xml"/><Relationship Id="rId1" Type="http://schemas.openxmlformats.org/officeDocument/2006/relationships/slideLayout" Target="../slideLayouts/slideLayout68.xml"/></Relationships>
</file>

<file path=ppt/slides/_rels/slide33.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svg"/><Relationship Id="rId3" Type="http://schemas.openxmlformats.org/officeDocument/2006/relationships/image" Target="../media/image61.png"/><Relationship Id="rId7" Type="http://schemas.openxmlformats.org/officeDocument/2006/relationships/image" Target="../media/image66.svg"/><Relationship Id="rId12" Type="http://schemas.openxmlformats.org/officeDocument/2006/relationships/image" Target="../media/image71.png"/><Relationship Id="rId2" Type="http://schemas.openxmlformats.org/officeDocument/2006/relationships/notesSlide" Target="../notesSlides/notesSlide29.xml"/><Relationship Id="rId1" Type="http://schemas.openxmlformats.org/officeDocument/2006/relationships/slideLayout" Target="../slideLayouts/slideLayout69.xml"/><Relationship Id="rId6" Type="http://schemas.openxmlformats.org/officeDocument/2006/relationships/image" Target="../media/image65.png"/><Relationship Id="rId11" Type="http://schemas.openxmlformats.org/officeDocument/2006/relationships/image" Target="../media/image70.svg"/><Relationship Id="rId5" Type="http://schemas.openxmlformats.org/officeDocument/2006/relationships/image" Target="../media/image63.svg"/><Relationship Id="rId10" Type="http://schemas.openxmlformats.org/officeDocument/2006/relationships/image" Target="../media/image69.png"/><Relationship Id="rId4" Type="http://schemas.openxmlformats.org/officeDocument/2006/relationships/image" Target="../media/image62.png"/><Relationship Id="rId9" Type="http://schemas.openxmlformats.org/officeDocument/2006/relationships/image" Target="../media/image68.svg"/><Relationship Id="rId14" Type="http://schemas.openxmlformats.org/officeDocument/2006/relationships/image" Target="../media/image73.pn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0.xml"/></Relationships>
</file>

<file path=ppt/slides/_rels/slide36.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54.png"/><Relationship Id="rId1" Type="http://schemas.openxmlformats.org/officeDocument/2006/relationships/slideLayout" Target="../slideLayouts/slideLayout67.xml"/></Relationships>
</file>

<file path=ppt/slides/_rels/slide37.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slide" Target="slide25.xml"/><Relationship Id="rId1" Type="http://schemas.openxmlformats.org/officeDocument/2006/relationships/slideLayout" Target="../slideLayouts/slideLayout67.xml"/><Relationship Id="rId5" Type="http://schemas.openxmlformats.org/officeDocument/2006/relationships/image" Target="../media/image76.png"/><Relationship Id="rId4" Type="http://schemas.openxmlformats.org/officeDocument/2006/relationships/image" Target="../media/image75.png"/></Relationships>
</file>

<file path=ppt/slides/_rels/slide38.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image" Target="../media/image77.png"/><Relationship Id="rId1" Type="http://schemas.openxmlformats.org/officeDocument/2006/relationships/slideLayout" Target="../slideLayouts/slideLayout67.xml"/></Relationships>
</file>

<file path=ppt/slides/_rels/slide39.xml.rels><?xml version="1.0" encoding="UTF-8" standalone="yes"?>
<Relationships xmlns="http://schemas.openxmlformats.org/package/2006/relationships"><Relationship Id="rId3" Type="http://schemas.openxmlformats.org/officeDocument/2006/relationships/slide" Target="slide29.xml"/><Relationship Id="rId2" Type="http://schemas.openxmlformats.org/officeDocument/2006/relationships/image" Target="../media/image78.png"/><Relationship Id="rId1" Type="http://schemas.openxmlformats.org/officeDocument/2006/relationships/slideLayout" Target="../slideLayouts/slideLayout67.xml"/></Relationships>
</file>

<file path=ppt/slides/_rels/slide40.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slide" Target="slide29.xml"/><Relationship Id="rId1" Type="http://schemas.openxmlformats.org/officeDocument/2006/relationships/slideLayout" Target="../slideLayouts/slideLayout6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E1AD11-C05B-4487-A246-ED644C73C692}"/>
              </a:ext>
            </a:extLst>
          </p:cNvPr>
          <p:cNvSpPr>
            <a:spLocks noGrp="1"/>
          </p:cNvSpPr>
          <p:nvPr>
            <p:ph type="title"/>
          </p:nvPr>
        </p:nvSpPr>
        <p:spPr>
          <a:xfrm>
            <a:off x="578738" y="2800870"/>
            <a:ext cx="4167887" cy="1514261"/>
          </a:xfrm>
        </p:spPr>
        <p:txBody>
          <a:bodyPr/>
          <a:lstStyle/>
          <a:p>
            <a:r>
              <a:rPr lang="fr-FR" dirty="0">
                <a:solidFill>
                  <a:schemeClr val="tx1"/>
                </a:solidFill>
              </a:rPr>
              <a:t>Module 01: </a:t>
            </a:r>
            <a:br>
              <a:rPr lang="fr-FR" dirty="0">
                <a:solidFill>
                  <a:schemeClr val="tx1"/>
                </a:solidFill>
              </a:rPr>
            </a:br>
            <a:r>
              <a:rPr lang="fr-FR" dirty="0">
                <a:solidFill>
                  <a:schemeClr val="tx1"/>
                </a:solidFill>
              </a:rPr>
              <a:t>Cloud Adoption &amp; Migration Planning</a:t>
            </a:r>
            <a:endParaRPr lang="en-US" dirty="0">
              <a:solidFill>
                <a:schemeClr val="tx1"/>
              </a:solidFill>
            </a:endParaRPr>
          </a:p>
        </p:txBody>
      </p:sp>
      <p:sp>
        <p:nvSpPr>
          <p:cNvPr id="3" name="Text Placeholder 2">
            <a:extLst>
              <a:ext uri="{FF2B5EF4-FFF2-40B4-BE49-F238E27FC236}">
                <a16:creationId xmlns:a16="http://schemas.microsoft.com/office/drawing/2014/main" id="{53A4F27D-9766-438B-809D-9CFAA7EFFD7D}"/>
              </a:ext>
            </a:extLst>
          </p:cNvPr>
          <p:cNvSpPr>
            <a:spLocks noGrp="1"/>
          </p:cNvSpPr>
          <p:nvPr>
            <p:ph type="body" sz="quarter" idx="12"/>
          </p:nvPr>
        </p:nvSpPr>
        <p:spPr>
          <a:xfrm>
            <a:off x="582042" y="4574666"/>
            <a:ext cx="4164583" cy="677108"/>
          </a:xfrm>
        </p:spPr>
        <p:txBody>
          <a:bodyPr/>
          <a:lstStyle/>
          <a:p>
            <a:r>
              <a:rPr lang="en-US" dirty="0"/>
              <a:t>Cyrus Cheng</a:t>
            </a:r>
            <a:br>
              <a:rPr lang="en-US" dirty="0"/>
            </a:br>
            <a:r>
              <a:rPr lang="en-US" dirty="0"/>
              <a:t>ITSWS - FO </a:t>
            </a:r>
            <a:r>
              <a:rPr lang="en-US" dirty="0" err="1"/>
              <a:t>Cashout</a:t>
            </a:r>
            <a:r>
              <a:rPr lang="en-US" dirty="0"/>
              <a:t> Team</a:t>
            </a:r>
          </a:p>
        </p:txBody>
      </p:sp>
      <p:pic>
        <p:nvPicPr>
          <p:cNvPr id="4098" name="Picture 2" descr="HKJC are Being Sued for failing to Pay Out a Winning Bet - Gambling Herald">
            <a:extLst>
              <a:ext uri="{FF2B5EF4-FFF2-40B4-BE49-F238E27FC236}">
                <a16:creationId xmlns:a16="http://schemas.microsoft.com/office/drawing/2014/main" id="{C745B710-30C1-444C-BB96-744721E298E2}"/>
              </a:ext>
            </a:extLst>
          </p:cNvPr>
          <p:cNvPicPr>
            <a:picLocks noGrp="1" noChangeAspect="1" noChangeArrowheads="1"/>
          </p:cNvPicPr>
          <p:nvPr>
            <p:ph type="pic" sz="quarter" idx="13"/>
          </p:nvPr>
        </p:nvPicPr>
        <p:blipFill>
          <a:blip r:embed="rId2" cstate="email">
            <a:extLst>
              <a:ext uri="{28A0092B-C50C-407E-A947-70E740481C1C}">
                <a14:useLocalDpi xmlns:a14="http://schemas.microsoft.com/office/drawing/2010/main"/>
              </a:ext>
            </a:extLst>
          </a:blip>
          <a:srcRect/>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The Hong Kong Jockey Club">
            <a:extLst>
              <a:ext uri="{FF2B5EF4-FFF2-40B4-BE49-F238E27FC236}">
                <a16:creationId xmlns:a16="http://schemas.microsoft.com/office/drawing/2014/main" id="{072F594E-46DB-485B-9E22-71C0EAAF6B8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a:stretch/>
        </p:blipFill>
        <p:spPr bwMode="auto">
          <a:xfrm>
            <a:off x="4166624" y="228700"/>
            <a:ext cx="980708" cy="11339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88709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Segoe UI Semibold (Headings)"/>
              </a:rPr>
              <a:t>Module Outline</a:t>
            </a:r>
            <a:endParaRPr lang="en-US" dirty="0"/>
          </a:p>
        </p:txBody>
      </p:sp>
      <p:pic>
        <p:nvPicPr>
          <p:cNvPr id="5" name="Graphic 4" descr="Thought bubble">
            <a:extLst>
              <a:ext uri="{FF2B5EF4-FFF2-40B4-BE49-F238E27FC236}">
                <a16:creationId xmlns:a16="http://schemas.microsoft.com/office/drawing/2014/main" id="{9F4A4F23-E9C8-491E-B17A-8895B3DE174F}"/>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142376" y="2771192"/>
            <a:ext cx="1315616" cy="1315616"/>
          </a:xfrm>
          <a:prstGeom prst="rect">
            <a:avLst/>
          </a:prstGeom>
        </p:spPr>
      </p:pic>
    </p:spTree>
    <p:extLst>
      <p:ext uri="{BB962C8B-B14F-4D97-AF65-F5344CB8AC3E}">
        <p14:creationId xmlns:p14="http://schemas.microsoft.com/office/powerpoint/2010/main" val="3432736943"/>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a:cs typeface="Segoe UI"/>
              </a:rPr>
              <a:t>Module 01 </a:t>
            </a:r>
            <a:r>
              <a:rPr lang="en-US" dirty="0">
                <a:cs typeface="Segoe UI"/>
              </a:rPr>
              <a:t>- Outline</a:t>
            </a:r>
            <a:endParaRPr lang="en-US" dirty="0"/>
          </a:p>
        </p:txBody>
      </p:sp>
      <p:pic>
        <p:nvPicPr>
          <p:cNvPr id="2" name="Graphic 3">
            <a:extLst>
              <a:ext uri="{FF2B5EF4-FFF2-40B4-BE49-F238E27FC236}">
                <a16:creationId xmlns:a16="http://schemas.microsoft.com/office/drawing/2014/main" id="{C25D2AF6-901F-47CD-82A8-5128D5A1B786}"/>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464" b="-315"/>
          <a:stretch/>
        </p:blipFill>
        <p:spPr>
          <a:xfrm>
            <a:off x="6690248" y="1378281"/>
            <a:ext cx="4718458" cy="4711397"/>
          </a:xfrm>
          <a:prstGeom prst="rect">
            <a:avLst/>
          </a:prstGeom>
        </p:spPr>
      </p:pic>
      <p:sp>
        <p:nvSpPr>
          <p:cNvPr id="10" name="Text Placeholder 14">
            <a:extLst>
              <a:ext uri="{FF2B5EF4-FFF2-40B4-BE49-F238E27FC236}">
                <a16:creationId xmlns:a16="http://schemas.microsoft.com/office/drawing/2014/main" id="{36877184-9CC1-4EBD-ACA1-BA6A2150651C}"/>
              </a:ext>
            </a:extLst>
          </p:cNvPr>
          <p:cNvSpPr>
            <a:spLocks noGrp="1"/>
          </p:cNvSpPr>
          <p:nvPr/>
        </p:nvSpPr>
        <p:spPr>
          <a:xfrm>
            <a:off x="570492" y="1378281"/>
            <a:ext cx="5394960" cy="2877711"/>
          </a:xfrm>
          <a:prstGeom prst="rect">
            <a:avLst/>
          </a:prstGeom>
        </p:spPr>
        <p:txBody>
          <a:bodyPr vert="horz" wrap="square" lIns="0" tIns="0" rIns="0" bIns="0" rtlCol="0">
            <a:spAutoFit/>
          </a:bodyPr>
          <a:lstStyle>
            <a:lvl1pPr marL="336145" marR="0" indent="-336145" algn="l" defTabSz="914367" rtl="0" eaLnBrk="1" fontAlgn="auto" latinLnBrk="0" hangingPunct="1">
              <a:lnSpc>
                <a:spcPts val="2353"/>
              </a:lnSpc>
              <a:spcBef>
                <a:spcPts val="0"/>
              </a:spcBef>
              <a:spcAft>
                <a:spcPts val="0"/>
              </a:spcAft>
              <a:buClrTx/>
              <a:buSzPct val="90000"/>
              <a:buFont typeface="Arial" panose="020B0604020202020204" pitchFamily="34" charset="0"/>
              <a:buChar char="•"/>
              <a:tabLst/>
              <a:defRPr lang="en-US" sz="1961" kern="1200" spc="0" baseline="0" dirty="0">
                <a:solidFill>
                  <a:srgbClr val="000000"/>
                </a:solidFill>
                <a:latin typeface="+mn-lt"/>
                <a:ea typeface="+mn-ea"/>
                <a:cs typeface="+mn-cs"/>
              </a:defRPr>
            </a:lvl1pPr>
            <a:lvl2pPr marL="224097" marR="0" indent="0" algn="l" defTabSz="914367" rtl="0" eaLnBrk="1" fontAlgn="auto" latinLnBrk="0" hangingPunct="1">
              <a:lnSpc>
                <a:spcPct val="100000"/>
              </a:lnSpc>
              <a:spcBef>
                <a:spcPts val="0"/>
              </a:spcBef>
              <a:spcAft>
                <a:spcPts val="0"/>
              </a:spcAft>
              <a:buClrTx/>
              <a:buSzPct val="90000"/>
              <a:buFontTx/>
              <a:buNone/>
              <a:tabLst/>
              <a:defRPr sz="1961" kern="1200" spc="0" baseline="0">
                <a:solidFill>
                  <a:srgbClr val="000000"/>
                </a:solidFill>
                <a:latin typeface="+mn-lt"/>
                <a:ea typeface="+mn-ea"/>
                <a:cs typeface="+mn-cs"/>
              </a:defRPr>
            </a:lvl2pPr>
            <a:lvl3pPr marL="448193"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chemeClr val="tx2"/>
                </a:solidFill>
                <a:latin typeface="+mj-lt"/>
                <a:ea typeface="+mn-ea"/>
                <a:cs typeface="+mn-cs"/>
              </a:defRPr>
            </a:lvl3pPr>
            <a:lvl4pPr marL="672290"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1372" kern="1200" spc="0" baseline="0">
                <a:solidFill>
                  <a:srgbClr val="000000"/>
                </a:solidFill>
                <a:latin typeface="+mn-lt"/>
                <a:ea typeface="+mn-ea"/>
                <a:cs typeface="+mn-cs"/>
              </a:defRPr>
            </a:lvl4pPr>
            <a:lvl5pPr marL="896386" marR="0" indent="0" algn="l" defTabSz="914367" rtl="0" eaLnBrk="1" fontAlgn="auto" latinLnBrk="0" hangingPunct="1">
              <a:lnSpc>
                <a:spcPct val="100000"/>
              </a:lnSpc>
              <a:spcBef>
                <a:spcPts val="0"/>
              </a:spcBef>
              <a:spcAft>
                <a:spcPts val="0"/>
              </a:spcAft>
              <a:buClrTx/>
              <a:buSzPct val="90000"/>
              <a:buFont typeface="Wingdings" panose="05000000000000000000" pitchFamily="2" charset="2"/>
              <a:buNone/>
              <a:tabLst/>
              <a:defRPr sz="980" b="1" kern="1200" spc="0" baseline="0">
                <a:solidFill>
                  <a:srgbClr val="000000"/>
                </a:solidFill>
                <a:latin typeface="+mn-lt"/>
                <a:ea typeface="+mn-ea"/>
                <a:cs typeface="+mn-cs"/>
              </a:defRPr>
            </a:lvl5pPr>
            <a:lvl6pPr marL="2285916" indent="0" algn="l" defTabSz="914367" rtl="0" eaLnBrk="1" latinLnBrk="0" hangingPunct="1">
              <a:spcBef>
                <a:spcPct val="20000"/>
              </a:spcBef>
              <a:buFont typeface="Arial" pitchFamily="34" charset="0"/>
              <a:buNone/>
              <a:defRPr sz="1961" kern="1200">
                <a:solidFill>
                  <a:schemeClr val="tx1"/>
                </a:solidFill>
                <a:latin typeface="+mn-lt"/>
                <a:ea typeface="+mn-ea"/>
                <a:cs typeface="+mn-cs"/>
              </a:defRPr>
            </a:lvl6pPr>
            <a:lvl7pPr marL="0" indent="0" algn="l" defTabSz="914367" rtl="0" eaLnBrk="1" latinLnBrk="0" hangingPunct="1">
              <a:lnSpc>
                <a:spcPct val="100000"/>
              </a:lnSpc>
              <a:spcBef>
                <a:spcPts val="0"/>
              </a:spcBef>
              <a:spcAft>
                <a:spcPts val="0"/>
              </a:spcAft>
              <a:buFont typeface="Arial" pitchFamily="34" charset="0"/>
              <a:buNone/>
              <a:defRPr sz="980" kern="1200">
                <a:solidFill>
                  <a:srgbClr val="000000"/>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a:lstStyle>
          <a:p>
            <a:pPr marL="0" indent="0">
              <a:lnSpc>
                <a:spcPct val="100000"/>
              </a:lnSpc>
              <a:buNone/>
            </a:pPr>
            <a:r>
              <a:rPr lang="en-US" sz="2400" dirty="0"/>
              <a:t>You will learn the following concepts:</a:t>
            </a:r>
          </a:p>
          <a:p>
            <a:pPr marL="0" indent="0">
              <a:lnSpc>
                <a:spcPct val="100000"/>
              </a:lnSpc>
              <a:buNone/>
            </a:pPr>
            <a:endParaRPr lang="en-US" sz="2400" dirty="0"/>
          </a:p>
          <a:p>
            <a:pPr>
              <a:lnSpc>
                <a:spcPct val="90000"/>
              </a:lnSpc>
              <a:spcBef>
                <a:spcPts val="392"/>
              </a:spcBef>
              <a:spcAft>
                <a:spcPts val="588"/>
              </a:spcAft>
              <a:buFont typeface="Wingdings" panose="05000000000000000000" pitchFamily="2" charset="2"/>
              <a:buChar char="§"/>
            </a:pPr>
            <a:r>
              <a:rPr lang="en-US" sz="2000" dirty="0">
                <a:latin typeface="+mj-lt"/>
              </a:rPr>
              <a:t>Azure Architectural Components</a:t>
            </a:r>
          </a:p>
          <a:p>
            <a:pPr marL="560241" lvl="1" indent="-336145">
              <a:lnSpc>
                <a:spcPct val="90000"/>
              </a:lnSpc>
              <a:spcBef>
                <a:spcPts val="392"/>
              </a:spcBef>
              <a:spcAft>
                <a:spcPts val="588"/>
              </a:spcAft>
              <a:buFont typeface="Arial" panose="020B0604020202020204" pitchFamily="34" charset="0"/>
              <a:buChar char="•"/>
            </a:pPr>
            <a:r>
              <a:rPr lang="en-US" sz="2000" dirty="0"/>
              <a:t>Regions and Availability Zones</a:t>
            </a:r>
          </a:p>
          <a:p>
            <a:pPr marL="560241" lvl="1" indent="-336145">
              <a:lnSpc>
                <a:spcPct val="90000"/>
              </a:lnSpc>
              <a:spcBef>
                <a:spcPts val="392"/>
              </a:spcBef>
              <a:spcAft>
                <a:spcPts val="588"/>
              </a:spcAft>
              <a:buFont typeface="Arial" panose="020B0604020202020204" pitchFamily="34" charset="0"/>
              <a:buChar char="•"/>
            </a:pPr>
            <a:r>
              <a:rPr lang="en-US" sz="2000" dirty="0"/>
              <a:t>Subscriptions and Resource Groups</a:t>
            </a:r>
            <a:endParaRPr lang="en-US" sz="2400" b="1" dirty="0"/>
          </a:p>
          <a:p>
            <a:pPr>
              <a:lnSpc>
                <a:spcPct val="100000"/>
              </a:lnSpc>
              <a:buFont typeface="Wingdings" panose="05000000000000000000" pitchFamily="2" charset="2"/>
              <a:buChar char="§"/>
            </a:pPr>
            <a:r>
              <a:rPr lang="en-US" sz="2000" dirty="0">
                <a:latin typeface="+mj-lt"/>
              </a:rPr>
              <a:t>Cloud Adoption Framework</a:t>
            </a:r>
          </a:p>
          <a:p>
            <a:pPr>
              <a:lnSpc>
                <a:spcPct val="100000"/>
              </a:lnSpc>
              <a:buFont typeface="Wingdings" panose="05000000000000000000" pitchFamily="2" charset="2"/>
              <a:buChar char="§"/>
            </a:pPr>
            <a:r>
              <a:rPr lang="en-US" sz="2000" dirty="0">
                <a:latin typeface="+mj-lt"/>
              </a:rPr>
              <a:t>Cloud Migration Tools</a:t>
            </a:r>
          </a:p>
          <a:p>
            <a:pPr>
              <a:lnSpc>
                <a:spcPct val="100000"/>
              </a:lnSpc>
              <a:buFont typeface="Wingdings" panose="05000000000000000000" pitchFamily="2" charset="2"/>
              <a:buChar char="§"/>
            </a:pPr>
            <a:r>
              <a:rPr lang="en-US" sz="2000" dirty="0">
                <a:latin typeface="+mj-lt"/>
              </a:rPr>
              <a:t>Multi-Cloud Strategy by Azure Arc</a:t>
            </a:r>
          </a:p>
        </p:txBody>
      </p:sp>
    </p:spTree>
    <p:extLst>
      <p:ext uri="{BB962C8B-B14F-4D97-AF65-F5344CB8AC3E}">
        <p14:creationId xmlns:p14="http://schemas.microsoft.com/office/powerpoint/2010/main" val="3957722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AC0584F-7F42-489D-8227-F2BCB5CD9E4C}"/>
              </a:ext>
            </a:extLst>
          </p:cNvPr>
          <p:cNvSpPr>
            <a:spLocks noGrp="1"/>
          </p:cNvSpPr>
          <p:nvPr>
            <p:ph type="title"/>
          </p:nvPr>
        </p:nvSpPr>
        <p:spPr/>
        <p:txBody>
          <a:bodyPr/>
          <a:lstStyle/>
          <a:p>
            <a:r>
              <a:rPr lang="en-US" dirty="0"/>
              <a:t>Azure Accounts</a:t>
            </a:r>
          </a:p>
        </p:txBody>
      </p:sp>
      <p:sp>
        <p:nvSpPr>
          <p:cNvPr id="9" name="Content Placeholder 8">
            <a:extLst>
              <a:ext uri="{FF2B5EF4-FFF2-40B4-BE49-F238E27FC236}">
                <a16:creationId xmlns:a16="http://schemas.microsoft.com/office/drawing/2014/main" id="{711386CE-CE2A-5B99-C8DF-A5DDEFE7AC51}"/>
              </a:ext>
            </a:extLst>
          </p:cNvPr>
          <p:cNvSpPr>
            <a:spLocks noGrp="1"/>
          </p:cNvSpPr>
          <p:nvPr>
            <p:ph sz="quarter" idx="10"/>
          </p:nvPr>
        </p:nvSpPr>
        <p:spPr>
          <a:xfrm>
            <a:off x="418642" y="1456897"/>
            <a:ext cx="5394960" cy="2046714"/>
          </a:xfrm>
        </p:spPr>
        <p:txBody>
          <a:bodyPr/>
          <a:lstStyle/>
          <a:p>
            <a:pPr marL="342900" indent="-342900">
              <a:buFont typeface="Arial" panose="020B0604020202020204" pitchFamily="34" charset="0"/>
              <a:buChar char="•"/>
            </a:pPr>
            <a:r>
              <a:rPr lang="en-US" dirty="0">
                <a:latin typeface="+mn-lt"/>
              </a:rPr>
              <a:t>Azure account</a:t>
            </a:r>
          </a:p>
          <a:p>
            <a:pPr marL="342900" indent="-342900">
              <a:buFont typeface="Arial" panose="020B0604020202020204" pitchFamily="34" charset="0"/>
              <a:buChar char="•"/>
            </a:pPr>
            <a:r>
              <a:rPr lang="en-US" dirty="0">
                <a:latin typeface="+mn-lt"/>
              </a:rPr>
              <a:t>Azure free account</a:t>
            </a:r>
          </a:p>
          <a:p>
            <a:pPr marL="342900" indent="-342900">
              <a:buFont typeface="Arial" panose="020B0604020202020204" pitchFamily="34" charset="0"/>
              <a:buChar char="•"/>
            </a:pPr>
            <a:r>
              <a:rPr lang="en-US" dirty="0">
                <a:latin typeface="+mn-lt"/>
              </a:rPr>
              <a:t>Azure free student account</a:t>
            </a:r>
          </a:p>
          <a:p>
            <a:pPr marL="342900" indent="-342900">
              <a:buFont typeface="Arial" panose="020B0604020202020204" pitchFamily="34" charset="0"/>
              <a:buChar char="•"/>
            </a:pPr>
            <a:r>
              <a:rPr lang="en-US" dirty="0">
                <a:latin typeface="+mn-lt"/>
              </a:rPr>
              <a:t>Microsoft Learn sandbox</a:t>
            </a:r>
          </a:p>
        </p:txBody>
      </p:sp>
      <p:pic>
        <p:nvPicPr>
          <p:cNvPr id="24" name="Graphic 3">
            <a:extLst>
              <a:ext uri="{FF2B5EF4-FFF2-40B4-BE49-F238E27FC236}">
                <a16:creationId xmlns:a16="http://schemas.microsoft.com/office/drawing/2014/main" id="{F1F1FECD-3A30-45E0-0772-CD7973B6FCDB}"/>
              </a:ext>
              <a:ext uri="{C183D7F6-B498-43B3-948B-1728B52AA6E4}">
                <adec:decorative xmlns:adec="http://schemas.microsoft.com/office/drawing/2017/decorative" val="1"/>
              </a:ext>
            </a:extLst>
          </p:cNvPr>
          <p:cNvPicPr>
            <a:picLocks noChangeAspect="1"/>
          </p:cNvPicPr>
          <p:nvPr/>
        </p:nvPicPr>
        <p:blipFill rotWithShape="1">
          <a:blip r:embed="rId3">
            <a:extLst>
              <a:ext uri="{96DAC541-7B7A-43D3-8B79-37D633B846F1}">
                <asvg:svgBlip xmlns:asvg="http://schemas.microsoft.com/office/drawing/2016/SVG/main" r:embed="rId4"/>
              </a:ext>
            </a:extLst>
          </a:blip>
          <a:srcRect t="464" b="-315"/>
          <a:stretch/>
        </p:blipFill>
        <p:spPr>
          <a:xfrm>
            <a:off x="6690248" y="1378281"/>
            <a:ext cx="4718458" cy="4711397"/>
          </a:xfrm>
          <a:prstGeom prst="rect">
            <a:avLst/>
          </a:prstGeom>
        </p:spPr>
      </p:pic>
    </p:spTree>
    <p:extLst>
      <p:ext uri="{BB962C8B-B14F-4D97-AF65-F5344CB8AC3E}">
        <p14:creationId xmlns:p14="http://schemas.microsoft.com/office/powerpoint/2010/main" val="181388500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0CE92-1D76-4F61-8208-4BBDE2BA1DA5}"/>
              </a:ext>
            </a:extLst>
          </p:cNvPr>
          <p:cNvSpPr>
            <a:spLocks noGrp="1"/>
          </p:cNvSpPr>
          <p:nvPr>
            <p:ph type="title"/>
          </p:nvPr>
        </p:nvSpPr>
        <p:spPr/>
        <p:txBody>
          <a:bodyPr/>
          <a:lstStyle/>
          <a:p>
            <a:r>
              <a:rPr lang="en-US" dirty="0"/>
              <a:t>Walkthrough – Create an Azure Account</a:t>
            </a:r>
          </a:p>
        </p:txBody>
      </p:sp>
      <p:sp>
        <p:nvSpPr>
          <p:cNvPr id="3" name="Text Placeholder 2">
            <a:extLst>
              <a:ext uri="{FF2B5EF4-FFF2-40B4-BE49-F238E27FC236}">
                <a16:creationId xmlns:a16="http://schemas.microsoft.com/office/drawing/2014/main" id="{D9B7E699-8A7B-44B9-87EE-C5ED24A8C217}"/>
              </a:ext>
            </a:extLst>
          </p:cNvPr>
          <p:cNvSpPr>
            <a:spLocks noGrp="1"/>
          </p:cNvSpPr>
          <p:nvPr>
            <p:ph sz="quarter" idx="10"/>
          </p:nvPr>
        </p:nvSpPr>
        <p:spPr>
          <a:xfrm>
            <a:off x="418643" y="1602858"/>
            <a:ext cx="5394960" cy="1549142"/>
          </a:xfrm>
        </p:spPr>
        <p:txBody>
          <a:bodyPr/>
          <a:lstStyle/>
          <a:p>
            <a:pPr marL="233362"/>
            <a:r>
              <a:rPr lang="en-US" dirty="0"/>
              <a:t>Create an Azure free account</a:t>
            </a:r>
          </a:p>
          <a:p>
            <a:pPr marL="233362"/>
            <a:endParaRPr lang="en-US" dirty="0"/>
          </a:p>
          <a:p>
            <a:pPr marL="747712" indent="-514350">
              <a:buAutoNum type="arabicPeriod"/>
            </a:pPr>
            <a:r>
              <a:rPr lang="en-US" dirty="0">
                <a:latin typeface="+mn-lt"/>
                <a:cs typeface="Segoe UI Semilight" panose="020B0402040204020203" pitchFamily="34" charset="0"/>
              </a:rPr>
              <a:t>Create an Azure free account</a:t>
            </a:r>
            <a:endParaRPr lang="en-US" dirty="0">
              <a:latin typeface="+mn-lt"/>
            </a:endParaRPr>
          </a:p>
        </p:txBody>
      </p:sp>
      <p:pic>
        <p:nvPicPr>
          <p:cNvPr id="6" name="Picture 5">
            <a:extLst>
              <a:ext uri="{FF2B5EF4-FFF2-40B4-BE49-F238E27FC236}">
                <a16:creationId xmlns:a16="http://schemas.microsoft.com/office/drawing/2014/main" id="{7CDCCC72-E44C-4A20-A7B0-16FEBBDDB9F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439025" y="1447034"/>
            <a:ext cx="3762375" cy="3963931"/>
          </a:xfrm>
          <a:prstGeom prst="rect">
            <a:avLst/>
          </a:prstGeom>
        </p:spPr>
      </p:pic>
    </p:spTree>
    <p:extLst>
      <p:ext uri="{BB962C8B-B14F-4D97-AF65-F5344CB8AC3E}">
        <p14:creationId xmlns:p14="http://schemas.microsoft.com/office/powerpoint/2010/main" val="164252605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0CE92-1D76-4F61-8208-4BBDE2BA1DA5}"/>
              </a:ext>
            </a:extLst>
          </p:cNvPr>
          <p:cNvSpPr>
            <a:spLocks noGrp="1"/>
          </p:cNvSpPr>
          <p:nvPr>
            <p:ph type="title"/>
          </p:nvPr>
        </p:nvSpPr>
        <p:spPr/>
        <p:txBody>
          <a:bodyPr/>
          <a:lstStyle/>
          <a:p>
            <a:r>
              <a:rPr lang="en-US" dirty="0"/>
              <a:t>Exercise – Explore the Learn sandbox</a:t>
            </a:r>
          </a:p>
        </p:txBody>
      </p:sp>
      <p:sp>
        <p:nvSpPr>
          <p:cNvPr id="3" name="Text Placeholder 2">
            <a:extLst>
              <a:ext uri="{FF2B5EF4-FFF2-40B4-BE49-F238E27FC236}">
                <a16:creationId xmlns:a16="http://schemas.microsoft.com/office/drawing/2014/main" id="{D9B7E699-8A7B-44B9-87EE-C5ED24A8C217}"/>
              </a:ext>
            </a:extLst>
          </p:cNvPr>
          <p:cNvSpPr>
            <a:spLocks noGrp="1"/>
          </p:cNvSpPr>
          <p:nvPr>
            <p:ph sz="quarter" idx="10"/>
          </p:nvPr>
        </p:nvSpPr>
        <p:spPr>
          <a:xfrm>
            <a:off x="418643" y="1602858"/>
            <a:ext cx="5394960" cy="3539430"/>
          </a:xfrm>
        </p:spPr>
        <p:txBody>
          <a:bodyPr/>
          <a:lstStyle/>
          <a:p>
            <a:pPr marL="233362"/>
            <a:r>
              <a:rPr lang="en-US" dirty="0"/>
              <a:t>Explore the Learn sandbox</a:t>
            </a:r>
          </a:p>
          <a:p>
            <a:pPr marL="233362"/>
            <a:endParaRPr lang="en-US" dirty="0"/>
          </a:p>
          <a:p>
            <a:pPr marL="747712" indent="-514350">
              <a:buAutoNum type="arabicPeriod"/>
            </a:pPr>
            <a:r>
              <a:rPr lang="en-US" dirty="0">
                <a:latin typeface="+mn-lt"/>
                <a:cs typeface="Segoe UI Semilight" panose="020B0402040204020203" pitchFamily="34" charset="0"/>
              </a:rPr>
              <a:t>Activate the sandbox</a:t>
            </a:r>
          </a:p>
          <a:p>
            <a:pPr marL="747712" indent="-514350">
              <a:buAutoNum type="arabicPeriod"/>
            </a:pPr>
            <a:r>
              <a:rPr lang="en-US" dirty="0">
                <a:latin typeface="+mn-lt"/>
                <a:cs typeface="Segoe UI Semilight" panose="020B0402040204020203" pitchFamily="34" charset="0"/>
              </a:rPr>
              <a:t>Use PowerShell</a:t>
            </a:r>
          </a:p>
          <a:p>
            <a:pPr marL="747712" indent="-514350">
              <a:buAutoNum type="arabicPeriod"/>
            </a:pPr>
            <a:r>
              <a:rPr lang="en-US" dirty="0">
                <a:latin typeface="+mn-lt"/>
                <a:cs typeface="Segoe UI Semilight" panose="020B0402040204020203" pitchFamily="34" charset="0"/>
              </a:rPr>
              <a:t>Shift to BASH</a:t>
            </a:r>
          </a:p>
          <a:p>
            <a:pPr marL="747712" indent="-514350">
              <a:buAutoNum type="arabicPeriod"/>
            </a:pPr>
            <a:r>
              <a:rPr lang="en-US" dirty="0">
                <a:latin typeface="+mn-lt"/>
                <a:cs typeface="Segoe UI Semilight" panose="020B0402040204020203" pitchFamily="34" charset="0"/>
              </a:rPr>
              <a:t>Shift to Azure Interactive mode</a:t>
            </a:r>
          </a:p>
          <a:p>
            <a:pPr marL="747712" indent="-514350">
              <a:buAutoNum type="arabicPeriod"/>
            </a:pPr>
            <a:r>
              <a:rPr lang="en-US" dirty="0">
                <a:latin typeface="+mn-lt"/>
                <a:cs typeface="Segoe UI Semilight" panose="020B0402040204020203" pitchFamily="34" charset="0"/>
              </a:rPr>
              <a:t>Navigate the portal</a:t>
            </a:r>
            <a:endParaRPr lang="en-US" dirty="0">
              <a:latin typeface="+mn-lt"/>
            </a:endParaRPr>
          </a:p>
        </p:txBody>
      </p:sp>
      <p:pic>
        <p:nvPicPr>
          <p:cNvPr id="6" name="Picture 5">
            <a:extLst>
              <a:ext uri="{FF2B5EF4-FFF2-40B4-BE49-F238E27FC236}">
                <a16:creationId xmlns:a16="http://schemas.microsoft.com/office/drawing/2014/main" id="{7CDCCC72-E44C-4A20-A7B0-16FEBBDDB9F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439025" y="1447034"/>
            <a:ext cx="3762375" cy="3963931"/>
          </a:xfrm>
          <a:prstGeom prst="rect">
            <a:avLst/>
          </a:prstGeom>
        </p:spPr>
      </p:pic>
    </p:spTree>
    <p:extLst>
      <p:ext uri="{BB962C8B-B14F-4D97-AF65-F5344CB8AC3E}">
        <p14:creationId xmlns:p14="http://schemas.microsoft.com/office/powerpoint/2010/main" val="251794853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325EF-01FB-4D9F-91E8-4499A6988ADD}"/>
              </a:ext>
            </a:extLst>
          </p:cNvPr>
          <p:cNvSpPr>
            <a:spLocks noGrp="1"/>
          </p:cNvSpPr>
          <p:nvPr>
            <p:ph type="title"/>
          </p:nvPr>
        </p:nvSpPr>
        <p:spPr/>
        <p:txBody>
          <a:bodyPr/>
          <a:lstStyle/>
          <a:p>
            <a:r>
              <a:rPr lang="en-HK" dirty="0"/>
              <a:t>High level Azure Services</a:t>
            </a:r>
          </a:p>
        </p:txBody>
      </p:sp>
      <p:pic>
        <p:nvPicPr>
          <p:cNvPr id="2050" name="Picture 2" descr="Diagram showing overall view of popular Azure services with sections for security and management, platform services, hybrid cloud, and infrastructure services.">
            <a:extLst>
              <a:ext uri="{FF2B5EF4-FFF2-40B4-BE49-F238E27FC236}">
                <a16:creationId xmlns:a16="http://schemas.microsoft.com/office/drawing/2014/main" id="{3C905D80-96E4-4386-B603-EB6740C72B40}"/>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1301003" y="1170629"/>
            <a:ext cx="9167595" cy="52194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505581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Explore Azure Marketplace</a:t>
            </a:r>
          </a:p>
        </p:txBody>
      </p:sp>
      <p:sp>
        <p:nvSpPr>
          <p:cNvPr id="6" name="Text Placeholder 5"/>
          <p:cNvSpPr>
            <a:spLocks noGrp="1"/>
          </p:cNvSpPr>
          <p:nvPr>
            <p:ph sz="quarter" idx="10"/>
          </p:nvPr>
        </p:nvSpPr>
        <p:spPr>
          <a:xfrm>
            <a:off x="418643" y="1423258"/>
            <a:ext cx="11080173" cy="3780522"/>
          </a:xfrm>
        </p:spPr>
        <p:txBody>
          <a:bodyPr vert="horz" wrap="square" lIns="0" tIns="91440" rIns="146304" bIns="91440" rtlCol="0" anchor="t">
            <a:spAutoFit/>
          </a:bodyPr>
          <a:lstStyle/>
          <a:p>
            <a:r>
              <a:rPr lang="en-US" b="0" i="0" dirty="0">
                <a:solidFill>
                  <a:srgbClr val="171717"/>
                </a:solidFill>
                <a:effectLst/>
                <a:latin typeface="Segoe UI Semibold"/>
                <a:cs typeface="Segoe UI Semibold"/>
              </a:rPr>
              <a:t>Azure </a:t>
            </a:r>
            <a:r>
              <a:rPr lang="en-US" b="1" i="0" dirty="0">
                <a:solidFill>
                  <a:srgbClr val="171717"/>
                </a:solidFill>
                <a:effectLst/>
                <a:latin typeface="Segoe UI Semibold"/>
                <a:cs typeface="Segoe UI Semibold"/>
              </a:rPr>
              <a:t>Marketplace</a:t>
            </a:r>
            <a:r>
              <a:rPr lang="en-US" b="0" i="0" dirty="0">
                <a:solidFill>
                  <a:srgbClr val="171717"/>
                </a:solidFill>
                <a:effectLst/>
                <a:latin typeface="Segoe UI Semibold"/>
                <a:cs typeface="Segoe UI Semibold"/>
              </a:rPr>
              <a:t> </a:t>
            </a:r>
            <a:r>
              <a:rPr lang="en-US" b="0" i="0" dirty="0">
                <a:solidFill>
                  <a:srgbClr val="171717"/>
                </a:solidFill>
                <a:effectLst/>
                <a:latin typeface="Segoe UI"/>
                <a:cs typeface="Segoe UI"/>
              </a:rPr>
              <a:t>allows customers to find, try, purchase, and provision applications and services from hundreds of leading service providers, which are </a:t>
            </a:r>
            <a:br>
              <a:rPr lang="en-US" dirty="0">
                <a:solidFill>
                  <a:srgbClr val="171717"/>
                </a:solidFill>
                <a:latin typeface="Segoe UI"/>
                <a:cs typeface="Segoe UI"/>
              </a:rPr>
            </a:br>
            <a:r>
              <a:rPr lang="en-US" b="0" i="0" dirty="0">
                <a:solidFill>
                  <a:srgbClr val="171717"/>
                </a:solidFill>
                <a:effectLst/>
                <a:latin typeface="Segoe UI"/>
                <a:cs typeface="Segoe UI"/>
              </a:rPr>
              <a:t>all certified to run on Azure.</a:t>
            </a:r>
          </a:p>
          <a:p>
            <a:pPr marL="342900" indent="-342900">
              <a:buFont typeface="Arial" panose="020B0604020202020204" pitchFamily="34" charset="0"/>
              <a:buChar char="•"/>
            </a:pPr>
            <a:r>
              <a:rPr lang="en-US" dirty="0">
                <a:solidFill>
                  <a:srgbClr val="171717"/>
                </a:solidFill>
                <a:latin typeface="Segoe UI" panose="020B0502040204020203" pitchFamily="34" charset="0"/>
              </a:rPr>
              <a:t>Open source container platforms.</a:t>
            </a:r>
          </a:p>
          <a:p>
            <a:pPr marL="342900" indent="-342900">
              <a:buFont typeface="Arial" panose="020B0604020202020204" pitchFamily="34" charset="0"/>
              <a:buChar char="•"/>
            </a:pPr>
            <a:r>
              <a:rPr lang="en-US" dirty="0">
                <a:solidFill>
                  <a:srgbClr val="171717"/>
                </a:solidFill>
                <a:latin typeface="Segoe UI" panose="020B0502040204020203" pitchFamily="34" charset="0"/>
              </a:rPr>
              <a:t>Virtual machine and database images.</a:t>
            </a:r>
          </a:p>
          <a:p>
            <a:pPr marL="342900" indent="-342900">
              <a:buFont typeface="Arial" panose="020B0604020202020204" pitchFamily="34" charset="0"/>
              <a:buChar char="•"/>
            </a:pPr>
            <a:r>
              <a:rPr lang="en-US" dirty="0">
                <a:solidFill>
                  <a:srgbClr val="171717"/>
                </a:solidFill>
                <a:latin typeface="Segoe UI" panose="020B0502040204020203" pitchFamily="34" charset="0"/>
              </a:rPr>
              <a:t>Application build and deployment software.</a:t>
            </a:r>
          </a:p>
          <a:p>
            <a:pPr marL="342900" indent="-342900">
              <a:buFont typeface="Arial" panose="020B0604020202020204" pitchFamily="34" charset="0"/>
              <a:buChar char="•"/>
            </a:pPr>
            <a:r>
              <a:rPr lang="en-US" dirty="0">
                <a:solidFill>
                  <a:srgbClr val="171717"/>
                </a:solidFill>
                <a:latin typeface="Segoe UI" panose="020B0502040204020203" pitchFamily="34" charset="0"/>
              </a:rPr>
              <a:t>Developer tools.</a:t>
            </a:r>
          </a:p>
          <a:p>
            <a:pPr marL="342900" indent="-342900">
              <a:buFont typeface="Arial" panose="020B0604020202020204" pitchFamily="34" charset="0"/>
              <a:buChar char="•"/>
            </a:pPr>
            <a:r>
              <a:rPr lang="en-US" dirty="0">
                <a:solidFill>
                  <a:srgbClr val="171717"/>
                </a:solidFill>
                <a:latin typeface="Segoe UI" panose="020B0502040204020203" pitchFamily="34" charset="0"/>
              </a:rPr>
              <a:t>And much more, with 10,000+ listings!</a:t>
            </a:r>
            <a:endParaRPr lang="en-US" dirty="0"/>
          </a:p>
        </p:txBody>
      </p:sp>
      <p:pic>
        <p:nvPicPr>
          <p:cNvPr id="4" name="Picture 3" descr="graphic of a shopping bag">
            <a:extLst>
              <a:ext uri="{FF2B5EF4-FFF2-40B4-BE49-F238E27FC236}">
                <a16:creationId xmlns:a16="http://schemas.microsoft.com/office/drawing/2014/main" id="{55B2B3E3-6398-4601-BD31-79A935A2AA14}"/>
              </a:ext>
            </a:extLst>
          </p:cNvPr>
          <p:cNvPicPr/>
          <p:nvPr/>
        </p:nvPicPr>
        <p:blipFill>
          <a:blip r:embed="rId3"/>
          <a:stretch/>
        </p:blipFill>
        <p:spPr>
          <a:xfrm>
            <a:off x="7458074" y="2377238"/>
            <a:ext cx="3227862" cy="3186466"/>
          </a:xfrm>
          <a:prstGeom prst="rect">
            <a:avLst/>
          </a:prstGeom>
          <a:ln>
            <a:noFill/>
          </a:ln>
        </p:spPr>
      </p:pic>
    </p:spTree>
    <p:extLst>
      <p:ext uri="{BB962C8B-B14F-4D97-AF65-F5344CB8AC3E}">
        <p14:creationId xmlns:p14="http://schemas.microsoft.com/office/powerpoint/2010/main" val="38023994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a:xfrm>
            <a:off x="418643" y="193679"/>
            <a:ext cx="11341268" cy="680196"/>
          </a:xfrm>
        </p:spPr>
        <p:txBody>
          <a:bodyPr/>
          <a:lstStyle/>
          <a:p>
            <a:r>
              <a:rPr lang="en-US" noProof="0" dirty="0"/>
              <a:t>Tools for interacting with Azure</a:t>
            </a:r>
          </a:p>
        </p:txBody>
      </p:sp>
      <p:grpSp>
        <p:nvGrpSpPr>
          <p:cNvPr id="60" name="Group 59">
            <a:extLst>
              <a:ext uri="{FF2B5EF4-FFF2-40B4-BE49-F238E27FC236}">
                <a16:creationId xmlns:a16="http://schemas.microsoft.com/office/drawing/2014/main" id="{DAD365CD-FCE8-4DBC-B51F-A8E0F6BCAADB}"/>
              </a:ext>
            </a:extLst>
          </p:cNvPr>
          <p:cNvGrpSpPr/>
          <p:nvPr/>
        </p:nvGrpSpPr>
        <p:grpSpPr>
          <a:xfrm>
            <a:off x="2093344" y="1901804"/>
            <a:ext cx="8005313" cy="2489891"/>
            <a:chOff x="68768" y="1715807"/>
            <a:chExt cx="8005313" cy="2489891"/>
          </a:xfrm>
        </p:grpSpPr>
        <p:sp>
          <p:nvSpPr>
            <p:cNvPr id="58" name="Rectangle 57">
              <a:extLst>
                <a:ext uri="{FF2B5EF4-FFF2-40B4-BE49-F238E27FC236}">
                  <a16:creationId xmlns:a16="http://schemas.microsoft.com/office/drawing/2014/main" id="{4375CE31-64D8-4B50-8050-487084DA42DA}"/>
                </a:ext>
              </a:extLst>
            </p:cNvPr>
            <p:cNvSpPr/>
            <p:nvPr/>
          </p:nvSpPr>
          <p:spPr bwMode="auto">
            <a:xfrm>
              <a:off x="68768" y="1715807"/>
              <a:ext cx="8005313" cy="2489891"/>
            </a:xfrm>
            <a:prstGeom prst="rect">
              <a:avLst/>
            </a:prstGeom>
            <a:solidFill>
              <a:schemeClr val="bg1">
                <a:lumMod val="9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err="1">
                <a:gradFill>
                  <a:gsLst>
                    <a:gs pos="0">
                      <a:srgbClr val="FFFFFF"/>
                    </a:gs>
                    <a:gs pos="100000">
                      <a:srgbClr val="FFFFFF"/>
                    </a:gs>
                  </a:gsLst>
                  <a:lin ang="5400000" scaled="0"/>
                </a:gradFill>
                <a:ea typeface="Segoe UI" pitchFamily="34" charset="0"/>
                <a:cs typeface="Segoe UI" pitchFamily="34" charset="0"/>
              </a:endParaRPr>
            </a:p>
          </p:txBody>
        </p:sp>
        <p:grpSp>
          <p:nvGrpSpPr>
            <p:cNvPr id="44" name="Group 43">
              <a:extLst>
                <a:ext uri="{FF2B5EF4-FFF2-40B4-BE49-F238E27FC236}">
                  <a16:creationId xmlns:a16="http://schemas.microsoft.com/office/drawing/2014/main" id="{88B05BAD-A613-4F10-A713-184BFD26A54C}"/>
                </a:ext>
              </a:extLst>
            </p:cNvPr>
            <p:cNvGrpSpPr/>
            <p:nvPr/>
          </p:nvGrpSpPr>
          <p:grpSpPr>
            <a:xfrm>
              <a:off x="460859" y="1861195"/>
              <a:ext cx="7423828" cy="2171866"/>
              <a:chOff x="754157" y="2068229"/>
              <a:chExt cx="7423828" cy="2171866"/>
            </a:xfrm>
          </p:grpSpPr>
          <p:grpSp>
            <p:nvGrpSpPr>
              <p:cNvPr id="33" name="Group 32">
                <a:extLst>
                  <a:ext uri="{FF2B5EF4-FFF2-40B4-BE49-F238E27FC236}">
                    <a16:creationId xmlns:a16="http://schemas.microsoft.com/office/drawing/2014/main" id="{6730CDC1-F8DD-47AF-9809-B980CE41AE36}"/>
                  </a:ext>
                </a:extLst>
              </p:cNvPr>
              <p:cNvGrpSpPr/>
              <p:nvPr/>
            </p:nvGrpSpPr>
            <p:grpSpPr>
              <a:xfrm>
                <a:off x="754157" y="2075609"/>
                <a:ext cx="3610566" cy="960262"/>
                <a:chOff x="3790898" y="5423282"/>
                <a:chExt cx="3610566" cy="960262"/>
              </a:xfrm>
            </p:grpSpPr>
            <p:sp>
              <p:nvSpPr>
                <p:cNvPr id="19" name="Rectangle: Rounded Corners 18">
                  <a:extLst>
                    <a:ext uri="{FF2B5EF4-FFF2-40B4-BE49-F238E27FC236}">
                      <a16:creationId xmlns:a16="http://schemas.microsoft.com/office/drawing/2014/main" id="{1D3C3C88-54BE-465C-AB55-64867C5DA18F}"/>
                    </a:ext>
                  </a:extLst>
                </p:cNvPr>
                <p:cNvSpPr/>
                <p:nvPr/>
              </p:nvSpPr>
              <p:spPr bwMode="auto">
                <a:xfrm>
                  <a:off x="3790898" y="542328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18" name="Graphic 17">
                  <a:extLst>
                    <a:ext uri="{FF2B5EF4-FFF2-40B4-BE49-F238E27FC236}">
                      <a16:creationId xmlns:a16="http://schemas.microsoft.com/office/drawing/2014/main" id="{A8DC1268-EB17-4E65-BDA6-F12DA9E80A8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900346" y="5466459"/>
                  <a:ext cx="859148" cy="859148"/>
                </a:xfrm>
                <a:prstGeom prst="rect">
                  <a:avLst/>
                </a:prstGeom>
              </p:spPr>
            </p:pic>
            <p:sp>
              <p:nvSpPr>
                <p:cNvPr id="20" name="TextBox 19">
                  <a:extLst>
                    <a:ext uri="{FF2B5EF4-FFF2-40B4-BE49-F238E27FC236}">
                      <a16:creationId xmlns:a16="http://schemas.microsoft.com/office/drawing/2014/main" id="{5DC6600A-6A3F-4661-9205-35DFC8C67378}"/>
                    </a:ext>
                  </a:extLst>
                </p:cNvPr>
                <p:cNvSpPr txBox="1"/>
                <p:nvPr/>
              </p:nvSpPr>
              <p:spPr>
                <a:xfrm>
                  <a:off x="4376469" y="5589481"/>
                  <a:ext cx="3024995"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Portal</a:t>
                  </a:r>
                </a:p>
              </p:txBody>
            </p:sp>
          </p:grpSp>
          <p:grpSp>
            <p:nvGrpSpPr>
              <p:cNvPr id="35" name="Group 34">
                <a:extLst>
                  <a:ext uri="{FF2B5EF4-FFF2-40B4-BE49-F238E27FC236}">
                    <a16:creationId xmlns:a16="http://schemas.microsoft.com/office/drawing/2014/main" id="{A18D80B7-41DA-4FC3-86DE-684CB54AF0FF}"/>
                  </a:ext>
                </a:extLst>
              </p:cNvPr>
              <p:cNvGrpSpPr/>
              <p:nvPr/>
            </p:nvGrpSpPr>
            <p:grpSpPr>
              <a:xfrm>
                <a:off x="4539555" y="3238525"/>
                <a:ext cx="3638430" cy="1001570"/>
                <a:chOff x="3809041" y="5387870"/>
                <a:chExt cx="3638430" cy="1001570"/>
              </a:xfrm>
            </p:grpSpPr>
            <p:sp>
              <p:nvSpPr>
                <p:cNvPr id="36" name="Rectangle: Rounded Corners 35">
                  <a:extLst>
                    <a:ext uri="{FF2B5EF4-FFF2-40B4-BE49-F238E27FC236}">
                      <a16:creationId xmlns:a16="http://schemas.microsoft.com/office/drawing/2014/main" id="{0B63F06B-36BD-4B03-A91A-A4911ABF52F5}"/>
                    </a:ext>
                  </a:extLst>
                </p:cNvPr>
                <p:cNvSpPr/>
                <p:nvPr/>
              </p:nvSpPr>
              <p:spPr bwMode="auto">
                <a:xfrm>
                  <a:off x="3809041" y="5429178"/>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37" name="Graphic 36">
                  <a:extLst>
                    <a:ext uri="{FF2B5EF4-FFF2-40B4-BE49-F238E27FC236}">
                      <a16:creationId xmlns:a16="http://schemas.microsoft.com/office/drawing/2014/main" id="{698A36FD-A495-4345-AB6E-8A203D2A94A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3900346" y="5466459"/>
                  <a:ext cx="859148" cy="859148"/>
                </a:xfrm>
                <a:prstGeom prst="rect">
                  <a:avLst/>
                </a:prstGeom>
              </p:spPr>
            </p:pic>
            <p:sp>
              <p:nvSpPr>
                <p:cNvPr id="38" name="TextBox 37">
                  <a:extLst>
                    <a:ext uri="{FF2B5EF4-FFF2-40B4-BE49-F238E27FC236}">
                      <a16:creationId xmlns:a16="http://schemas.microsoft.com/office/drawing/2014/main" id="{EBEDE8DC-D815-4D2F-BE04-CBAE05A5BBAB}"/>
                    </a:ext>
                  </a:extLst>
                </p:cNvPr>
                <p:cNvSpPr txBox="1"/>
                <p:nvPr/>
              </p:nvSpPr>
              <p:spPr>
                <a:xfrm>
                  <a:off x="4376469" y="5387870"/>
                  <a:ext cx="3071002" cy="960263"/>
                </a:xfrm>
                <a:prstGeom prst="rect">
                  <a:avLst/>
                </a:prstGeom>
                <a:noFill/>
              </p:spPr>
              <p:txBody>
                <a:bodyPr wrap="square" lIns="182880" tIns="146304" rIns="182880" bIns="146304" rtlCol="0">
                  <a:spAutoFit/>
                </a:bodyPr>
                <a:lstStyle/>
                <a:p>
                  <a:pPr algn="ctr">
                    <a:lnSpc>
                      <a:spcPct val="90000"/>
                    </a:lnSpc>
                    <a:spcAft>
                      <a:spcPts val="600"/>
                    </a:spcAft>
                  </a:pPr>
                  <a:r>
                    <a:rPr lang="en-US" sz="2400" dirty="0">
                      <a:gradFill>
                        <a:gsLst>
                          <a:gs pos="2917">
                            <a:schemeClr val="tx1"/>
                          </a:gs>
                          <a:gs pos="30000">
                            <a:schemeClr val="tx1"/>
                          </a:gs>
                        </a:gsLst>
                        <a:lin ang="5400000" scaled="0"/>
                      </a:gradFill>
                    </a:rPr>
                    <a:t>Command-Line Interface (CLI) </a:t>
                  </a:r>
                </a:p>
              </p:txBody>
            </p:sp>
          </p:grpSp>
          <p:grpSp>
            <p:nvGrpSpPr>
              <p:cNvPr id="39" name="Group 38">
                <a:extLst>
                  <a:ext uri="{FF2B5EF4-FFF2-40B4-BE49-F238E27FC236}">
                    <a16:creationId xmlns:a16="http://schemas.microsoft.com/office/drawing/2014/main" id="{A857370F-0707-4B93-A0BC-6D7DCF7525D3}"/>
                  </a:ext>
                </a:extLst>
              </p:cNvPr>
              <p:cNvGrpSpPr/>
              <p:nvPr/>
            </p:nvGrpSpPr>
            <p:grpSpPr>
              <a:xfrm>
                <a:off x="4521413" y="2068229"/>
                <a:ext cx="3610566" cy="960262"/>
                <a:chOff x="3790898" y="5423282"/>
                <a:chExt cx="3610566" cy="960262"/>
              </a:xfrm>
            </p:grpSpPr>
            <p:sp>
              <p:nvSpPr>
                <p:cNvPr id="40" name="Rectangle: Rounded Corners 39">
                  <a:extLst>
                    <a:ext uri="{FF2B5EF4-FFF2-40B4-BE49-F238E27FC236}">
                      <a16:creationId xmlns:a16="http://schemas.microsoft.com/office/drawing/2014/main" id="{40195766-F6A8-44BF-927B-82F54EA40D2D}"/>
                    </a:ext>
                  </a:extLst>
                </p:cNvPr>
                <p:cNvSpPr/>
                <p:nvPr/>
              </p:nvSpPr>
              <p:spPr bwMode="auto">
                <a:xfrm>
                  <a:off x="3790898" y="542328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41" name="Graphic 40">
                  <a:extLst>
                    <a:ext uri="{FF2B5EF4-FFF2-40B4-BE49-F238E27FC236}">
                      <a16:creationId xmlns:a16="http://schemas.microsoft.com/office/drawing/2014/main" id="{2EA3B29A-C381-4F12-8FBA-8DD901BA4961}"/>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rcRect/>
                <a:stretch/>
              </p:blipFill>
              <p:spPr>
                <a:xfrm>
                  <a:off x="3900346" y="5466459"/>
                  <a:ext cx="859148" cy="859148"/>
                </a:xfrm>
                <a:prstGeom prst="rect">
                  <a:avLst/>
                </a:prstGeom>
              </p:spPr>
            </p:pic>
            <p:sp>
              <p:nvSpPr>
                <p:cNvPr id="42" name="TextBox 41">
                  <a:extLst>
                    <a:ext uri="{FF2B5EF4-FFF2-40B4-BE49-F238E27FC236}">
                      <a16:creationId xmlns:a16="http://schemas.microsoft.com/office/drawing/2014/main" id="{3939993E-305E-435B-A393-17804AFA5077}"/>
                    </a:ext>
                  </a:extLst>
                </p:cNvPr>
                <p:cNvSpPr txBox="1"/>
                <p:nvPr/>
              </p:nvSpPr>
              <p:spPr>
                <a:xfrm>
                  <a:off x="4551437" y="5589481"/>
                  <a:ext cx="2850027"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PowerShell</a:t>
                  </a:r>
                </a:p>
              </p:txBody>
            </p:sp>
          </p:grpSp>
          <p:grpSp>
            <p:nvGrpSpPr>
              <p:cNvPr id="45" name="Group 44">
                <a:extLst>
                  <a:ext uri="{FF2B5EF4-FFF2-40B4-BE49-F238E27FC236}">
                    <a16:creationId xmlns:a16="http://schemas.microsoft.com/office/drawing/2014/main" id="{F27606A3-2E17-4A4A-A99E-632AD85A7E7A}"/>
                  </a:ext>
                </a:extLst>
              </p:cNvPr>
              <p:cNvGrpSpPr/>
              <p:nvPr/>
            </p:nvGrpSpPr>
            <p:grpSpPr>
              <a:xfrm>
                <a:off x="754157" y="3279833"/>
                <a:ext cx="3610566" cy="960262"/>
                <a:chOff x="23643" y="4259372"/>
                <a:chExt cx="3610566" cy="960262"/>
              </a:xfrm>
            </p:grpSpPr>
            <p:sp>
              <p:nvSpPr>
                <p:cNvPr id="46" name="Rectangle: Rounded Corners 45">
                  <a:extLst>
                    <a:ext uri="{FF2B5EF4-FFF2-40B4-BE49-F238E27FC236}">
                      <a16:creationId xmlns:a16="http://schemas.microsoft.com/office/drawing/2014/main" id="{E56129BC-8D83-4788-9B0F-24995714A77D}"/>
                    </a:ext>
                  </a:extLst>
                </p:cNvPr>
                <p:cNvSpPr/>
                <p:nvPr/>
              </p:nvSpPr>
              <p:spPr bwMode="auto">
                <a:xfrm>
                  <a:off x="23643" y="4259372"/>
                  <a:ext cx="3610566" cy="960262"/>
                </a:xfrm>
                <a:prstGeom prst="roundRect">
                  <a:avLst/>
                </a:prstGeom>
                <a:solidFill>
                  <a:schemeClr val="bg1">
                    <a:lumMod val="85000"/>
                  </a:schemeClr>
                </a:solidFill>
                <a:ln>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solidFill>
                      <a:schemeClr val="tx1"/>
                    </a:solidFill>
                    <a:ea typeface="Segoe UI" pitchFamily="34" charset="0"/>
                    <a:cs typeface="Segoe UI" pitchFamily="34" charset="0"/>
                  </a:endParaRPr>
                </a:p>
              </p:txBody>
            </p:sp>
            <p:pic>
              <p:nvPicPr>
                <p:cNvPr id="47" name="Graphic 46">
                  <a:extLst>
                    <a:ext uri="{FF2B5EF4-FFF2-40B4-BE49-F238E27FC236}">
                      <a16:creationId xmlns:a16="http://schemas.microsoft.com/office/drawing/2014/main" id="{9F9F060C-F59F-469D-876D-65E060D5412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a:stretch/>
              </p:blipFill>
              <p:spPr>
                <a:xfrm>
                  <a:off x="133091" y="4302549"/>
                  <a:ext cx="859148" cy="859148"/>
                </a:xfrm>
                <a:prstGeom prst="rect">
                  <a:avLst/>
                </a:prstGeom>
              </p:spPr>
            </p:pic>
            <p:sp>
              <p:nvSpPr>
                <p:cNvPr id="48" name="TextBox 47">
                  <a:extLst>
                    <a:ext uri="{FF2B5EF4-FFF2-40B4-BE49-F238E27FC236}">
                      <a16:creationId xmlns:a16="http://schemas.microsoft.com/office/drawing/2014/main" id="{98688D32-6A2E-489E-960B-7F2C31CCC512}"/>
                    </a:ext>
                  </a:extLst>
                </p:cNvPr>
                <p:cNvSpPr txBox="1"/>
                <p:nvPr/>
              </p:nvSpPr>
              <p:spPr>
                <a:xfrm>
                  <a:off x="784182" y="4425571"/>
                  <a:ext cx="2850027" cy="627864"/>
                </a:xfrm>
                <a:prstGeom prst="rect">
                  <a:avLst/>
                </a:prstGeom>
                <a:noFill/>
              </p:spPr>
              <p:txBody>
                <a:bodyPr wrap="square" lIns="182880" tIns="146304" rIns="182880" bIns="146304" rtlCol="0">
                  <a:spAutoFit/>
                </a:bodyPr>
                <a:lstStyle/>
                <a:p>
                  <a:pPr algn="ctr">
                    <a:lnSpc>
                      <a:spcPct val="90000"/>
                    </a:lnSpc>
                    <a:spcAft>
                      <a:spcPts val="600"/>
                    </a:spcAft>
                  </a:pPr>
                  <a:r>
                    <a:rPr lang="en-US" sz="2400">
                      <a:gradFill>
                        <a:gsLst>
                          <a:gs pos="2917">
                            <a:schemeClr val="tx1"/>
                          </a:gs>
                          <a:gs pos="30000">
                            <a:schemeClr val="tx1"/>
                          </a:gs>
                        </a:gsLst>
                        <a:lin ang="5400000" scaled="0"/>
                      </a:gradFill>
                    </a:rPr>
                    <a:t>Azure Cloud Shell</a:t>
                  </a:r>
                </a:p>
              </p:txBody>
            </p:sp>
          </p:grpSp>
        </p:grpSp>
      </p:grpSp>
      <p:pic>
        <p:nvPicPr>
          <p:cNvPr id="2" name="Picture 1">
            <a:extLst>
              <a:ext uri="{FF2B5EF4-FFF2-40B4-BE49-F238E27FC236}">
                <a16:creationId xmlns:a16="http://schemas.microsoft.com/office/drawing/2014/main" id="{48243F0C-6F88-42C7-93EC-B717100BA5CC}"/>
              </a:ext>
              <a:ext uri="{C183D7F6-B498-43B3-948B-1728B52AA6E4}">
                <adec:decorative xmlns:adec="http://schemas.microsoft.com/office/drawing/2017/decorative" val="1"/>
              </a:ext>
            </a:extLst>
          </p:cNvPr>
          <p:cNvPicPr>
            <a:picLocks noChangeAspect="1"/>
          </p:cNvPicPr>
          <p:nvPr/>
        </p:nvPicPr>
        <p:blipFill>
          <a:blip r:embed="rId11"/>
          <a:stretch>
            <a:fillRect/>
          </a:stretch>
        </p:blipFill>
        <p:spPr>
          <a:xfrm>
            <a:off x="4591050" y="6486525"/>
            <a:ext cx="3009900" cy="371475"/>
          </a:xfrm>
          <a:prstGeom prst="rect">
            <a:avLst/>
          </a:prstGeom>
        </p:spPr>
      </p:pic>
      <p:sp>
        <p:nvSpPr>
          <p:cNvPr id="3" name="Rectangle 2">
            <a:extLst>
              <a:ext uri="{FF2B5EF4-FFF2-40B4-BE49-F238E27FC236}">
                <a16:creationId xmlns:a16="http://schemas.microsoft.com/office/drawing/2014/main" id="{FDC142DF-BBF5-B7BF-89A4-9E1E5AFE7187}"/>
              </a:ext>
            </a:extLst>
          </p:cNvPr>
          <p:cNvSpPr/>
          <p:nvPr/>
        </p:nvSpPr>
        <p:spPr bwMode="auto">
          <a:xfrm>
            <a:off x="2328743" y="1713053"/>
            <a:ext cx="3844001" cy="2928395"/>
          </a:xfrm>
          <a:prstGeom prst="rect">
            <a:avLst/>
          </a:prstGeom>
          <a:noFill/>
          <a:ln w="57150">
            <a:solidFill>
              <a:srgbClr val="0078D4"/>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HK"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810489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1" y="2532448"/>
            <a:ext cx="5807732" cy="1793104"/>
          </a:xfrm>
        </p:spPr>
        <p:txBody>
          <a:bodyPr wrap="square" anchor="b">
            <a:normAutofit/>
          </a:bodyPr>
          <a:lstStyle/>
          <a:p>
            <a:pPr>
              <a:lnSpc>
                <a:spcPct val="100000"/>
              </a:lnSpc>
            </a:pPr>
            <a:r>
              <a:rPr lang="en-US" sz="4400" b="1" dirty="0"/>
              <a:t>Azure architectural components</a:t>
            </a:r>
          </a:p>
        </p:txBody>
      </p:sp>
    </p:spTree>
    <p:extLst>
      <p:ext uri="{BB962C8B-B14F-4D97-AF65-F5344CB8AC3E}">
        <p14:creationId xmlns:p14="http://schemas.microsoft.com/office/powerpoint/2010/main" val="2656574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Regions</a:t>
            </a:r>
          </a:p>
        </p:txBody>
      </p:sp>
      <p:sp>
        <p:nvSpPr>
          <p:cNvPr id="8" name="Rectangle 7">
            <a:extLst>
              <a:ext uri="{FF2B5EF4-FFF2-40B4-BE49-F238E27FC236}">
                <a16:creationId xmlns:a16="http://schemas.microsoft.com/office/drawing/2014/main" id="{811A1EC0-5AF2-4D21-8437-ACF71E7A3AAF}"/>
              </a:ext>
            </a:extLst>
          </p:cNvPr>
          <p:cNvSpPr/>
          <p:nvPr/>
        </p:nvSpPr>
        <p:spPr>
          <a:xfrm>
            <a:off x="192959" y="1825795"/>
            <a:ext cx="3297493" cy="1200329"/>
          </a:xfrm>
          <a:prstGeom prst="rect">
            <a:avLst/>
          </a:prstGeom>
          <a:solidFill>
            <a:schemeClr val="bg1"/>
          </a:solidFill>
        </p:spPr>
        <p:txBody>
          <a:bodyPr wrap="square" anchor="t">
            <a:spAutoFit/>
          </a:bodyPr>
          <a:lstStyle/>
          <a:p>
            <a:pPr algn="ctr"/>
            <a:r>
              <a:rPr lang="en-IE" sz="1800" i="1" dirty="0">
                <a:cs typeface="Segoe UI Semilight"/>
              </a:rPr>
              <a:t>Azure offers more global regions than any other cloud provider with 60+ regions representing over 140 countries</a:t>
            </a:r>
            <a:endParaRPr lang="en-US" sz="1800" i="1" dirty="0">
              <a:cs typeface="Segoe UI Semilight"/>
            </a:endParaRPr>
          </a:p>
        </p:txBody>
      </p:sp>
      <p:pic>
        <p:nvPicPr>
          <p:cNvPr id="2" name="Picture 1" descr="World map with blue dots showing the 60-plus regions where Azure datacenters exist. Largest concentration on the US Coastlines, Europe and the Asia coasts.">
            <a:extLst>
              <a:ext uri="{FF2B5EF4-FFF2-40B4-BE49-F238E27FC236}">
                <a16:creationId xmlns:a16="http://schemas.microsoft.com/office/drawing/2014/main" id="{64D7F689-1612-4C9D-B065-39FDE92B4CB8}"/>
              </a:ext>
            </a:extLst>
          </p:cNvPr>
          <p:cNvPicPr>
            <a:picLocks noChangeAspect="1"/>
          </p:cNvPicPr>
          <p:nvPr/>
        </p:nvPicPr>
        <p:blipFill>
          <a:blip r:embed="rId3"/>
          <a:srcRect/>
          <a:stretch/>
        </p:blipFill>
        <p:spPr>
          <a:xfrm>
            <a:off x="3910775" y="254613"/>
            <a:ext cx="7940000" cy="3783905"/>
          </a:xfrm>
          <a:prstGeom prst="rect">
            <a:avLst/>
          </a:prstGeom>
          <a:ln>
            <a:solidFill>
              <a:schemeClr val="accent1"/>
            </a:solidFill>
          </a:ln>
        </p:spPr>
      </p:pic>
      <p:sp>
        <p:nvSpPr>
          <p:cNvPr id="6" name="Text Placeholder 5"/>
          <p:cNvSpPr>
            <a:spLocks noGrp="1"/>
          </p:cNvSpPr>
          <p:nvPr>
            <p:ph sz="quarter" idx="10"/>
          </p:nvPr>
        </p:nvSpPr>
        <p:spPr>
          <a:xfrm>
            <a:off x="1225346" y="4080417"/>
            <a:ext cx="9275506" cy="1364476"/>
          </a:xfrm>
        </p:spPr>
        <p:txBody>
          <a:bodyPr vert="horz" wrap="square" lIns="0" tIns="0" rIns="0" bIns="0" rtlCol="0" anchor="t">
            <a:spAutoFit/>
          </a:bodyPr>
          <a:lstStyle/>
          <a:p>
            <a:pPr marL="342900" indent="-342900">
              <a:buFont typeface="Arial" panose="020B0604020202020204" pitchFamily="34" charset="0"/>
              <a:buChar char="•"/>
            </a:pPr>
            <a:r>
              <a:rPr lang="en-IE" dirty="0">
                <a:latin typeface="+mn-lt"/>
              </a:rPr>
              <a:t>Regions are made up of one or more </a:t>
            </a:r>
            <a:r>
              <a:rPr lang="en-IE" dirty="0" err="1">
                <a:latin typeface="+mn-lt"/>
              </a:rPr>
              <a:t>datacenters</a:t>
            </a:r>
            <a:r>
              <a:rPr lang="en-IE" dirty="0">
                <a:latin typeface="+mn-lt"/>
              </a:rPr>
              <a:t> in close proximity.</a:t>
            </a:r>
          </a:p>
          <a:p>
            <a:pPr marL="342900" indent="-342900">
              <a:buFont typeface="Arial" panose="020B0604020202020204" pitchFamily="34" charset="0"/>
              <a:buChar char="•"/>
            </a:pPr>
            <a:r>
              <a:rPr lang="en-IE" dirty="0">
                <a:latin typeface="+mn-lt"/>
              </a:rPr>
              <a:t>Provide flexibility and scale to reduce customer latency.</a:t>
            </a:r>
          </a:p>
          <a:p>
            <a:pPr marL="342900" indent="-342900">
              <a:buFont typeface="Arial" panose="020B0604020202020204" pitchFamily="34" charset="0"/>
              <a:buChar char="•"/>
            </a:pPr>
            <a:r>
              <a:rPr lang="en-IE" dirty="0">
                <a:latin typeface="+mn-lt"/>
              </a:rPr>
              <a:t>Preserve data residency with a comprehensive compliance offering.</a:t>
            </a:r>
          </a:p>
        </p:txBody>
      </p:sp>
      <p:sp>
        <p:nvSpPr>
          <p:cNvPr id="3" name="Footer Placeholder 1">
            <a:extLst>
              <a:ext uri="{FF2B5EF4-FFF2-40B4-BE49-F238E27FC236}">
                <a16:creationId xmlns:a16="http://schemas.microsoft.com/office/drawing/2014/main" id="{CFEEFDEC-A344-470A-A33B-F1133646265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053865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Availability zones</a:t>
            </a:r>
          </a:p>
        </p:txBody>
      </p:sp>
      <p:sp>
        <p:nvSpPr>
          <p:cNvPr id="6" name="Text Placeholder 5"/>
          <p:cNvSpPr>
            <a:spLocks noGrp="1"/>
          </p:cNvSpPr>
          <p:nvPr>
            <p:ph sz="quarter" idx="10"/>
          </p:nvPr>
        </p:nvSpPr>
        <p:spPr>
          <a:xfrm>
            <a:off x="441252" y="1453155"/>
            <a:ext cx="6319409" cy="3893374"/>
          </a:xfrm>
        </p:spPr>
        <p:txBody>
          <a:bodyPr vert="horz" wrap="square" lIns="0" tIns="91440" rIns="146304" bIns="91440" rtlCol="0" anchor="t">
            <a:spAutoFit/>
          </a:bodyPr>
          <a:lstStyle/>
          <a:p>
            <a:pPr marL="342900" indent="-342900">
              <a:buFont typeface="Arial" panose="020B0604020202020204" pitchFamily="34" charset="0"/>
              <a:buChar char="•"/>
            </a:pPr>
            <a:r>
              <a:rPr lang="en-IE" dirty="0">
                <a:latin typeface="+mn-lt"/>
              </a:rPr>
              <a:t>Provide protection against downtime due to datacenter failure.</a:t>
            </a:r>
          </a:p>
          <a:p>
            <a:pPr marL="342900" indent="-342900">
              <a:buFont typeface="Arial" panose="020B0604020202020204" pitchFamily="34" charset="0"/>
              <a:buChar char="•"/>
            </a:pPr>
            <a:r>
              <a:rPr lang="en-IE" dirty="0">
                <a:latin typeface="+mn-lt"/>
              </a:rPr>
              <a:t>Physically separate datacenters within the same region.</a:t>
            </a:r>
          </a:p>
          <a:p>
            <a:pPr marL="342900" indent="-342900">
              <a:buFont typeface="Arial" panose="020B0604020202020204" pitchFamily="34" charset="0"/>
              <a:buChar char="•"/>
            </a:pPr>
            <a:r>
              <a:rPr lang="en-IE" dirty="0">
                <a:latin typeface="+mn-lt"/>
              </a:rPr>
              <a:t>Each datacenter is equipped with independent power, cooling, and networking.</a:t>
            </a:r>
            <a:r>
              <a:rPr lang="en-IE" dirty="0"/>
              <a:t> </a:t>
            </a:r>
            <a:endParaRPr lang="en-IE" dirty="0">
              <a:latin typeface="+mn-lt"/>
            </a:endParaRPr>
          </a:p>
          <a:p>
            <a:pPr marL="342900" indent="-342900">
              <a:buFont typeface="Arial" panose="020B0604020202020204" pitchFamily="34" charset="0"/>
              <a:buChar char="•"/>
            </a:pPr>
            <a:r>
              <a:rPr lang="en-IE" dirty="0">
                <a:latin typeface="+mn-lt"/>
              </a:rPr>
              <a:t>Connected through private </a:t>
            </a:r>
            <a:r>
              <a:rPr lang="en-IE" dirty="0" err="1">
                <a:latin typeface="+mn-lt"/>
              </a:rPr>
              <a:t>fiber</a:t>
            </a:r>
            <a:r>
              <a:rPr lang="en-IE" dirty="0">
                <a:latin typeface="+mn-lt"/>
              </a:rPr>
              <a:t>-optic networks.</a:t>
            </a:r>
          </a:p>
        </p:txBody>
      </p:sp>
      <p:grpSp>
        <p:nvGrpSpPr>
          <p:cNvPr id="5" name="Group 4" descr="Conceptual graphic containing a box entitled Azure region and within that box re three separate pictures of Availability zones, each with arrows point to the other two so show connectivity.">
            <a:extLst>
              <a:ext uri="{FF2B5EF4-FFF2-40B4-BE49-F238E27FC236}">
                <a16:creationId xmlns:a16="http://schemas.microsoft.com/office/drawing/2014/main" id="{3AEDB905-FC8D-448D-AC0A-15F4C45D8B15}"/>
              </a:ext>
            </a:extLst>
          </p:cNvPr>
          <p:cNvGrpSpPr/>
          <p:nvPr/>
        </p:nvGrpSpPr>
        <p:grpSpPr>
          <a:xfrm>
            <a:off x="7050529" y="1255870"/>
            <a:ext cx="4719046" cy="4189761"/>
            <a:chOff x="6818439" y="1571306"/>
            <a:chExt cx="4785298" cy="4248581"/>
          </a:xfrm>
        </p:grpSpPr>
        <p:grpSp>
          <p:nvGrpSpPr>
            <p:cNvPr id="7" name="Group 6">
              <a:extLst>
                <a:ext uri="{FF2B5EF4-FFF2-40B4-BE49-F238E27FC236}">
                  <a16:creationId xmlns:a16="http://schemas.microsoft.com/office/drawing/2014/main" id="{4DADC3C6-7E2B-431E-80AD-8E39793EC04B}"/>
                </a:ext>
              </a:extLst>
            </p:cNvPr>
            <p:cNvGrpSpPr/>
            <p:nvPr/>
          </p:nvGrpSpPr>
          <p:grpSpPr>
            <a:xfrm>
              <a:off x="7117431" y="2517295"/>
              <a:ext cx="1691584" cy="999225"/>
              <a:chOff x="6999098" y="4432150"/>
              <a:chExt cx="1691584" cy="999225"/>
            </a:xfrm>
          </p:grpSpPr>
          <p:pic>
            <p:nvPicPr>
              <p:cNvPr id="23" name="Picture 22" descr="diagram of three fault domains, FD0, FD1 and FD1. FD0 contains one UD 0 and FD1 contains two update domains, UD1 and UD2.">
                <a:extLst>
                  <a:ext uri="{FF2B5EF4-FFF2-40B4-BE49-F238E27FC236}">
                    <a16:creationId xmlns:a16="http://schemas.microsoft.com/office/drawing/2014/main" id="{59A63A6C-4FD2-435A-A924-75784D6AFF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1498" y="4584550"/>
                <a:ext cx="1539184" cy="846825"/>
              </a:xfrm>
              <a:prstGeom prst="rect">
                <a:avLst/>
              </a:prstGeom>
              <a:ln>
                <a:solidFill>
                  <a:schemeClr val="tx1"/>
                </a:solidFill>
              </a:ln>
            </p:spPr>
          </p:pic>
          <p:pic>
            <p:nvPicPr>
              <p:cNvPr id="24" name="Picture 23" descr="diagram of three fault domains, FD0, FD1 and FD1. FD0 contains one UD 0 and FD1 contains two update domains, UD1 and UD2.">
                <a:extLst>
                  <a:ext uri="{FF2B5EF4-FFF2-40B4-BE49-F238E27FC236}">
                    <a16:creationId xmlns:a16="http://schemas.microsoft.com/office/drawing/2014/main" id="{33D9E7F5-BEF0-4433-B11F-A53824A7A1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098" y="4432150"/>
                <a:ext cx="1539184" cy="846825"/>
              </a:xfrm>
              <a:prstGeom prst="rect">
                <a:avLst/>
              </a:prstGeom>
              <a:ln>
                <a:solidFill>
                  <a:schemeClr val="tx1"/>
                </a:solidFill>
              </a:ln>
            </p:spPr>
          </p:pic>
        </p:grpSp>
        <p:grpSp>
          <p:nvGrpSpPr>
            <p:cNvPr id="8" name="Group 7">
              <a:extLst>
                <a:ext uri="{FF2B5EF4-FFF2-40B4-BE49-F238E27FC236}">
                  <a16:creationId xmlns:a16="http://schemas.microsoft.com/office/drawing/2014/main" id="{921F8F84-DD3C-48AE-87D9-64E79023DDE7}"/>
                </a:ext>
              </a:extLst>
            </p:cNvPr>
            <p:cNvGrpSpPr/>
            <p:nvPr/>
          </p:nvGrpSpPr>
          <p:grpSpPr>
            <a:xfrm>
              <a:off x="9586238" y="2513688"/>
              <a:ext cx="1691584" cy="999225"/>
              <a:chOff x="6999098" y="4432150"/>
              <a:chExt cx="1691584" cy="999225"/>
            </a:xfrm>
          </p:grpSpPr>
          <p:pic>
            <p:nvPicPr>
              <p:cNvPr id="21" name="Picture 20" descr="diagram of three fault domains, FD0, FD1 and FD1. FD0 contains one UD 0 and FD1 contains two update domains, UD1 and UD2.">
                <a:extLst>
                  <a:ext uri="{FF2B5EF4-FFF2-40B4-BE49-F238E27FC236}">
                    <a16:creationId xmlns:a16="http://schemas.microsoft.com/office/drawing/2014/main" id="{27DD964D-B9C7-449F-8749-704A22005B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1498" y="4584550"/>
                <a:ext cx="1539184" cy="846825"/>
              </a:xfrm>
              <a:prstGeom prst="rect">
                <a:avLst/>
              </a:prstGeom>
              <a:ln>
                <a:solidFill>
                  <a:schemeClr val="tx1"/>
                </a:solidFill>
              </a:ln>
            </p:spPr>
          </p:pic>
          <p:pic>
            <p:nvPicPr>
              <p:cNvPr id="22" name="Picture 21" descr="diagram of three fault domains, FD0, FD1 and FD1. FD0 contains one UD 0 and FD1 contains two update domains, UD1 and UD2.">
                <a:extLst>
                  <a:ext uri="{FF2B5EF4-FFF2-40B4-BE49-F238E27FC236}">
                    <a16:creationId xmlns:a16="http://schemas.microsoft.com/office/drawing/2014/main" id="{EF911D1C-93E1-4852-9B3A-C1BB75155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098" y="4432150"/>
                <a:ext cx="1539184" cy="846825"/>
              </a:xfrm>
              <a:prstGeom prst="rect">
                <a:avLst/>
              </a:prstGeom>
              <a:ln>
                <a:solidFill>
                  <a:schemeClr val="tx1"/>
                </a:solidFill>
              </a:ln>
            </p:spPr>
          </p:pic>
        </p:grpSp>
        <p:grpSp>
          <p:nvGrpSpPr>
            <p:cNvPr id="9" name="Group 8">
              <a:extLst>
                <a:ext uri="{FF2B5EF4-FFF2-40B4-BE49-F238E27FC236}">
                  <a16:creationId xmlns:a16="http://schemas.microsoft.com/office/drawing/2014/main" id="{22360E82-8941-4388-8D8C-6A94D5EA18A1}"/>
                </a:ext>
              </a:extLst>
            </p:cNvPr>
            <p:cNvGrpSpPr/>
            <p:nvPr/>
          </p:nvGrpSpPr>
          <p:grpSpPr>
            <a:xfrm>
              <a:off x="8425270" y="4311420"/>
              <a:ext cx="1691584" cy="999225"/>
              <a:chOff x="6999098" y="4432150"/>
              <a:chExt cx="1691584" cy="999225"/>
            </a:xfrm>
          </p:grpSpPr>
          <p:pic>
            <p:nvPicPr>
              <p:cNvPr id="19" name="Picture 18" descr="diagram of three fault domains, FD0, FD1 and FD1. FD0 contains one UD 0 and FD1 contains two update domains, UD1 and UD2.">
                <a:extLst>
                  <a:ext uri="{FF2B5EF4-FFF2-40B4-BE49-F238E27FC236}">
                    <a16:creationId xmlns:a16="http://schemas.microsoft.com/office/drawing/2014/main" id="{2B24F88C-F664-4133-91D6-9C69424D1EE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51498" y="4584550"/>
                <a:ext cx="1539184" cy="846825"/>
              </a:xfrm>
              <a:prstGeom prst="rect">
                <a:avLst/>
              </a:prstGeom>
              <a:ln>
                <a:solidFill>
                  <a:schemeClr val="tx1"/>
                </a:solidFill>
              </a:ln>
            </p:spPr>
          </p:pic>
          <p:pic>
            <p:nvPicPr>
              <p:cNvPr id="20" name="Picture 19" descr="diagram of three fault domains, FD0, FD1 and FD1. FD0 contains one UD 0 and FD1 contains two update domains, UD1 and UD2.">
                <a:extLst>
                  <a:ext uri="{FF2B5EF4-FFF2-40B4-BE49-F238E27FC236}">
                    <a16:creationId xmlns:a16="http://schemas.microsoft.com/office/drawing/2014/main" id="{109A3630-DE95-4268-B3A6-1CFB48B851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99098" y="4432150"/>
                <a:ext cx="1539184" cy="846825"/>
              </a:xfrm>
              <a:prstGeom prst="rect">
                <a:avLst/>
              </a:prstGeom>
              <a:ln>
                <a:solidFill>
                  <a:schemeClr val="tx1"/>
                </a:solidFill>
              </a:ln>
            </p:spPr>
          </p:pic>
        </p:grpSp>
        <p:sp>
          <p:nvSpPr>
            <p:cNvPr id="10" name="Rectangle 9">
              <a:extLst>
                <a:ext uri="{FF2B5EF4-FFF2-40B4-BE49-F238E27FC236}">
                  <a16:creationId xmlns:a16="http://schemas.microsoft.com/office/drawing/2014/main" id="{90C3513A-1756-4789-9F87-82047F90C544}"/>
                </a:ext>
              </a:extLst>
            </p:cNvPr>
            <p:cNvSpPr/>
            <p:nvPr/>
          </p:nvSpPr>
          <p:spPr>
            <a:xfrm>
              <a:off x="6926019" y="2138699"/>
              <a:ext cx="2009653" cy="363946"/>
            </a:xfrm>
            <a:prstGeom prst="rect">
              <a:avLst/>
            </a:prstGeom>
          </p:spPr>
          <p:txBody>
            <a:bodyPr wrap="none">
              <a:spAutoFit/>
            </a:bodyPr>
            <a:lstStyle/>
            <a:p>
              <a:r>
                <a:rPr lang="en-IE" dirty="0"/>
                <a:t>Availability Zone 1</a:t>
              </a:r>
              <a:endParaRPr lang="en-US" dirty="0"/>
            </a:p>
          </p:txBody>
        </p:sp>
        <p:sp>
          <p:nvSpPr>
            <p:cNvPr id="11" name="Rectangle 10">
              <a:extLst>
                <a:ext uri="{FF2B5EF4-FFF2-40B4-BE49-F238E27FC236}">
                  <a16:creationId xmlns:a16="http://schemas.microsoft.com/office/drawing/2014/main" id="{A118B9BF-950B-4A33-B5EC-A51AF5CD77DB}"/>
                </a:ext>
              </a:extLst>
            </p:cNvPr>
            <p:cNvSpPr/>
            <p:nvPr/>
          </p:nvSpPr>
          <p:spPr>
            <a:xfrm>
              <a:off x="8288645" y="5360218"/>
              <a:ext cx="2009653" cy="363946"/>
            </a:xfrm>
            <a:prstGeom prst="rect">
              <a:avLst/>
            </a:prstGeom>
          </p:spPr>
          <p:txBody>
            <a:bodyPr wrap="none">
              <a:spAutoFit/>
            </a:bodyPr>
            <a:lstStyle/>
            <a:p>
              <a:r>
                <a:rPr lang="en-IE"/>
                <a:t>Availability Zone 3</a:t>
              </a:r>
              <a:endParaRPr lang="en-US"/>
            </a:p>
          </p:txBody>
        </p:sp>
        <p:sp>
          <p:nvSpPr>
            <p:cNvPr id="12" name="Rectangle 11">
              <a:extLst>
                <a:ext uri="{FF2B5EF4-FFF2-40B4-BE49-F238E27FC236}">
                  <a16:creationId xmlns:a16="http://schemas.microsoft.com/office/drawing/2014/main" id="{DED9248F-ADD8-4814-8471-968A3DC3042E}"/>
                </a:ext>
              </a:extLst>
            </p:cNvPr>
            <p:cNvSpPr/>
            <p:nvPr/>
          </p:nvSpPr>
          <p:spPr>
            <a:xfrm>
              <a:off x="9426309" y="2104282"/>
              <a:ext cx="2009653" cy="363946"/>
            </a:xfrm>
            <a:prstGeom prst="rect">
              <a:avLst/>
            </a:prstGeom>
          </p:spPr>
          <p:txBody>
            <a:bodyPr wrap="none">
              <a:spAutoFit/>
            </a:bodyPr>
            <a:lstStyle/>
            <a:p>
              <a:r>
                <a:rPr lang="en-IE"/>
                <a:t>Availability Zone 2</a:t>
              </a:r>
              <a:endParaRPr lang="en-US"/>
            </a:p>
          </p:txBody>
        </p:sp>
        <p:sp>
          <p:nvSpPr>
            <p:cNvPr id="13" name="Arrow: Left-Right 12">
              <a:extLst>
                <a:ext uri="{FF2B5EF4-FFF2-40B4-BE49-F238E27FC236}">
                  <a16:creationId xmlns:a16="http://schemas.microsoft.com/office/drawing/2014/main" id="{D2351211-A447-4536-AACF-ED13AB686E72}"/>
                </a:ext>
              </a:extLst>
            </p:cNvPr>
            <p:cNvSpPr/>
            <p:nvPr/>
          </p:nvSpPr>
          <p:spPr bwMode="auto">
            <a:xfrm>
              <a:off x="8870804" y="2861541"/>
              <a:ext cx="734489" cy="346616"/>
            </a:xfrm>
            <a:prstGeom prst="leftRightArrow">
              <a:avLst/>
            </a:prstGeom>
            <a:solidFill>
              <a:srgbClr val="2E6C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14" name="Arrow: Left-Right 13">
              <a:extLst>
                <a:ext uri="{FF2B5EF4-FFF2-40B4-BE49-F238E27FC236}">
                  <a16:creationId xmlns:a16="http://schemas.microsoft.com/office/drawing/2014/main" id="{06D8D8D5-8485-4E62-809C-7D564FFE123D}"/>
                </a:ext>
              </a:extLst>
            </p:cNvPr>
            <p:cNvSpPr/>
            <p:nvPr/>
          </p:nvSpPr>
          <p:spPr bwMode="auto">
            <a:xfrm rot="3143699">
              <a:off x="8184190" y="3712099"/>
              <a:ext cx="734489" cy="346616"/>
            </a:xfrm>
            <a:prstGeom prst="leftRightArrow">
              <a:avLst/>
            </a:prstGeom>
            <a:solidFill>
              <a:srgbClr val="2E6CA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pic>
          <p:nvPicPr>
            <p:cNvPr id="15" name="Picture 14">
              <a:extLst>
                <a:ext uri="{FF2B5EF4-FFF2-40B4-BE49-F238E27FC236}">
                  <a16:creationId xmlns:a16="http://schemas.microsoft.com/office/drawing/2014/main" id="{805E6B2A-E6C2-4E3A-BA2E-226A1E5A328F}"/>
                </a:ext>
              </a:extLst>
            </p:cNvPr>
            <p:cNvPicPr>
              <a:picLocks noChangeAspect="1"/>
            </p:cNvPicPr>
            <p:nvPr/>
          </p:nvPicPr>
          <p:blipFill>
            <a:blip r:embed="rId4"/>
            <a:stretch>
              <a:fillRect/>
            </a:stretch>
          </p:blipFill>
          <p:spPr>
            <a:xfrm flipH="1">
              <a:off x="9598649" y="3590370"/>
              <a:ext cx="518205" cy="585267"/>
            </a:xfrm>
            <a:prstGeom prst="rect">
              <a:avLst/>
            </a:prstGeom>
          </p:spPr>
        </p:pic>
        <p:sp>
          <p:nvSpPr>
            <p:cNvPr id="16" name="Rectangle 15">
              <a:extLst>
                <a:ext uri="{FF2B5EF4-FFF2-40B4-BE49-F238E27FC236}">
                  <a16:creationId xmlns:a16="http://schemas.microsoft.com/office/drawing/2014/main" id="{EDDE5154-A715-4498-B1F6-76C92411F7AD}"/>
                </a:ext>
              </a:extLst>
            </p:cNvPr>
            <p:cNvSpPr/>
            <p:nvPr/>
          </p:nvSpPr>
          <p:spPr bwMode="auto">
            <a:xfrm>
              <a:off x="6818439" y="1775012"/>
              <a:ext cx="4785298" cy="4044875"/>
            </a:xfrm>
            <a:prstGeom prst="rect">
              <a:avLst/>
            </a:prstGeom>
            <a:noFill/>
            <a:ln w="12700">
              <a:solidFill>
                <a:schemeClr val="tx1"/>
              </a:solidFill>
              <a:prstDash val="dash"/>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gradFill>
                  <a:gsLst>
                    <a:gs pos="0">
                      <a:srgbClr val="FFFFFF"/>
                    </a:gs>
                    <a:gs pos="100000">
                      <a:srgbClr val="FFFFFF"/>
                    </a:gs>
                  </a:gsLst>
                  <a:lin ang="5400000" scaled="0"/>
                </a:gradFill>
                <a:ea typeface="Segoe UI" pitchFamily="34" charset="0"/>
                <a:cs typeface="Segoe UI" pitchFamily="34" charset="0"/>
              </a:endParaRPr>
            </a:p>
          </p:txBody>
        </p:sp>
        <p:sp>
          <p:nvSpPr>
            <p:cNvPr id="18" name="Rectangle 17">
              <a:extLst>
                <a:ext uri="{FF2B5EF4-FFF2-40B4-BE49-F238E27FC236}">
                  <a16:creationId xmlns:a16="http://schemas.microsoft.com/office/drawing/2014/main" id="{80FC8344-0717-4DF1-8D6C-319B8618D90C}"/>
                </a:ext>
              </a:extLst>
            </p:cNvPr>
            <p:cNvSpPr/>
            <p:nvPr/>
          </p:nvSpPr>
          <p:spPr>
            <a:xfrm>
              <a:off x="8330344" y="1571306"/>
              <a:ext cx="1693797" cy="400110"/>
            </a:xfrm>
            <a:prstGeom prst="rect">
              <a:avLst/>
            </a:prstGeom>
            <a:solidFill>
              <a:schemeClr val="bg1"/>
            </a:solidFill>
          </p:spPr>
          <p:txBody>
            <a:bodyPr wrap="none">
              <a:spAutoFit/>
            </a:bodyPr>
            <a:lstStyle/>
            <a:p>
              <a:r>
                <a:rPr lang="en-IE" sz="2000"/>
                <a:t>Azure Region</a:t>
              </a:r>
              <a:endParaRPr lang="en-US" sz="2000"/>
            </a:p>
          </p:txBody>
        </p:sp>
      </p:grpSp>
      <p:sp>
        <p:nvSpPr>
          <p:cNvPr id="3" name="Footer Placeholder 1">
            <a:extLst>
              <a:ext uri="{FF2B5EF4-FFF2-40B4-BE49-F238E27FC236}">
                <a16:creationId xmlns:a16="http://schemas.microsoft.com/office/drawing/2014/main" id="{ED33A386-9779-4C37-94E8-F2D8A9F6206D}"/>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17937069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Region Pairs</a:t>
            </a:r>
          </a:p>
        </p:txBody>
      </p:sp>
      <p:sp>
        <p:nvSpPr>
          <p:cNvPr id="6" name="Text Placeholder 5"/>
          <p:cNvSpPr>
            <a:spLocks noGrp="1"/>
          </p:cNvSpPr>
          <p:nvPr>
            <p:ph sz="quarter" idx="10"/>
          </p:nvPr>
        </p:nvSpPr>
        <p:spPr>
          <a:xfrm>
            <a:off x="487467" y="1661910"/>
            <a:ext cx="5924447" cy="2970044"/>
          </a:xfrm>
        </p:spPr>
        <p:txBody>
          <a:bodyPr vert="horz" wrap="square" lIns="0" tIns="0" rIns="0" bIns="0" rtlCol="0" anchor="t">
            <a:spAutoFit/>
          </a:bodyPr>
          <a:lstStyle/>
          <a:p>
            <a:pPr marL="290195" indent="-290195">
              <a:buFont typeface="Arial" panose="020B0604020202020204" pitchFamily="34" charset="0"/>
              <a:buChar char="•"/>
            </a:pPr>
            <a:r>
              <a:rPr lang="en-US" sz="2400" dirty="0">
                <a:latin typeface="+mn-lt"/>
              </a:rPr>
              <a:t>At least 300 miles of separation between region pairs.</a:t>
            </a:r>
            <a:endParaRPr lang="en-US" sz="1000" dirty="0">
              <a:latin typeface="+mn-lt"/>
            </a:endParaRPr>
          </a:p>
          <a:p>
            <a:pPr marL="290195" indent="-290195">
              <a:buFont typeface="Arial" panose="020B0604020202020204" pitchFamily="34" charset="0"/>
              <a:buChar char="•"/>
            </a:pPr>
            <a:r>
              <a:rPr lang="en-US" dirty="0">
                <a:latin typeface="+mn-lt"/>
              </a:rPr>
              <a:t>Automatic replication for some services.</a:t>
            </a:r>
          </a:p>
          <a:p>
            <a:pPr marL="290195" indent="-290195">
              <a:buFont typeface="Arial" panose="020B0604020202020204" pitchFamily="34" charset="0"/>
              <a:buChar char="•"/>
            </a:pPr>
            <a:r>
              <a:rPr lang="en-US" sz="2400" dirty="0">
                <a:latin typeface="+mn-lt"/>
              </a:rPr>
              <a:t>Prioritized region recovery </a:t>
            </a:r>
            <a:r>
              <a:rPr lang="en-US" dirty="0">
                <a:latin typeface="+mn-lt"/>
              </a:rPr>
              <a:t>in the event of outage.</a:t>
            </a:r>
          </a:p>
          <a:p>
            <a:pPr marL="290195" indent="-290195">
              <a:buFont typeface="Arial" panose="020B0604020202020204" pitchFamily="34" charset="0"/>
              <a:buChar char="•"/>
            </a:pPr>
            <a:r>
              <a:rPr lang="en-US" dirty="0">
                <a:latin typeface="+mn-lt"/>
              </a:rPr>
              <a:t>Updates are rollout sequentially to minimize downtime. </a:t>
            </a:r>
            <a:endParaRPr lang="en-US" sz="2400" dirty="0">
              <a:latin typeface="+mn-lt"/>
            </a:endParaRPr>
          </a:p>
        </p:txBody>
      </p:sp>
      <p:sp>
        <p:nvSpPr>
          <p:cNvPr id="2" name="TextBox 1">
            <a:extLst>
              <a:ext uri="{FF2B5EF4-FFF2-40B4-BE49-F238E27FC236}">
                <a16:creationId xmlns:a16="http://schemas.microsoft.com/office/drawing/2014/main" id="{00D66516-044B-4422-8CA5-FA6FFBDF8E5D}"/>
              </a:ext>
            </a:extLst>
          </p:cNvPr>
          <p:cNvSpPr txBox="1"/>
          <p:nvPr/>
        </p:nvSpPr>
        <p:spPr>
          <a:xfrm>
            <a:off x="640861" y="4691836"/>
            <a:ext cx="6097302" cy="544765"/>
          </a:xfrm>
          <a:prstGeom prst="rect">
            <a:avLst/>
          </a:prstGeom>
          <a:noFill/>
        </p:spPr>
        <p:txBody>
          <a:bodyPr rot="0" spcFirstLastPara="0" vertOverflow="overflow" horzOverflow="overflow" vert="horz" wrap="square" lIns="182880" tIns="146304" rIns="182880" bIns="146304" numCol="1" spcCol="0" rtlCol="0" fromWordArt="0" anchor="t" anchorCtr="0" forceAA="0" compatLnSpc="1">
            <a:prstTxWarp prst="textNoShape">
              <a:avLst/>
            </a:prstTxWarp>
            <a:spAutoFit/>
          </a:bodyPr>
          <a:lstStyle/>
          <a:p>
            <a:pPr>
              <a:lnSpc>
                <a:spcPct val="90000"/>
              </a:lnSpc>
              <a:spcAft>
                <a:spcPts val="600"/>
              </a:spcAft>
            </a:pPr>
            <a:r>
              <a:rPr lang="en-US" sz="1800" dirty="0">
                <a:cs typeface="Segoe UI"/>
              </a:rPr>
              <a:t>Web Link: </a:t>
            </a:r>
            <a:r>
              <a:rPr lang="en-US" sz="1800" dirty="0">
                <a:ea typeface="+mn-lt"/>
                <a:cs typeface="+mn-lt"/>
                <a:hlinkClick r:id="rId3"/>
              </a:rPr>
              <a:t>https://aka.ms/PairedRegions</a:t>
            </a:r>
            <a:endParaRPr lang="en-US" sz="1800" dirty="0">
              <a:cs typeface="Segoe UI"/>
            </a:endParaRPr>
          </a:p>
        </p:txBody>
      </p:sp>
      <p:graphicFrame>
        <p:nvGraphicFramePr>
          <p:cNvPr id="9" name="Table 8">
            <a:extLst>
              <a:ext uri="{FF2B5EF4-FFF2-40B4-BE49-F238E27FC236}">
                <a16:creationId xmlns:a16="http://schemas.microsoft.com/office/drawing/2014/main" id="{D812C242-CE3D-40CD-A21F-9B770DE69246}"/>
              </a:ext>
            </a:extLst>
          </p:cNvPr>
          <p:cNvGraphicFramePr>
            <a:graphicFrameLocks noGrp="1"/>
          </p:cNvGraphicFramePr>
          <p:nvPr/>
        </p:nvGraphicFramePr>
        <p:xfrm>
          <a:off x="6947333" y="331517"/>
          <a:ext cx="1776548" cy="5116481"/>
        </p:xfrm>
        <a:graphic>
          <a:graphicData uri="http://schemas.openxmlformats.org/drawingml/2006/table">
            <a:tbl>
              <a:tblPr firstRow="1">
                <a:tableStyleId>{2D5ABB26-0587-4C30-8999-92F81FD0307C}</a:tableStyleId>
              </a:tblPr>
              <a:tblGrid>
                <a:gridCol w="1776548">
                  <a:extLst>
                    <a:ext uri="{9D8B030D-6E8A-4147-A177-3AD203B41FA5}">
                      <a16:colId xmlns:a16="http://schemas.microsoft.com/office/drawing/2014/main" val="1438438675"/>
                    </a:ext>
                  </a:extLst>
                </a:gridCol>
              </a:tblGrid>
              <a:tr h="306219">
                <a:tc>
                  <a:txBody>
                    <a:bodyPr/>
                    <a:lstStyle/>
                    <a:p>
                      <a:pPr algn="ctr" fontAlgn="base"/>
                      <a:r>
                        <a:rPr lang="en-US" sz="1600" b="0" dirty="0">
                          <a:solidFill>
                            <a:schemeClr val="bg1"/>
                          </a:solidFill>
                          <a:effectLst/>
                          <a:latin typeface="+mj-lt"/>
                        </a:rPr>
                        <a:t>Region</a:t>
                      </a:r>
                      <a:endParaRPr lang="en-US" sz="1600" b="0" i="0" dirty="0">
                        <a:solidFill>
                          <a:schemeClr val="bg1"/>
                        </a:solidFill>
                        <a:effectLst/>
                        <a:latin typeface="+mj-lt"/>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43A5E"/>
                    </a:solidFill>
                  </a:tcPr>
                </a:tc>
                <a:extLst>
                  <a:ext uri="{0D108BD9-81ED-4DB2-BD59-A6C34878D82A}">
                    <a16:rowId xmlns:a16="http://schemas.microsoft.com/office/drawing/2014/main" val="2295325405"/>
                  </a:ext>
                </a:extLst>
              </a:tr>
              <a:tr h="306219">
                <a:tc>
                  <a:txBody>
                    <a:bodyPr/>
                    <a:lstStyle/>
                    <a:p>
                      <a:pPr algn="ctr" fontAlgn="base"/>
                      <a:r>
                        <a:rPr lang="en-US" sz="1600" dirty="0">
                          <a:effectLst/>
                        </a:rPr>
                        <a:t>North Central US​</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5774094"/>
                  </a:ext>
                </a:extLst>
              </a:tr>
              <a:tr h="306219">
                <a:tc>
                  <a:txBody>
                    <a:bodyPr/>
                    <a:lstStyle/>
                    <a:p>
                      <a:pPr algn="ctr" fontAlgn="base"/>
                      <a:r>
                        <a:rPr lang="en-US" sz="1600" dirty="0">
                          <a:effectLst/>
                        </a:rPr>
                        <a:t>East US​</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35649983"/>
                  </a:ext>
                </a:extLst>
              </a:tr>
              <a:tr h="306219">
                <a:tc>
                  <a:txBody>
                    <a:bodyPr/>
                    <a:lstStyle/>
                    <a:p>
                      <a:pPr algn="ctr" fontAlgn="base"/>
                      <a:r>
                        <a:rPr lang="en-US" sz="1600" dirty="0">
                          <a:effectLst/>
                        </a:rPr>
                        <a:t>West US 2​</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051283"/>
                  </a:ext>
                </a:extLst>
              </a:tr>
              <a:tr h="306219">
                <a:tc>
                  <a:txBody>
                    <a:bodyPr/>
                    <a:lstStyle/>
                    <a:p>
                      <a:pPr algn="ctr" fontAlgn="base"/>
                      <a:r>
                        <a:rPr lang="en-US" sz="1600" dirty="0">
                          <a:effectLst/>
                        </a:rPr>
                        <a:t>US East 2​</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57662494"/>
                  </a:ext>
                </a:extLst>
              </a:tr>
              <a:tr h="306219">
                <a:tc>
                  <a:txBody>
                    <a:bodyPr/>
                    <a:lstStyle/>
                    <a:p>
                      <a:pPr algn="ctr" fontAlgn="base"/>
                      <a:r>
                        <a:rPr lang="en-US" sz="1600" dirty="0">
                          <a:effectLst/>
                        </a:rPr>
                        <a:t>Canada Central​</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3272622"/>
                  </a:ext>
                </a:extLst>
              </a:tr>
              <a:tr h="306219">
                <a:tc>
                  <a:txBody>
                    <a:bodyPr/>
                    <a:lstStyle/>
                    <a:p>
                      <a:pPr algn="ctr" fontAlgn="base"/>
                      <a:r>
                        <a:rPr lang="en-US" sz="1600" dirty="0">
                          <a:effectLst/>
                        </a:rPr>
                        <a:t>North Europe​</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61321702"/>
                  </a:ext>
                </a:extLst>
              </a:tr>
              <a:tr h="306219">
                <a:tc>
                  <a:txBody>
                    <a:bodyPr/>
                    <a:lstStyle/>
                    <a:p>
                      <a:pPr algn="ctr" fontAlgn="base"/>
                      <a:r>
                        <a:rPr lang="en-US" sz="1600" dirty="0">
                          <a:effectLst/>
                        </a:rPr>
                        <a:t>UK West​</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8418596"/>
                  </a:ext>
                </a:extLst>
              </a:tr>
              <a:tr h="568984">
                <a:tc>
                  <a:txBody>
                    <a:bodyPr/>
                    <a:lstStyle/>
                    <a:p>
                      <a:pPr algn="ctr" fontAlgn="base"/>
                      <a:r>
                        <a:rPr lang="en-US" sz="1600" dirty="0">
                          <a:effectLst/>
                        </a:rPr>
                        <a:t>Germany Central​</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263196076"/>
                  </a:ext>
                </a:extLst>
              </a:tr>
              <a:tr h="306219">
                <a:tc>
                  <a:txBody>
                    <a:bodyPr/>
                    <a:lstStyle/>
                    <a:p>
                      <a:pPr algn="ctr" fontAlgn="base"/>
                      <a:r>
                        <a:rPr lang="en-US" sz="1600" dirty="0">
                          <a:effectLst/>
                        </a:rPr>
                        <a:t>South East Asia​</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8798151"/>
                  </a:ext>
                </a:extLst>
              </a:tr>
              <a:tr h="306219">
                <a:tc>
                  <a:txBody>
                    <a:bodyPr/>
                    <a:lstStyle/>
                    <a:p>
                      <a:pPr algn="ctr" fontAlgn="base"/>
                      <a:r>
                        <a:rPr lang="en-US" sz="1600" dirty="0">
                          <a:effectLst/>
                        </a:rPr>
                        <a:t>East China​</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43023007"/>
                  </a:ext>
                </a:extLst>
              </a:tr>
              <a:tr h="306219">
                <a:tc>
                  <a:txBody>
                    <a:bodyPr/>
                    <a:lstStyle/>
                    <a:p>
                      <a:pPr algn="ctr" fontAlgn="base"/>
                      <a:r>
                        <a:rPr lang="en-US" sz="1600" dirty="0">
                          <a:effectLst/>
                        </a:rPr>
                        <a:t>Japan East​</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3175280"/>
                  </a:ext>
                </a:extLst>
              </a:tr>
              <a:tr h="306219">
                <a:tc>
                  <a:txBody>
                    <a:bodyPr/>
                    <a:lstStyle/>
                    <a:p>
                      <a:pPr algn="ctr" fontAlgn="base"/>
                      <a:r>
                        <a:rPr lang="en-US" sz="1600" dirty="0">
                          <a:effectLst/>
                        </a:rPr>
                        <a:t>Australia Southeast​</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88797014"/>
                  </a:ext>
                </a:extLst>
              </a:tr>
              <a:tr h="306219">
                <a:tc>
                  <a:txBody>
                    <a:bodyPr/>
                    <a:lstStyle/>
                    <a:p>
                      <a:pPr algn="ctr" fontAlgn="base"/>
                      <a:r>
                        <a:rPr lang="en-US" sz="1600" dirty="0">
                          <a:effectLst/>
                        </a:rPr>
                        <a:t>India South​</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315572"/>
                  </a:ext>
                </a:extLst>
              </a:tr>
              <a:tr h="566650">
                <a:tc>
                  <a:txBody>
                    <a:bodyPr/>
                    <a:lstStyle/>
                    <a:p>
                      <a:pPr algn="ctr" fontAlgn="base"/>
                      <a:r>
                        <a:rPr lang="en-US" sz="1600" dirty="0">
                          <a:effectLst/>
                        </a:rPr>
                        <a:t>Brazil South (Primary)​</a:t>
                      </a:r>
                      <a:endParaRPr lang="en-US" sz="1600" b="1"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56298458"/>
                  </a:ext>
                </a:extLst>
              </a:tr>
            </a:tbl>
          </a:graphicData>
        </a:graphic>
      </p:graphicFrame>
      <p:sp>
        <p:nvSpPr>
          <p:cNvPr id="21" name="Arrow: Left-Right 20">
            <a:extLst>
              <a:ext uri="{FF2B5EF4-FFF2-40B4-BE49-F238E27FC236}">
                <a16:creationId xmlns:a16="http://schemas.microsoft.com/office/drawing/2014/main" id="{3BF19608-4E55-40DF-8F76-EFF39FE48524}"/>
              </a:ext>
              <a:ext uri="{C183D7F6-B498-43B3-948B-1728B52AA6E4}">
                <adec:decorative xmlns:adec="http://schemas.microsoft.com/office/drawing/2017/decorative" val="1"/>
              </a:ext>
            </a:extLst>
          </p:cNvPr>
          <p:cNvSpPr/>
          <p:nvPr/>
        </p:nvSpPr>
        <p:spPr bwMode="auto">
          <a:xfrm>
            <a:off x="8911281" y="2693014"/>
            <a:ext cx="771011" cy="393486"/>
          </a:xfrm>
          <a:prstGeom prst="leftRightArrow">
            <a:avLst>
              <a:gd name="adj1" fmla="val 50001"/>
              <a:gd name="adj2" fmla="val 50000"/>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dirty="0">
              <a:gradFill>
                <a:gsLst>
                  <a:gs pos="0">
                    <a:srgbClr val="FFFFFF"/>
                  </a:gs>
                  <a:gs pos="100000">
                    <a:srgbClr val="FFFFFF"/>
                  </a:gs>
                </a:gsLst>
                <a:lin ang="5400000" scaled="0"/>
              </a:gradFill>
              <a:ea typeface="Segoe UI" pitchFamily="34" charset="0"/>
              <a:cs typeface="Segoe UI" pitchFamily="34" charset="0"/>
            </a:endParaRPr>
          </a:p>
        </p:txBody>
      </p:sp>
      <p:graphicFrame>
        <p:nvGraphicFramePr>
          <p:cNvPr id="28" name="Table 27">
            <a:extLst>
              <a:ext uri="{FF2B5EF4-FFF2-40B4-BE49-F238E27FC236}">
                <a16:creationId xmlns:a16="http://schemas.microsoft.com/office/drawing/2014/main" id="{A1625483-567C-4965-88E9-3C4013EAEE2C}"/>
              </a:ext>
            </a:extLst>
          </p:cNvPr>
          <p:cNvGraphicFramePr>
            <a:graphicFrameLocks noGrp="1"/>
          </p:cNvGraphicFramePr>
          <p:nvPr/>
        </p:nvGraphicFramePr>
        <p:xfrm>
          <a:off x="9869692" y="331517"/>
          <a:ext cx="1776548" cy="5116481"/>
        </p:xfrm>
        <a:graphic>
          <a:graphicData uri="http://schemas.openxmlformats.org/drawingml/2006/table">
            <a:tbl>
              <a:tblPr firstRow="1">
                <a:tableStyleId>{2D5ABB26-0587-4C30-8999-92F81FD0307C}</a:tableStyleId>
              </a:tblPr>
              <a:tblGrid>
                <a:gridCol w="1776548">
                  <a:extLst>
                    <a:ext uri="{9D8B030D-6E8A-4147-A177-3AD203B41FA5}">
                      <a16:colId xmlns:a16="http://schemas.microsoft.com/office/drawing/2014/main" val="1438438675"/>
                    </a:ext>
                  </a:extLst>
                </a:gridCol>
              </a:tblGrid>
              <a:tr h="306219">
                <a:tc>
                  <a:txBody>
                    <a:bodyPr/>
                    <a:lstStyle/>
                    <a:p>
                      <a:pPr algn="ctr" fontAlgn="base"/>
                      <a:r>
                        <a:rPr lang="en-US" sz="1600" b="0" dirty="0">
                          <a:solidFill>
                            <a:schemeClr val="bg1"/>
                          </a:solidFill>
                          <a:effectLst/>
                          <a:latin typeface="+mj-lt"/>
                        </a:rPr>
                        <a:t>Region</a:t>
                      </a:r>
                      <a:endParaRPr lang="en-US" sz="1600" b="0" i="0" dirty="0">
                        <a:solidFill>
                          <a:schemeClr val="bg1"/>
                        </a:solidFill>
                        <a:effectLst/>
                        <a:latin typeface="+mj-lt"/>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43A5E"/>
                    </a:solidFill>
                  </a:tcPr>
                </a:tc>
                <a:extLst>
                  <a:ext uri="{0D108BD9-81ED-4DB2-BD59-A6C34878D82A}">
                    <a16:rowId xmlns:a16="http://schemas.microsoft.com/office/drawing/2014/main" val="2295325405"/>
                  </a:ext>
                </a:extLst>
              </a:tr>
              <a:tr h="306219">
                <a:tc>
                  <a:txBody>
                    <a:bodyPr/>
                    <a:lstStyle/>
                    <a:p>
                      <a:pPr algn="ctr" fontAlgn="base"/>
                      <a:r>
                        <a:rPr lang="en-US" sz="1600" b="0" dirty="0">
                          <a:solidFill>
                            <a:schemeClr val="tx1"/>
                          </a:solidFill>
                          <a:effectLst/>
                        </a:rPr>
                        <a:t>South Central US​</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65774094"/>
                  </a:ext>
                </a:extLst>
              </a:tr>
              <a:tr h="306219">
                <a:tc>
                  <a:txBody>
                    <a:bodyPr/>
                    <a:lstStyle/>
                    <a:p>
                      <a:pPr algn="ctr" fontAlgn="base"/>
                      <a:r>
                        <a:rPr lang="en-US" sz="1600" b="0" dirty="0">
                          <a:solidFill>
                            <a:schemeClr val="tx1"/>
                          </a:solidFill>
                          <a:effectLst/>
                        </a:rPr>
                        <a:t>West US​</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35649983"/>
                  </a:ext>
                </a:extLst>
              </a:tr>
              <a:tr h="306219">
                <a:tc>
                  <a:txBody>
                    <a:bodyPr/>
                    <a:lstStyle/>
                    <a:p>
                      <a:pPr algn="ctr" fontAlgn="base"/>
                      <a:r>
                        <a:rPr lang="en-US" sz="1600" b="0" dirty="0">
                          <a:solidFill>
                            <a:schemeClr val="tx1"/>
                          </a:solidFill>
                          <a:effectLst/>
                        </a:rPr>
                        <a:t>West Central US​</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91051283"/>
                  </a:ext>
                </a:extLst>
              </a:tr>
              <a:tr h="306219">
                <a:tc>
                  <a:txBody>
                    <a:bodyPr/>
                    <a:lstStyle/>
                    <a:p>
                      <a:pPr algn="ctr" fontAlgn="base"/>
                      <a:r>
                        <a:rPr lang="en-US" sz="1600" b="0" dirty="0">
                          <a:solidFill>
                            <a:schemeClr val="tx1"/>
                          </a:solidFill>
                          <a:effectLst/>
                        </a:rPr>
                        <a:t>Central US​</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57662494"/>
                  </a:ext>
                </a:extLst>
              </a:tr>
              <a:tr h="306219">
                <a:tc>
                  <a:txBody>
                    <a:bodyPr/>
                    <a:lstStyle/>
                    <a:p>
                      <a:pPr algn="ctr" fontAlgn="base"/>
                      <a:r>
                        <a:rPr lang="en-US" sz="1600" b="0" dirty="0">
                          <a:solidFill>
                            <a:schemeClr val="tx1"/>
                          </a:solidFill>
                          <a:effectLst/>
                        </a:rPr>
                        <a:t>Canada East​</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3272622"/>
                  </a:ext>
                </a:extLst>
              </a:tr>
              <a:tr h="306219">
                <a:tc>
                  <a:txBody>
                    <a:bodyPr/>
                    <a:lstStyle/>
                    <a:p>
                      <a:pPr algn="ctr" fontAlgn="base"/>
                      <a:r>
                        <a:rPr lang="en-US" sz="1600" b="0" dirty="0">
                          <a:solidFill>
                            <a:schemeClr val="tx1"/>
                          </a:solidFill>
                          <a:effectLst/>
                        </a:rPr>
                        <a:t>West Europe​</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461321702"/>
                  </a:ext>
                </a:extLst>
              </a:tr>
              <a:tr h="306219">
                <a:tc>
                  <a:txBody>
                    <a:bodyPr/>
                    <a:lstStyle/>
                    <a:p>
                      <a:pPr algn="ctr" fontAlgn="base"/>
                      <a:r>
                        <a:rPr lang="en-US" sz="1600" b="0">
                          <a:solidFill>
                            <a:schemeClr val="tx1"/>
                          </a:solidFill>
                          <a:effectLst/>
                        </a:rPr>
                        <a:t>UK South​</a:t>
                      </a:r>
                      <a:endParaRPr lang="en-US" sz="1600" b="0" i="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8418596"/>
                  </a:ext>
                </a:extLst>
              </a:tr>
              <a:tr h="568984">
                <a:tc>
                  <a:txBody>
                    <a:bodyPr/>
                    <a:lstStyle/>
                    <a:p>
                      <a:pPr algn="ctr" fontAlgn="base"/>
                      <a:r>
                        <a:rPr lang="en-US" sz="1600" b="0" dirty="0">
                          <a:solidFill>
                            <a:schemeClr val="tx1"/>
                          </a:solidFill>
                          <a:effectLst/>
                        </a:rPr>
                        <a:t>Germany Northeast​</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263196076"/>
                  </a:ext>
                </a:extLst>
              </a:tr>
              <a:tr h="306219">
                <a:tc>
                  <a:txBody>
                    <a:bodyPr/>
                    <a:lstStyle/>
                    <a:p>
                      <a:pPr algn="ctr" fontAlgn="base"/>
                      <a:r>
                        <a:rPr lang="en-US" sz="1600" b="0" dirty="0">
                          <a:solidFill>
                            <a:schemeClr val="tx1"/>
                          </a:solidFill>
                          <a:effectLst/>
                        </a:rPr>
                        <a:t>East Asia​</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8798151"/>
                  </a:ext>
                </a:extLst>
              </a:tr>
              <a:tr h="306219">
                <a:tc>
                  <a:txBody>
                    <a:bodyPr/>
                    <a:lstStyle/>
                    <a:p>
                      <a:pPr algn="ctr" fontAlgn="base"/>
                      <a:r>
                        <a:rPr lang="en-US" sz="1600" b="0" dirty="0">
                          <a:solidFill>
                            <a:schemeClr val="tx1"/>
                          </a:solidFill>
                          <a:effectLst/>
                        </a:rPr>
                        <a:t>North China​</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43023007"/>
                  </a:ext>
                </a:extLst>
              </a:tr>
              <a:tr h="306219">
                <a:tc>
                  <a:txBody>
                    <a:bodyPr/>
                    <a:lstStyle/>
                    <a:p>
                      <a:pPr algn="ctr" fontAlgn="base"/>
                      <a:r>
                        <a:rPr lang="en-US" sz="1600" b="0" dirty="0">
                          <a:solidFill>
                            <a:schemeClr val="tx1"/>
                          </a:solidFill>
                          <a:effectLst/>
                        </a:rPr>
                        <a:t>Japan West​</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3175280"/>
                  </a:ext>
                </a:extLst>
              </a:tr>
              <a:tr h="306219">
                <a:tc>
                  <a:txBody>
                    <a:bodyPr/>
                    <a:lstStyle/>
                    <a:p>
                      <a:pPr algn="ctr" fontAlgn="base"/>
                      <a:r>
                        <a:rPr lang="en-US" sz="1600" b="0" dirty="0">
                          <a:solidFill>
                            <a:schemeClr val="tx1"/>
                          </a:solidFill>
                          <a:effectLst/>
                        </a:rPr>
                        <a:t>Australia East​</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4088797014"/>
                  </a:ext>
                </a:extLst>
              </a:tr>
              <a:tr h="306219">
                <a:tc>
                  <a:txBody>
                    <a:bodyPr/>
                    <a:lstStyle/>
                    <a:p>
                      <a:pPr algn="ctr" fontAlgn="base"/>
                      <a:r>
                        <a:rPr lang="en-US" sz="1600" b="0" dirty="0">
                          <a:solidFill>
                            <a:schemeClr val="tx1"/>
                          </a:solidFill>
                          <a:effectLst/>
                        </a:rPr>
                        <a:t>India Central​</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4315572"/>
                  </a:ext>
                </a:extLst>
              </a:tr>
              <a:tr h="566650">
                <a:tc>
                  <a:txBody>
                    <a:bodyPr/>
                    <a:lstStyle/>
                    <a:p>
                      <a:pPr algn="ctr" fontAlgn="base"/>
                      <a:r>
                        <a:rPr lang="en-US" sz="1600" b="0" dirty="0">
                          <a:solidFill>
                            <a:schemeClr val="tx1"/>
                          </a:solidFill>
                          <a:effectLst/>
                        </a:rPr>
                        <a:t>South Central US ​</a:t>
                      </a:r>
                      <a:endParaRPr lang="en-US" sz="1600" b="0" i="0" dirty="0">
                        <a:solidFill>
                          <a:schemeClr val="tx1"/>
                        </a:solidFill>
                        <a:effectLst/>
                        <a:latin typeface="Segoe UI Semilight" panose="020B0402040204020203" pitchFamily="34" charset="0"/>
                        <a:cs typeface="Segoe UI Semilight" panose="020B0402040204020203" pitchFamily="34" charset="0"/>
                      </a:endParaRPr>
                    </a:p>
                  </a:txBody>
                  <a:tcPr marL="27650" marR="27650" marT="13825" marB="1382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856298458"/>
                  </a:ext>
                </a:extLst>
              </a:tr>
            </a:tbl>
          </a:graphicData>
        </a:graphic>
      </p:graphicFrame>
      <p:sp>
        <p:nvSpPr>
          <p:cNvPr id="4" name="Footer Placeholder 1">
            <a:extLst>
              <a:ext uri="{FF2B5EF4-FFF2-40B4-BE49-F238E27FC236}">
                <a16:creationId xmlns:a16="http://schemas.microsoft.com/office/drawing/2014/main" id="{4240E434-9668-4343-85DE-ED8115B07FDA}"/>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181441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Azure Sovereign Regions (Azure China)</a:t>
            </a:r>
            <a:endParaRPr lang="en-US" strike="sngStrike" noProof="0" dirty="0"/>
          </a:p>
        </p:txBody>
      </p:sp>
      <p:sp>
        <p:nvSpPr>
          <p:cNvPr id="6" name="Text Placeholder 5"/>
          <p:cNvSpPr>
            <a:spLocks noGrp="1"/>
          </p:cNvSpPr>
          <p:nvPr>
            <p:ph sz="quarter" idx="10"/>
          </p:nvPr>
        </p:nvSpPr>
        <p:spPr>
          <a:xfrm>
            <a:off x="419100" y="1456897"/>
            <a:ext cx="11340811" cy="933878"/>
          </a:xfrm>
        </p:spPr>
        <p:txBody>
          <a:bodyPr vert="horz" wrap="square" lIns="0" tIns="91440" rIns="146304" bIns="91440" rtlCol="0" anchor="t">
            <a:spAutoFit/>
          </a:bodyPr>
          <a:lstStyle/>
          <a:p>
            <a:r>
              <a:rPr lang="en-US" dirty="0"/>
              <a:t>Microsoft is China’s first foreign public cloud service provider, in compliance with government regulations.</a:t>
            </a:r>
            <a:endParaRPr lang="en-US" noProof="0" dirty="0"/>
          </a:p>
        </p:txBody>
      </p:sp>
      <p:sp>
        <p:nvSpPr>
          <p:cNvPr id="4" name="Text Placeholder 5"/>
          <p:cNvSpPr txBox="1">
            <a:spLocks/>
          </p:cNvSpPr>
          <p:nvPr/>
        </p:nvSpPr>
        <p:spPr>
          <a:xfrm>
            <a:off x="1593955" y="2632805"/>
            <a:ext cx="8046720" cy="2294924"/>
          </a:xfrm>
          <a:prstGeom prst="rect">
            <a:avLst/>
          </a:prstGeom>
        </p:spPr>
        <p:txBody>
          <a:bodyPr vert="horz" wrap="square" lIns="0" tIns="0" rIns="0" bIns="0" rtlCol="0">
            <a:spAutoFit/>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800" kern="1200" spc="0" baseline="0">
                <a:gradFill>
                  <a:gsLst>
                    <a:gs pos="1250">
                      <a:schemeClr val="tx1"/>
                    </a:gs>
                    <a:gs pos="100000">
                      <a:schemeClr val="tx1"/>
                    </a:gs>
                  </a:gsLst>
                  <a:lin ang="5400000" scaled="0"/>
                </a:gradFill>
                <a:latin typeface="Segoe UI Semilight" panose="020B0402040204020203" pitchFamily="34" charset="0"/>
                <a:ea typeface="+mn-ea"/>
                <a:cs typeface="Segoe UI Semilight" panose="020B0402040204020203" pitchFamily="34" charset="0"/>
              </a:defRPr>
            </a:lvl1pPr>
            <a:lvl2pPr marL="2286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2000" kern="1200" spc="0" baseline="0">
                <a:gradFill>
                  <a:gsLst>
                    <a:gs pos="1250">
                      <a:schemeClr val="tx1"/>
                    </a:gs>
                    <a:gs pos="100000">
                      <a:schemeClr val="tx1"/>
                    </a:gs>
                  </a:gsLst>
                  <a:lin ang="5400000" scaled="0"/>
                </a:gradFill>
                <a:latin typeface="+mn-lt"/>
                <a:ea typeface="+mn-ea"/>
                <a:cs typeface="+mn-cs"/>
              </a:defRPr>
            </a:lvl2pPr>
            <a:lvl3pPr marL="4572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600" kern="1200" spc="0" baseline="0">
                <a:gradFill>
                  <a:gsLst>
                    <a:gs pos="1250">
                      <a:schemeClr val="tx1"/>
                    </a:gs>
                    <a:gs pos="100000">
                      <a:schemeClr val="tx1"/>
                    </a:gs>
                  </a:gsLst>
                  <a:lin ang="5400000" scaled="0"/>
                </a:gradFill>
                <a:latin typeface="+mn-lt"/>
                <a:ea typeface="+mn-ea"/>
                <a:cs typeface="+mn-cs"/>
              </a:defRPr>
            </a:lvl3pPr>
            <a:lvl4pPr marL="6858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4pPr>
            <a:lvl5pPr marL="91440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4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pPr>
            <a:r>
              <a:rPr lang="en-US" sz="2400" dirty="0">
                <a:latin typeface="+mn-lt"/>
                <a:cs typeface="Segoe UI Semibold" panose="020B0702040204020203" pitchFamily="34" charset="0"/>
              </a:rPr>
              <a:t>Azure China features:</a:t>
            </a:r>
            <a:endParaRPr lang="en-US" sz="2400" dirty="0">
              <a:latin typeface="+mn-lt"/>
            </a:endParaRPr>
          </a:p>
          <a:p>
            <a:pPr marL="457200" indent="-457200">
              <a:lnSpc>
                <a:spcPct val="150000"/>
              </a:lnSpc>
              <a:buFont typeface="Arial" panose="020B0604020202020204" pitchFamily="34" charset="0"/>
              <a:buChar char="•"/>
            </a:pPr>
            <a:r>
              <a:rPr lang="en-US" sz="2400" dirty="0">
                <a:latin typeface="+mn-lt"/>
                <a:cs typeface="Segoe UI" panose="020B0502040204020203" pitchFamily="34" charset="0"/>
              </a:rPr>
              <a:t>Physically separated instance of Azure cloud services operated by 21Vianet</a:t>
            </a:r>
          </a:p>
          <a:p>
            <a:pPr marL="457200" indent="-457200">
              <a:lnSpc>
                <a:spcPct val="150000"/>
              </a:lnSpc>
              <a:buFont typeface="Arial" panose="020B0604020202020204" pitchFamily="34" charset="0"/>
              <a:buChar char="•"/>
            </a:pPr>
            <a:r>
              <a:rPr lang="en-US" sz="2400" dirty="0">
                <a:latin typeface="+mn-lt"/>
                <a:cs typeface="Segoe UI" panose="020B0502040204020203" pitchFamily="34" charset="0"/>
              </a:rPr>
              <a:t>All data stays within China to ensure compliance</a:t>
            </a:r>
          </a:p>
        </p:txBody>
      </p:sp>
      <p:grpSp>
        <p:nvGrpSpPr>
          <p:cNvPr id="5" name="Group 4">
            <a:extLst>
              <a:ext uri="{C183D7F6-B498-43B3-948B-1728B52AA6E4}">
                <adec:decorative xmlns:adec="http://schemas.microsoft.com/office/drawing/2017/decorative" val="1"/>
              </a:ext>
            </a:extLst>
          </p:cNvPr>
          <p:cNvGrpSpPr>
            <a:grpSpLocks noChangeAspect="1"/>
          </p:cNvGrpSpPr>
          <p:nvPr/>
        </p:nvGrpSpPr>
        <p:grpSpPr>
          <a:xfrm>
            <a:off x="524249" y="3628483"/>
            <a:ext cx="801688" cy="798513"/>
            <a:chOff x="7296944" y="5021262"/>
            <a:chExt cx="801688" cy="798513"/>
          </a:xfrm>
        </p:grpSpPr>
        <p:sp>
          <p:nvSpPr>
            <p:cNvPr id="7" name="Rectangle 25"/>
            <p:cNvSpPr>
              <a:spLocks noChangeArrowheads="1"/>
            </p:cNvSpPr>
            <p:nvPr/>
          </p:nvSpPr>
          <p:spPr bwMode="auto">
            <a:xfrm>
              <a:off x="7296944" y="5021262"/>
              <a:ext cx="801688" cy="798513"/>
            </a:xfrm>
            <a:prstGeom prst="rect">
              <a:avLst/>
            </a:prstGeom>
            <a:solidFill>
              <a:srgbClr val="008272"/>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26"/>
            <p:cNvSpPr>
              <a:spLocks noChangeAspect="1"/>
            </p:cNvSpPr>
            <p:nvPr/>
          </p:nvSpPr>
          <p:spPr bwMode="auto">
            <a:xfrm>
              <a:off x="7461780" y="5164137"/>
              <a:ext cx="57150" cy="133350"/>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5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5"/>
                  </a:cubicBezTo>
                  <a:cubicBezTo>
                    <a:pt x="11" y="3"/>
                    <a:pt x="13" y="2"/>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9" name="Freeform 27"/>
            <p:cNvSpPr>
              <a:spLocks noEditPoints="1"/>
            </p:cNvSpPr>
            <p:nvPr/>
          </p:nvSpPr>
          <p:spPr bwMode="auto">
            <a:xfrm>
              <a:off x="7564967" y="5165724"/>
              <a:ext cx="96838" cy="134938"/>
            </a:xfrm>
            <a:custGeom>
              <a:avLst/>
              <a:gdLst>
                <a:gd name="T0" fmla="*/ 18 w 37"/>
                <a:gd name="T1" fmla="*/ 52 h 52"/>
                <a:gd name="T2" fmla="*/ 0 w 37"/>
                <a:gd name="T3" fmla="*/ 27 h 52"/>
                <a:gd name="T4" fmla="*/ 5 w 37"/>
                <a:gd name="T5" fmla="*/ 6 h 52"/>
                <a:gd name="T6" fmla="*/ 19 w 37"/>
                <a:gd name="T7" fmla="*/ 0 h 52"/>
                <a:gd name="T8" fmla="*/ 37 w 37"/>
                <a:gd name="T9" fmla="*/ 26 h 52"/>
                <a:gd name="T10" fmla="*/ 32 w 37"/>
                <a:gd name="T11" fmla="*/ 45 h 52"/>
                <a:gd name="T12" fmla="*/ 18 w 37"/>
                <a:gd name="T13" fmla="*/ 52 h 52"/>
                <a:gd name="T14" fmla="*/ 19 w 37"/>
                <a:gd name="T15" fmla="*/ 8 h 52"/>
                <a:gd name="T16" fmla="*/ 11 w 37"/>
                <a:gd name="T17" fmla="*/ 26 h 52"/>
                <a:gd name="T18" fmla="*/ 19 w 37"/>
                <a:gd name="T19" fmla="*/ 44 h 52"/>
                <a:gd name="T20" fmla="*/ 25 w 37"/>
                <a:gd name="T21" fmla="*/ 26 h 52"/>
                <a:gd name="T22" fmla="*/ 19 w 37"/>
                <a:gd name="T23"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2">
                  <a:moveTo>
                    <a:pt x="18" y="52"/>
                  </a:moveTo>
                  <a:cubicBezTo>
                    <a:pt x="6" y="52"/>
                    <a:pt x="0" y="44"/>
                    <a:pt x="0" y="27"/>
                  </a:cubicBezTo>
                  <a:cubicBezTo>
                    <a:pt x="0" y="18"/>
                    <a:pt x="2" y="11"/>
                    <a:pt x="5" y="6"/>
                  </a:cubicBezTo>
                  <a:cubicBezTo>
                    <a:pt x="8" y="2"/>
                    <a:pt x="13" y="0"/>
                    <a:pt x="19" y="0"/>
                  </a:cubicBezTo>
                  <a:cubicBezTo>
                    <a:pt x="31" y="0"/>
                    <a:pt x="37" y="8"/>
                    <a:pt x="37" y="26"/>
                  </a:cubicBezTo>
                  <a:cubicBezTo>
                    <a:pt x="37" y="34"/>
                    <a:pt x="35" y="41"/>
                    <a:pt x="32" y="45"/>
                  </a:cubicBezTo>
                  <a:cubicBezTo>
                    <a:pt x="29" y="50"/>
                    <a:pt x="24" y="52"/>
                    <a:pt x="18" y="52"/>
                  </a:cubicBezTo>
                  <a:close/>
                  <a:moveTo>
                    <a:pt x="19" y="8"/>
                  </a:moveTo>
                  <a:cubicBezTo>
                    <a:pt x="14" y="8"/>
                    <a:pt x="11" y="14"/>
                    <a:pt x="11" y="26"/>
                  </a:cubicBezTo>
                  <a:cubicBezTo>
                    <a:pt x="11" y="38"/>
                    <a:pt x="14" y="44"/>
                    <a:pt x="19" y="44"/>
                  </a:cubicBezTo>
                  <a:cubicBezTo>
                    <a:pt x="23" y="44"/>
                    <a:pt x="25" y="38"/>
                    <a:pt x="25" y="26"/>
                  </a:cubicBezTo>
                  <a:cubicBezTo>
                    <a:pt x="25" y="14"/>
                    <a:pt x="23" y="8"/>
                    <a:pt x="19" y="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0" name="Freeform 28"/>
            <p:cNvSpPr>
              <a:spLocks/>
            </p:cNvSpPr>
            <p:nvPr/>
          </p:nvSpPr>
          <p:spPr bwMode="auto">
            <a:xfrm>
              <a:off x="7687205" y="5164137"/>
              <a:ext cx="57150" cy="133350"/>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5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9"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5"/>
                  </a:cubicBezTo>
                  <a:cubicBezTo>
                    <a:pt x="11" y="3"/>
                    <a:pt x="13" y="2"/>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1" name="Freeform 29"/>
            <p:cNvSpPr>
              <a:spLocks noEditPoints="1"/>
            </p:cNvSpPr>
            <p:nvPr/>
          </p:nvSpPr>
          <p:spPr bwMode="auto">
            <a:xfrm>
              <a:off x="7449080" y="5351462"/>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5 w 37"/>
                <a:gd name="T21" fmla="*/ 27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5"/>
                    <a:pt x="0" y="27"/>
                  </a:cubicBezTo>
                  <a:cubicBezTo>
                    <a:pt x="0" y="19"/>
                    <a:pt x="2" y="12"/>
                    <a:pt x="5" y="7"/>
                  </a:cubicBezTo>
                  <a:cubicBezTo>
                    <a:pt x="8" y="3"/>
                    <a:pt x="13" y="0"/>
                    <a:pt x="19" y="0"/>
                  </a:cubicBezTo>
                  <a:cubicBezTo>
                    <a:pt x="31" y="0"/>
                    <a:pt x="37" y="9"/>
                    <a:pt x="37" y="26"/>
                  </a:cubicBezTo>
                  <a:cubicBezTo>
                    <a:pt x="37" y="35"/>
                    <a:pt x="35" y="42"/>
                    <a:pt x="32" y="46"/>
                  </a:cubicBezTo>
                  <a:cubicBezTo>
                    <a:pt x="29" y="51"/>
                    <a:pt x="24" y="53"/>
                    <a:pt x="18" y="53"/>
                  </a:cubicBezTo>
                  <a:close/>
                  <a:moveTo>
                    <a:pt x="19" y="9"/>
                  </a:moveTo>
                  <a:cubicBezTo>
                    <a:pt x="14" y="9"/>
                    <a:pt x="11" y="15"/>
                    <a:pt x="11" y="27"/>
                  </a:cubicBezTo>
                  <a:cubicBezTo>
                    <a:pt x="11" y="39"/>
                    <a:pt x="14" y="44"/>
                    <a:pt x="19" y="44"/>
                  </a:cubicBezTo>
                  <a:cubicBezTo>
                    <a:pt x="23" y="44"/>
                    <a:pt x="25" y="39"/>
                    <a:pt x="25" y="27"/>
                  </a:cubicBezTo>
                  <a:cubicBezTo>
                    <a:pt x="25"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2" name="Freeform 30"/>
            <p:cNvSpPr>
              <a:spLocks/>
            </p:cNvSpPr>
            <p:nvPr/>
          </p:nvSpPr>
          <p:spPr bwMode="auto">
            <a:xfrm>
              <a:off x="7554119" y="5351462"/>
              <a:ext cx="55563" cy="134938"/>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4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4"/>
                  </a:cubicBezTo>
                  <a:cubicBezTo>
                    <a:pt x="11" y="3"/>
                    <a:pt x="13" y="2"/>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3" name="Freeform 31"/>
            <p:cNvSpPr>
              <a:spLocks noEditPoints="1"/>
            </p:cNvSpPr>
            <p:nvPr/>
          </p:nvSpPr>
          <p:spPr bwMode="auto">
            <a:xfrm>
              <a:off x="7649369" y="5351462"/>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8 w 37"/>
                <a:gd name="T19" fmla="*/ 44 h 53"/>
                <a:gd name="T20" fmla="*/ 25 w 37"/>
                <a:gd name="T21" fmla="*/ 27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5"/>
                    <a:pt x="0" y="27"/>
                  </a:cubicBezTo>
                  <a:cubicBezTo>
                    <a:pt x="0" y="19"/>
                    <a:pt x="1" y="12"/>
                    <a:pt x="5" y="7"/>
                  </a:cubicBezTo>
                  <a:cubicBezTo>
                    <a:pt x="8" y="3"/>
                    <a:pt x="13" y="0"/>
                    <a:pt x="19" y="0"/>
                  </a:cubicBezTo>
                  <a:cubicBezTo>
                    <a:pt x="31" y="0"/>
                    <a:pt x="37" y="9"/>
                    <a:pt x="37" y="26"/>
                  </a:cubicBezTo>
                  <a:cubicBezTo>
                    <a:pt x="37" y="35"/>
                    <a:pt x="35" y="42"/>
                    <a:pt x="32" y="46"/>
                  </a:cubicBezTo>
                  <a:cubicBezTo>
                    <a:pt x="29" y="51"/>
                    <a:pt x="24" y="53"/>
                    <a:pt x="18" y="53"/>
                  </a:cubicBezTo>
                  <a:close/>
                  <a:moveTo>
                    <a:pt x="19" y="9"/>
                  </a:moveTo>
                  <a:cubicBezTo>
                    <a:pt x="14" y="9"/>
                    <a:pt x="11" y="15"/>
                    <a:pt x="11" y="27"/>
                  </a:cubicBezTo>
                  <a:cubicBezTo>
                    <a:pt x="11" y="39"/>
                    <a:pt x="14" y="44"/>
                    <a:pt x="18" y="44"/>
                  </a:cubicBezTo>
                  <a:cubicBezTo>
                    <a:pt x="23" y="44"/>
                    <a:pt x="25" y="39"/>
                    <a:pt x="25" y="27"/>
                  </a:cubicBezTo>
                  <a:cubicBezTo>
                    <a:pt x="25"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4" name="Freeform 32"/>
            <p:cNvSpPr>
              <a:spLocks noEditPoints="1"/>
            </p:cNvSpPr>
            <p:nvPr/>
          </p:nvSpPr>
          <p:spPr bwMode="auto">
            <a:xfrm>
              <a:off x="7423944" y="5540374"/>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5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5" y="38"/>
                    <a:pt x="25" y="26"/>
                  </a:cubicBezTo>
                  <a:cubicBezTo>
                    <a:pt x="25"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5" name="Freeform 33"/>
            <p:cNvSpPr>
              <a:spLocks noEditPoints="1"/>
            </p:cNvSpPr>
            <p:nvPr/>
          </p:nvSpPr>
          <p:spPr bwMode="auto">
            <a:xfrm>
              <a:off x="7539831" y="5540374"/>
              <a:ext cx="96838"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5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5" y="38"/>
                    <a:pt x="25" y="26"/>
                  </a:cubicBezTo>
                  <a:cubicBezTo>
                    <a:pt x="25"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6" name="Freeform 34"/>
            <p:cNvSpPr>
              <a:spLocks/>
            </p:cNvSpPr>
            <p:nvPr/>
          </p:nvSpPr>
          <p:spPr bwMode="auto">
            <a:xfrm>
              <a:off x="7662069" y="5540374"/>
              <a:ext cx="57150" cy="134938"/>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5 h 52"/>
                <a:gd name="T12" fmla="*/ 3 w 22"/>
                <a:gd name="T13" fmla="*/ 16 h 52"/>
                <a:gd name="T14" fmla="*/ 0 w 22"/>
                <a:gd name="T15" fmla="*/ 17 h 52"/>
                <a:gd name="T16" fmla="*/ 0 w 22"/>
                <a:gd name="T17" fmla="*/ 7 h 52"/>
                <a:gd name="T18" fmla="*/ 8 w 22"/>
                <a:gd name="T19" fmla="*/ 4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9" y="14"/>
                    <a:pt x="9" y="14"/>
                  </a:cubicBezTo>
                  <a:cubicBezTo>
                    <a:pt x="8" y="15"/>
                    <a:pt x="7" y="15"/>
                    <a:pt x="6" y="15"/>
                  </a:cubicBezTo>
                  <a:cubicBezTo>
                    <a:pt x="5" y="16"/>
                    <a:pt x="4" y="16"/>
                    <a:pt x="3" y="16"/>
                  </a:cubicBezTo>
                  <a:cubicBezTo>
                    <a:pt x="2" y="17"/>
                    <a:pt x="1" y="17"/>
                    <a:pt x="0" y="17"/>
                  </a:cubicBezTo>
                  <a:cubicBezTo>
                    <a:pt x="0" y="7"/>
                    <a:pt x="0" y="7"/>
                    <a:pt x="0" y="7"/>
                  </a:cubicBezTo>
                  <a:cubicBezTo>
                    <a:pt x="3" y="7"/>
                    <a:pt x="6" y="6"/>
                    <a:pt x="8" y="4"/>
                  </a:cubicBezTo>
                  <a:cubicBezTo>
                    <a:pt x="11" y="3"/>
                    <a:pt x="13" y="1"/>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8" name="Freeform 35"/>
            <p:cNvSpPr>
              <a:spLocks/>
            </p:cNvSpPr>
            <p:nvPr/>
          </p:nvSpPr>
          <p:spPr bwMode="auto">
            <a:xfrm>
              <a:off x="7914217" y="5164137"/>
              <a:ext cx="57150" cy="133350"/>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5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5"/>
                  </a:cubicBezTo>
                  <a:cubicBezTo>
                    <a:pt x="11" y="3"/>
                    <a:pt x="13" y="2"/>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19" name="Freeform 36"/>
            <p:cNvSpPr>
              <a:spLocks noEditPoints="1"/>
            </p:cNvSpPr>
            <p:nvPr/>
          </p:nvSpPr>
          <p:spPr bwMode="auto">
            <a:xfrm>
              <a:off x="7876381" y="5351462"/>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6 w 37"/>
                <a:gd name="T21" fmla="*/ 27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5"/>
                    <a:pt x="0" y="27"/>
                  </a:cubicBezTo>
                  <a:cubicBezTo>
                    <a:pt x="0" y="19"/>
                    <a:pt x="2" y="12"/>
                    <a:pt x="5" y="7"/>
                  </a:cubicBezTo>
                  <a:cubicBezTo>
                    <a:pt x="8" y="3"/>
                    <a:pt x="13" y="0"/>
                    <a:pt x="19" y="0"/>
                  </a:cubicBezTo>
                  <a:cubicBezTo>
                    <a:pt x="31" y="0"/>
                    <a:pt x="37" y="9"/>
                    <a:pt x="37" y="26"/>
                  </a:cubicBezTo>
                  <a:cubicBezTo>
                    <a:pt x="37" y="35"/>
                    <a:pt x="35" y="42"/>
                    <a:pt x="32" y="46"/>
                  </a:cubicBezTo>
                  <a:cubicBezTo>
                    <a:pt x="29" y="51"/>
                    <a:pt x="24" y="53"/>
                    <a:pt x="18" y="53"/>
                  </a:cubicBezTo>
                  <a:close/>
                  <a:moveTo>
                    <a:pt x="19" y="9"/>
                  </a:moveTo>
                  <a:cubicBezTo>
                    <a:pt x="14" y="9"/>
                    <a:pt x="11" y="15"/>
                    <a:pt x="11" y="27"/>
                  </a:cubicBezTo>
                  <a:cubicBezTo>
                    <a:pt x="11" y="39"/>
                    <a:pt x="14" y="44"/>
                    <a:pt x="19" y="44"/>
                  </a:cubicBezTo>
                  <a:cubicBezTo>
                    <a:pt x="23" y="44"/>
                    <a:pt x="26" y="39"/>
                    <a:pt x="26" y="27"/>
                  </a:cubicBezTo>
                  <a:cubicBezTo>
                    <a:pt x="26"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0" name="Freeform 37"/>
            <p:cNvSpPr>
              <a:spLocks noEditPoints="1"/>
            </p:cNvSpPr>
            <p:nvPr/>
          </p:nvSpPr>
          <p:spPr bwMode="auto">
            <a:xfrm>
              <a:off x="7876381" y="5540374"/>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6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6" y="38"/>
                    <a:pt x="26" y="26"/>
                  </a:cubicBezTo>
                  <a:cubicBezTo>
                    <a:pt x="26"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1" name="Freeform 38"/>
            <p:cNvSpPr>
              <a:spLocks noEditPoints="1"/>
            </p:cNvSpPr>
            <p:nvPr/>
          </p:nvSpPr>
          <p:spPr bwMode="auto">
            <a:xfrm>
              <a:off x="7785630" y="5165724"/>
              <a:ext cx="95250" cy="134938"/>
            </a:xfrm>
            <a:custGeom>
              <a:avLst/>
              <a:gdLst>
                <a:gd name="T0" fmla="*/ 18 w 37"/>
                <a:gd name="T1" fmla="*/ 52 h 52"/>
                <a:gd name="T2" fmla="*/ 0 w 37"/>
                <a:gd name="T3" fmla="*/ 27 h 52"/>
                <a:gd name="T4" fmla="*/ 5 w 37"/>
                <a:gd name="T5" fmla="*/ 6 h 52"/>
                <a:gd name="T6" fmla="*/ 19 w 37"/>
                <a:gd name="T7" fmla="*/ 0 h 52"/>
                <a:gd name="T8" fmla="*/ 37 w 37"/>
                <a:gd name="T9" fmla="*/ 26 h 52"/>
                <a:gd name="T10" fmla="*/ 32 w 37"/>
                <a:gd name="T11" fmla="*/ 45 h 52"/>
                <a:gd name="T12" fmla="*/ 18 w 37"/>
                <a:gd name="T13" fmla="*/ 52 h 52"/>
                <a:gd name="T14" fmla="*/ 19 w 37"/>
                <a:gd name="T15" fmla="*/ 8 h 52"/>
                <a:gd name="T16" fmla="*/ 11 w 37"/>
                <a:gd name="T17" fmla="*/ 26 h 52"/>
                <a:gd name="T18" fmla="*/ 19 w 37"/>
                <a:gd name="T19" fmla="*/ 44 h 52"/>
                <a:gd name="T20" fmla="*/ 26 w 37"/>
                <a:gd name="T21" fmla="*/ 26 h 52"/>
                <a:gd name="T22" fmla="*/ 19 w 37"/>
                <a:gd name="T23"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2">
                  <a:moveTo>
                    <a:pt x="18" y="52"/>
                  </a:moveTo>
                  <a:cubicBezTo>
                    <a:pt x="6" y="52"/>
                    <a:pt x="0" y="44"/>
                    <a:pt x="0" y="27"/>
                  </a:cubicBezTo>
                  <a:cubicBezTo>
                    <a:pt x="0" y="18"/>
                    <a:pt x="2" y="11"/>
                    <a:pt x="5" y="6"/>
                  </a:cubicBezTo>
                  <a:cubicBezTo>
                    <a:pt x="8" y="2"/>
                    <a:pt x="13" y="0"/>
                    <a:pt x="19" y="0"/>
                  </a:cubicBezTo>
                  <a:cubicBezTo>
                    <a:pt x="31" y="0"/>
                    <a:pt x="37" y="8"/>
                    <a:pt x="37" y="26"/>
                  </a:cubicBezTo>
                  <a:cubicBezTo>
                    <a:pt x="37" y="34"/>
                    <a:pt x="35" y="41"/>
                    <a:pt x="32" y="45"/>
                  </a:cubicBezTo>
                  <a:cubicBezTo>
                    <a:pt x="29" y="50"/>
                    <a:pt x="24" y="52"/>
                    <a:pt x="18" y="52"/>
                  </a:cubicBezTo>
                  <a:close/>
                  <a:moveTo>
                    <a:pt x="19" y="8"/>
                  </a:moveTo>
                  <a:cubicBezTo>
                    <a:pt x="14" y="8"/>
                    <a:pt x="11" y="14"/>
                    <a:pt x="11" y="26"/>
                  </a:cubicBezTo>
                  <a:cubicBezTo>
                    <a:pt x="11" y="38"/>
                    <a:pt x="14" y="44"/>
                    <a:pt x="19" y="44"/>
                  </a:cubicBezTo>
                  <a:cubicBezTo>
                    <a:pt x="23" y="44"/>
                    <a:pt x="26" y="38"/>
                    <a:pt x="26" y="26"/>
                  </a:cubicBezTo>
                  <a:cubicBezTo>
                    <a:pt x="26" y="14"/>
                    <a:pt x="23" y="8"/>
                    <a:pt x="19" y="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2" name="Freeform 39"/>
            <p:cNvSpPr>
              <a:spLocks/>
            </p:cNvSpPr>
            <p:nvPr/>
          </p:nvSpPr>
          <p:spPr bwMode="auto">
            <a:xfrm>
              <a:off x="7773194" y="5351462"/>
              <a:ext cx="57150" cy="134938"/>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4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4"/>
                  </a:cubicBezTo>
                  <a:cubicBezTo>
                    <a:pt x="11" y="3"/>
                    <a:pt x="13" y="2"/>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3" name="Freeform 40"/>
            <p:cNvSpPr>
              <a:spLocks noEditPoints="1"/>
            </p:cNvSpPr>
            <p:nvPr/>
          </p:nvSpPr>
          <p:spPr bwMode="auto">
            <a:xfrm>
              <a:off x="7760494" y="5540374"/>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6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6" y="38"/>
                    <a:pt x="26" y="26"/>
                  </a:cubicBezTo>
                  <a:cubicBezTo>
                    <a:pt x="26"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41" name="Group 40">
            <a:extLst>
              <a:ext uri="{C183D7F6-B498-43B3-948B-1728B52AA6E4}">
                <adec:decorative xmlns:adec="http://schemas.microsoft.com/office/drawing/2017/decorative" val="1"/>
              </a:ext>
            </a:extLst>
          </p:cNvPr>
          <p:cNvGrpSpPr>
            <a:grpSpLocks noChangeAspect="1"/>
          </p:cNvGrpSpPr>
          <p:nvPr/>
        </p:nvGrpSpPr>
        <p:grpSpPr>
          <a:xfrm>
            <a:off x="524249" y="2659433"/>
            <a:ext cx="801688" cy="798513"/>
            <a:chOff x="7296944" y="5021262"/>
            <a:chExt cx="801688" cy="798513"/>
          </a:xfrm>
        </p:grpSpPr>
        <p:sp>
          <p:nvSpPr>
            <p:cNvPr id="42" name="Rectangle 25"/>
            <p:cNvSpPr>
              <a:spLocks noChangeArrowheads="1"/>
            </p:cNvSpPr>
            <p:nvPr/>
          </p:nvSpPr>
          <p:spPr bwMode="auto">
            <a:xfrm>
              <a:off x="7296944" y="5021262"/>
              <a:ext cx="801688" cy="798513"/>
            </a:xfrm>
            <a:prstGeom prst="rect">
              <a:avLst/>
            </a:prstGeom>
            <a:solidFill>
              <a:srgbClr val="00D8CC"/>
            </a:solidFill>
            <a:ln>
              <a:noFill/>
            </a:ln>
          </p:spPr>
          <p:txBody>
            <a:bodyPr vert="horz" wrap="square" lIns="91440" tIns="45720" rIns="91440" bIns="45720" numCol="1" anchor="t" anchorCtr="0" compatLnSpc="1">
              <a:prstTxWarp prst="textNoShape">
                <a:avLst/>
              </a:prstTxWarp>
            </a:bodyPr>
            <a:lstStyle/>
            <a:p>
              <a:endParaRPr lang="en-US"/>
            </a:p>
          </p:txBody>
        </p:sp>
        <p:sp>
          <p:nvSpPr>
            <p:cNvPr id="43" name="Freeform 26"/>
            <p:cNvSpPr>
              <a:spLocks/>
            </p:cNvSpPr>
            <p:nvPr/>
          </p:nvSpPr>
          <p:spPr bwMode="auto">
            <a:xfrm>
              <a:off x="7458923" y="5164137"/>
              <a:ext cx="62865" cy="133350"/>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5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5"/>
                  </a:cubicBezTo>
                  <a:cubicBezTo>
                    <a:pt x="11" y="3"/>
                    <a:pt x="13" y="2"/>
                    <a:pt x="15" y="0"/>
                  </a:cubicBez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4" name="Freeform 27"/>
            <p:cNvSpPr>
              <a:spLocks noEditPoints="1"/>
            </p:cNvSpPr>
            <p:nvPr/>
          </p:nvSpPr>
          <p:spPr bwMode="auto">
            <a:xfrm>
              <a:off x="7564967" y="5165724"/>
              <a:ext cx="96838" cy="134938"/>
            </a:xfrm>
            <a:custGeom>
              <a:avLst/>
              <a:gdLst>
                <a:gd name="T0" fmla="*/ 18 w 37"/>
                <a:gd name="T1" fmla="*/ 52 h 52"/>
                <a:gd name="T2" fmla="*/ 0 w 37"/>
                <a:gd name="T3" fmla="*/ 27 h 52"/>
                <a:gd name="T4" fmla="*/ 5 w 37"/>
                <a:gd name="T5" fmla="*/ 6 h 52"/>
                <a:gd name="T6" fmla="*/ 19 w 37"/>
                <a:gd name="T7" fmla="*/ 0 h 52"/>
                <a:gd name="T8" fmla="*/ 37 w 37"/>
                <a:gd name="T9" fmla="*/ 26 h 52"/>
                <a:gd name="T10" fmla="*/ 32 w 37"/>
                <a:gd name="T11" fmla="*/ 45 h 52"/>
                <a:gd name="T12" fmla="*/ 18 w 37"/>
                <a:gd name="T13" fmla="*/ 52 h 52"/>
                <a:gd name="T14" fmla="*/ 19 w 37"/>
                <a:gd name="T15" fmla="*/ 8 h 52"/>
                <a:gd name="T16" fmla="*/ 11 w 37"/>
                <a:gd name="T17" fmla="*/ 26 h 52"/>
                <a:gd name="T18" fmla="*/ 19 w 37"/>
                <a:gd name="T19" fmla="*/ 44 h 52"/>
                <a:gd name="T20" fmla="*/ 25 w 37"/>
                <a:gd name="T21" fmla="*/ 26 h 52"/>
                <a:gd name="T22" fmla="*/ 19 w 37"/>
                <a:gd name="T23"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2">
                  <a:moveTo>
                    <a:pt x="18" y="52"/>
                  </a:moveTo>
                  <a:cubicBezTo>
                    <a:pt x="6" y="52"/>
                    <a:pt x="0" y="44"/>
                    <a:pt x="0" y="27"/>
                  </a:cubicBezTo>
                  <a:cubicBezTo>
                    <a:pt x="0" y="18"/>
                    <a:pt x="2" y="11"/>
                    <a:pt x="5" y="6"/>
                  </a:cubicBezTo>
                  <a:cubicBezTo>
                    <a:pt x="8" y="2"/>
                    <a:pt x="13" y="0"/>
                    <a:pt x="19" y="0"/>
                  </a:cubicBezTo>
                  <a:cubicBezTo>
                    <a:pt x="31" y="0"/>
                    <a:pt x="37" y="8"/>
                    <a:pt x="37" y="26"/>
                  </a:cubicBezTo>
                  <a:cubicBezTo>
                    <a:pt x="37" y="34"/>
                    <a:pt x="35" y="41"/>
                    <a:pt x="32" y="45"/>
                  </a:cubicBezTo>
                  <a:cubicBezTo>
                    <a:pt x="29" y="50"/>
                    <a:pt x="24" y="52"/>
                    <a:pt x="18" y="52"/>
                  </a:cubicBezTo>
                  <a:close/>
                  <a:moveTo>
                    <a:pt x="19" y="8"/>
                  </a:moveTo>
                  <a:cubicBezTo>
                    <a:pt x="14" y="8"/>
                    <a:pt x="11" y="14"/>
                    <a:pt x="11" y="26"/>
                  </a:cubicBezTo>
                  <a:cubicBezTo>
                    <a:pt x="11" y="38"/>
                    <a:pt x="14" y="44"/>
                    <a:pt x="19" y="44"/>
                  </a:cubicBezTo>
                  <a:cubicBezTo>
                    <a:pt x="23" y="44"/>
                    <a:pt x="25" y="38"/>
                    <a:pt x="25" y="26"/>
                  </a:cubicBezTo>
                  <a:cubicBezTo>
                    <a:pt x="25" y="14"/>
                    <a:pt x="23" y="8"/>
                    <a:pt x="19"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5" name="Freeform 28"/>
            <p:cNvSpPr>
              <a:spLocks/>
            </p:cNvSpPr>
            <p:nvPr/>
          </p:nvSpPr>
          <p:spPr bwMode="auto">
            <a:xfrm>
              <a:off x="7687205" y="5164137"/>
              <a:ext cx="57150" cy="133350"/>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5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9"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5"/>
                  </a:cubicBezTo>
                  <a:cubicBezTo>
                    <a:pt x="11" y="3"/>
                    <a:pt x="13" y="2"/>
                    <a:pt x="15" y="0"/>
                  </a:cubicBez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6" name="Freeform 29"/>
            <p:cNvSpPr>
              <a:spLocks noEditPoints="1"/>
            </p:cNvSpPr>
            <p:nvPr/>
          </p:nvSpPr>
          <p:spPr bwMode="auto">
            <a:xfrm>
              <a:off x="7449080" y="5351462"/>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5 w 37"/>
                <a:gd name="T21" fmla="*/ 27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5"/>
                    <a:pt x="0" y="27"/>
                  </a:cubicBezTo>
                  <a:cubicBezTo>
                    <a:pt x="0" y="19"/>
                    <a:pt x="2" y="12"/>
                    <a:pt x="5" y="7"/>
                  </a:cubicBezTo>
                  <a:cubicBezTo>
                    <a:pt x="8" y="3"/>
                    <a:pt x="13" y="0"/>
                    <a:pt x="19" y="0"/>
                  </a:cubicBezTo>
                  <a:cubicBezTo>
                    <a:pt x="31" y="0"/>
                    <a:pt x="37" y="9"/>
                    <a:pt x="37" y="26"/>
                  </a:cubicBezTo>
                  <a:cubicBezTo>
                    <a:pt x="37" y="35"/>
                    <a:pt x="35" y="42"/>
                    <a:pt x="32" y="46"/>
                  </a:cubicBezTo>
                  <a:cubicBezTo>
                    <a:pt x="29" y="51"/>
                    <a:pt x="24" y="53"/>
                    <a:pt x="18" y="53"/>
                  </a:cubicBezTo>
                  <a:close/>
                  <a:moveTo>
                    <a:pt x="19" y="9"/>
                  </a:moveTo>
                  <a:cubicBezTo>
                    <a:pt x="14" y="9"/>
                    <a:pt x="11" y="15"/>
                    <a:pt x="11" y="27"/>
                  </a:cubicBezTo>
                  <a:cubicBezTo>
                    <a:pt x="11" y="39"/>
                    <a:pt x="14" y="44"/>
                    <a:pt x="19" y="44"/>
                  </a:cubicBezTo>
                  <a:cubicBezTo>
                    <a:pt x="23" y="44"/>
                    <a:pt x="25" y="39"/>
                    <a:pt x="25" y="27"/>
                  </a:cubicBezTo>
                  <a:cubicBezTo>
                    <a:pt x="25" y="15"/>
                    <a:pt x="23" y="9"/>
                    <a:pt x="19" y="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7" name="Freeform 30"/>
            <p:cNvSpPr>
              <a:spLocks/>
            </p:cNvSpPr>
            <p:nvPr/>
          </p:nvSpPr>
          <p:spPr bwMode="auto">
            <a:xfrm>
              <a:off x="7554119" y="5351462"/>
              <a:ext cx="55563" cy="134938"/>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4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4"/>
                  </a:cubicBezTo>
                  <a:cubicBezTo>
                    <a:pt x="11" y="3"/>
                    <a:pt x="13" y="2"/>
                    <a:pt x="15" y="0"/>
                  </a:cubicBez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8" name="Freeform 31"/>
            <p:cNvSpPr>
              <a:spLocks noEditPoints="1"/>
            </p:cNvSpPr>
            <p:nvPr/>
          </p:nvSpPr>
          <p:spPr bwMode="auto">
            <a:xfrm>
              <a:off x="7649369" y="5351462"/>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8 w 37"/>
                <a:gd name="T19" fmla="*/ 44 h 53"/>
                <a:gd name="T20" fmla="*/ 25 w 37"/>
                <a:gd name="T21" fmla="*/ 27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5"/>
                    <a:pt x="0" y="27"/>
                  </a:cubicBezTo>
                  <a:cubicBezTo>
                    <a:pt x="0" y="19"/>
                    <a:pt x="1" y="12"/>
                    <a:pt x="5" y="7"/>
                  </a:cubicBezTo>
                  <a:cubicBezTo>
                    <a:pt x="8" y="3"/>
                    <a:pt x="13" y="0"/>
                    <a:pt x="19" y="0"/>
                  </a:cubicBezTo>
                  <a:cubicBezTo>
                    <a:pt x="31" y="0"/>
                    <a:pt x="37" y="9"/>
                    <a:pt x="37" y="26"/>
                  </a:cubicBezTo>
                  <a:cubicBezTo>
                    <a:pt x="37" y="35"/>
                    <a:pt x="35" y="42"/>
                    <a:pt x="32" y="46"/>
                  </a:cubicBezTo>
                  <a:cubicBezTo>
                    <a:pt x="29" y="51"/>
                    <a:pt x="24" y="53"/>
                    <a:pt x="18" y="53"/>
                  </a:cubicBezTo>
                  <a:close/>
                  <a:moveTo>
                    <a:pt x="19" y="9"/>
                  </a:moveTo>
                  <a:cubicBezTo>
                    <a:pt x="14" y="9"/>
                    <a:pt x="11" y="15"/>
                    <a:pt x="11" y="27"/>
                  </a:cubicBezTo>
                  <a:cubicBezTo>
                    <a:pt x="11" y="39"/>
                    <a:pt x="14" y="44"/>
                    <a:pt x="18" y="44"/>
                  </a:cubicBezTo>
                  <a:cubicBezTo>
                    <a:pt x="23" y="44"/>
                    <a:pt x="25" y="39"/>
                    <a:pt x="25" y="27"/>
                  </a:cubicBezTo>
                  <a:cubicBezTo>
                    <a:pt x="25" y="15"/>
                    <a:pt x="23" y="9"/>
                    <a:pt x="19" y="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49" name="Freeform 32"/>
            <p:cNvSpPr>
              <a:spLocks noEditPoints="1"/>
            </p:cNvSpPr>
            <p:nvPr/>
          </p:nvSpPr>
          <p:spPr bwMode="auto">
            <a:xfrm>
              <a:off x="7423944" y="5540374"/>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5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5" y="38"/>
                    <a:pt x="25" y="26"/>
                  </a:cubicBezTo>
                  <a:cubicBezTo>
                    <a:pt x="25" y="15"/>
                    <a:pt x="23" y="9"/>
                    <a:pt x="19" y="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33"/>
            <p:cNvSpPr>
              <a:spLocks noEditPoints="1"/>
            </p:cNvSpPr>
            <p:nvPr/>
          </p:nvSpPr>
          <p:spPr bwMode="auto">
            <a:xfrm>
              <a:off x="7539831" y="5540374"/>
              <a:ext cx="96838"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5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5" y="38"/>
                    <a:pt x="25" y="26"/>
                  </a:cubicBezTo>
                  <a:cubicBezTo>
                    <a:pt x="25" y="15"/>
                    <a:pt x="23" y="9"/>
                    <a:pt x="19" y="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34"/>
            <p:cNvSpPr>
              <a:spLocks/>
            </p:cNvSpPr>
            <p:nvPr/>
          </p:nvSpPr>
          <p:spPr bwMode="auto">
            <a:xfrm>
              <a:off x="7662069" y="5540374"/>
              <a:ext cx="57150" cy="134938"/>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5 h 52"/>
                <a:gd name="T12" fmla="*/ 3 w 22"/>
                <a:gd name="T13" fmla="*/ 16 h 52"/>
                <a:gd name="T14" fmla="*/ 0 w 22"/>
                <a:gd name="T15" fmla="*/ 17 h 52"/>
                <a:gd name="T16" fmla="*/ 0 w 22"/>
                <a:gd name="T17" fmla="*/ 7 h 52"/>
                <a:gd name="T18" fmla="*/ 8 w 22"/>
                <a:gd name="T19" fmla="*/ 4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9" y="14"/>
                    <a:pt x="9" y="14"/>
                  </a:cubicBezTo>
                  <a:cubicBezTo>
                    <a:pt x="8" y="15"/>
                    <a:pt x="7" y="15"/>
                    <a:pt x="6" y="15"/>
                  </a:cubicBezTo>
                  <a:cubicBezTo>
                    <a:pt x="5" y="16"/>
                    <a:pt x="4" y="16"/>
                    <a:pt x="3" y="16"/>
                  </a:cubicBezTo>
                  <a:cubicBezTo>
                    <a:pt x="2" y="17"/>
                    <a:pt x="1" y="17"/>
                    <a:pt x="0" y="17"/>
                  </a:cubicBezTo>
                  <a:cubicBezTo>
                    <a:pt x="0" y="7"/>
                    <a:pt x="0" y="7"/>
                    <a:pt x="0" y="7"/>
                  </a:cubicBezTo>
                  <a:cubicBezTo>
                    <a:pt x="3" y="7"/>
                    <a:pt x="6" y="6"/>
                    <a:pt x="8" y="4"/>
                  </a:cubicBezTo>
                  <a:cubicBezTo>
                    <a:pt x="11" y="3"/>
                    <a:pt x="13" y="1"/>
                    <a:pt x="15" y="0"/>
                  </a:cubicBez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2" name="Freeform 35"/>
            <p:cNvSpPr>
              <a:spLocks/>
            </p:cNvSpPr>
            <p:nvPr/>
          </p:nvSpPr>
          <p:spPr bwMode="auto">
            <a:xfrm>
              <a:off x="7914217" y="5164137"/>
              <a:ext cx="57150" cy="133350"/>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5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5"/>
                  </a:cubicBezTo>
                  <a:cubicBezTo>
                    <a:pt x="11" y="3"/>
                    <a:pt x="13" y="2"/>
                    <a:pt x="15" y="0"/>
                  </a:cubicBez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3" name="Freeform 36"/>
            <p:cNvSpPr>
              <a:spLocks noEditPoints="1"/>
            </p:cNvSpPr>
            <p:nvPr/>
          </p:nvSpPr>
          <p:spPr bwMode="auto">
            <a:xfrm>
              <a:off x="7876381" y="5351462"/>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6 w 37"/>
                <a:gd name="T21" fmla="*/ 27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5"/>
                    <a:pt x="0" y="27"/>
                  </a:cubicBezTo>
                  <a:cubicBezTo>
                    <a:pt x="0" y="19"/>
                    <a:pt x="2" y="12"/>
                    <a:pt x="5" y="7"/>
                  </a:cubicBezTo>
                  <a:cubicBezTo>
                    <a:pt x="8" y="3"/>
                    <a:pt x="13" y="0"/>
                    <a:pt x="19" y="0"/>
                  </a:cubicBezTo>
                  <a:cubicBezTo>
                    <a:pt x="31" y="0"/>
                    <a:pt x="37" y="9"/>
                    <a:pt x="37" y="26"/>
                  </a:cubicBezTo>
                  <a:cubicBezTo>
                    <a:pt x="37" y="35"/>
                    <a:pt x="35" y="42"/>
                    <a:pt x="32" y="46"/>
                  </a:cubicBezTo>
                  <a:cubicBezTo>
                    <a:pt x="29" y="51"/>
                    <a:pt x="24" y="53"/>
                    <a:pt x="18" y="53"/>
                  </a:cubicBezTo>
                  <a:close/>
                  <a:moveTo>
                    <a:pt x="19" y="9"/>
                  </a:moveTo>
                  <a:cubicBezTo>
                    <a:pt x="14" y="9"/>
                    <a:pt x="11" y="15"/>
                    <a:pt x="11" y="27"/>
                  </a:cubicBezTo>
                  <a:cubicBezTo>
                    <a:pt x="11" y="39"/>
                    <a:pt x="14" y="44"/>
                    <a:pt x="19" y="44"/>
                  </a:cubicBezTo>
                  <a:cubicBezTo>
                    <a:pt x="23" y="44"/>
                    <a:pt x="26" y="39"/>
                    <a:pt x="26" y="27"/>
                  </a:cubicBezTo>
                  <a:cubicBezTo>
                    <a:pt x="26" y="15"/>
                    <a:pt x="23" y="9"/>
                    <a:pt x="19" y="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4" name="Freeform 37"/>
            <p:cNvSpPr>
              <a:spLocks noEditPoints="1"/>
            </p:cNvSpPr>
            <p:nvPr/>
          </p:nvSpPr>
          <p:spPr bwMode="auto">
            <a:xfrm>
              <a:off x="7876381" y="5540374"/>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6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6" y="38"/>
                    <a:pt x="26" y="26"/>
                  </a:cubicBezTo>
                  <a:cubicBezTo>
                    <a:pt x="26" y="15"/>
                    <a:pt x="23" y="9"/>
                    <a:pt x="19" y="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5" name="Freeform 38"/>
            <p:cNvSpPr>
              <a:spLocks noEditPoints="1"/>
            </p:cNvSpPr>
            <p:nvPr/>
          </p:nvSpPr>
          <p:spPr bwMode="auto">
            <a:xfrm>
              <a:off x="7785630" y="5165724"/>
              <a:ext cx="95250" cy="134938"/>
            </a:xfrm>
            <a:custGeom>
              <a:avLst/>
              <a:gdLst>
                <a:gd name="T0" fmla="*/ 18 w 37"/>
                <a:gd name="T1" fmla="*/ 52 h 52"/>
                <a:gd name="T2" fmla="*/ 0 w 37"/>
                <a:gd name="T3" fmla="*/ 27 h 52"/>
                <a:gd name="T4" fmla="*/ 5 w 37"/>
                <a:gd name="T5" fmla="*/ 6 h 52"/>
                <a:gd name="T6" fmla="*/ 19 w 37"/>
                <a:gd name="T7" fmla="*/ 0 h 52"/>
                <a:gd name="T8" fmla="*/ 37 w 37"/>
                <a:gd name="T9" fmla="*/ 26 h 52"/>
                <a:gd name="T10" fmla="*/ 32 w 37"/>
                <a:gd name="T11" fmla="*/ 45 h 52"/>
                <a:gd name="T12" fmla="*/ 18 w 37"/>
                <a:gd name="T13" fmla="*/ 52 h 52"/>
                <a:gd name="T14" fmla="*/ 19 w 37"/>
                <a:gd name="T15" fmla="*/ 8 h 52"/>
                <a:gd name="T16" fmla="*/ 11 w 37"/>
                <a:gd name="T17" fmla="*/ 26 h 52"/>
                <a:gd name="T18" fmla="*/ 19 w 37"/>
                <a:gd name="T19" fmla="*/ 44 h 52"/>
                <a:gd name="T20" fmla="*/ 26 w 37"/>
                <a:gd name="T21" fmla="*/ 26 h 52"/>
                <a:gd name="T22" fmla="*/ 19 w 37"/>
                <a:gd name="T23"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2">
                  <a:moveTo>
                    <a:pt x="18" y="52"/>
                  </a:moveTo>
                  <a:cubicBezTo>
                    <a:pt x="6" y="52"/>
                    <a:pt x="0" y="44"/>
                    <a:pt x="0" y="27"/>
                  </a:cubicBezTo>
                  <a:cubicBezTo>
                    <a:pt x="0" y="18"/>
                    <a:pt x="2" y="11"/>
                    <a:pt x="5" y="6"/>
                  </a:cubicBezTo>
                  <a:cubicBezTo>
                    <a:pt x="8" y="2"/>
                    <a:pt x="13" y="0"/>
                    <a:pt x="19" y="0"/>
                  </a:cubicBezTo>
                  <a:cubicBezTo>
                    <a:pt x="31" y="0"/>
                    <a:pt x="37" y="8"/>
                    <a:pt x="37" y="26"/>
                  </a:cubicBezTo>
                  <a:cubicBezTo>
                    <a:pt x="37" y="34"/>
                    <a:pt x="35" y="41"/>
                    <a:pt x="32" y="45"/>
                  </a:cubicBezTo>
                  <a:cubicBezTo>
                    <a:pt x="29" y="50"/>
                    <a:pt x="24" y="52"/>
                    <a:pt x="18" y="52"/>
                  </a:cubicBezTo>
                  <a:close/>
                  <a:moveTo>
                    <a:pt x="19" y="8"/>
                  </a:moveTo>
                  <a:cubicBezTo>
                    <a:pt x="14" y="8"/>
                    <a:pt x="11" y="14"/>
                    <a:pt x="11" y="26"/>
                  </a:cubicBezTo>
                  <a:cubicBezTo>
                    <a:pt x="11" y="38"/>
                    <a:pt x="14" y="44"/>
                    <a:pt x="19" y="44"/>
                  </a:cubicBezTo>
                  <a:cubicBezTo>
                    <a:pt x="23" y="44"/>
                    <a:pt x="26" y="38"/>
                    <a:pt x="26" y="26"/>
                  </a:cubicBezTo>
                  <a:cubicBezTo>
                    <a:pt x="26" y="14"/>
                    <a:pt x="23" y="8"/>
                    <a:pt x="19" y="8"/>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6" name="Freeform 39"/>
            <p:cNvSpPr>
              <a:spLocks/>
            </p:cNvSpPr>
            <p:nvPr/>
          </p:nvSpPr>
          <p:spPr bwMode="auto">
            <a:xfrm>
              <a:off x="7773194" y="5351462"/>
              <a:ext cx="57150" cy="134938"/>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4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4"/>
                  </a:cubicBezTo>
                  <a:cubicBezTo>
                    <a:pt x="11" y="3"/>
                    <a:pt x="13" y="2"/>
                    <a:pt x="15" y="0"/>
                  </a:cubicBezTo>
                  <a:lnTo>
                    <a:pt x="2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7" name="Freeform 40"/>
            <p:cNvSpPr>
              <a:spLocks noEditPoints="1"/>
            </p:cNvSpPr>
            <p:nvPr/>
          </p:nvSpPr>
          <p:spPr bwMode="auto">
            <a:xfrm>
              <a:off x="7760494" y="5540374"/>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6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6" y="38"/>
                    <a:pt x="26" y="26"/>
                  </a:cubicBezTo>
                  <a:cubicBezTo>
                    <a:pt x="26" y="15"/>
                    <a:pt x="23" y="9"/>
                    <a:pt x="19" y="9"/>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nvGrpSpPr>
          <p:cNvPr id="58" name="Group 57">
            <a:extLst>
              <a:ext uri="{FF2B5EF4-FFF2-40B4-BE49-F238E27FC236}">
                <a16:creationId xmlns:a16="http://schemas.microsoft.com/office/drawing/2014/main" id="{4A3E83FB-34D9-45FB-84FF-A72A2FDB9C80}"/>
              </a:ext>
              <a:ext uri="{C183D7F6-B498-43B3-948B-1728B52AA6E4}">
                <adec:decorative xmlns:adec="http://schemas.microsoft.com/office/drawing/2017/decorative" val="1"/>
              </a:ext>
            </a:extLst>
          </p:cNvPr>
          <p:cNvGrpSpPr>
            <a:grpSpLocks noChangeAspect="1"/>
          </p:cNvGrpSpPr>
          <p:nvPr/>
        </p:nvGrpSpPr>
        <p:grpSpPr>
          <a:xfrm>
            <a:off x="524252" y="4597532"/>
            <a:ext cx="801682" cy="798506"/>
            <a:chOff x="7296944" y="5021262"/>
            <a:chExt cx="801688" cy="798513"/>
          </a:xfrm>
        </p:grpSpPr>
        <p:sp>
          <p:nvSpPr>
            <p:cNvPr id="59" name="Rectangle 25">
              <a:extLst>
                <a:ext uri="{FF2B5EF4-FFF2-40B4-BE49-F238E27FC236}">
                  <a16:creationId xmlns:a16="http://schemas.microsoft.com/office/drawing/2014/main" id="{582F65F6-0437-4139-B69D-5C6150BFC5EA}"/>
                </a:ext>
              </a:extLst>
            </p:cNvPr>
            <p:cNvSpPr>
              <a:spLocks noChangeArrowheads="1"/>
            </p:cNvSpPr>
            <p:nvPr/>
          </p:nvSpPr>
          <p:spPr bwMode="auto">
            <a:xfrm>
              <a:off x="7296944" y="5021262"/>
              <a:ext cx="801688" cy="798513"/>
            </a:xfrm>
            <a:prstGeom prst="rect">
              <a:avLst/>
            </a:prstGeom>
            <a:solidFill>
              <a:srgbClr val="7030A0"/>
            </a:solidFill>
            <a:ln>
              <a:noFill/>
            </a:ln>
          </p:spPr>
          <p:txBody>
            <a:bodyPr vert="horz" wrap="square" lIns="91440" tIns="45720" rIns="91440" bIns="45720" numCol="1" anchor="t" anchorCtr="0" compatLnSpc="1">
              <a:prstTxWarp prst="textNoShape">
                <a:avLst/>
              </a:prstTxWarp>
            </a:bodyPr>
            <a:lstStyle/>
            <a:p>
              <a:endParaRPr lang="en-US"/>
            </a:p>
          </p:txBody>
        </p:sp>
        <p:sp>
          <p:nvSpPr>
            <p:cNvPr id="60" name="Freeform 26">
              <a:extLst>
                <a:ext uri="{FF2B5EF4-FFF2-40B4-BE49-F238E27FC236}">
                  <a16:creationId xmlns:a16="http://schemas.microsoft.com/office/drawing/2014/main" id="{B45B77B0-AEFB-4C4A-B7AB-015E6F5381D2}"/>
                </a:ext>
              </a:extLst>
            </p:cNvPr>
            <p:cNvSpPr>
              <a:spLocks/>
            </p:cNvSpPr>
            <p:nvPr/>
          </p:nvSpPr>
          <p:spPr bwMode="auto">
            <a:xfrm>
              <a:off x="7461780" y="5164137"/>
              <a:ext cx="57150" cy="133350"/>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5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5"/>
                  </a:cubicBezTo>
                  <a:cubicBezTo>
                    <a:pt x="11" y="3"/>
                    <a:pt x="13" y="2"/>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1" name="Freeform 27">
              <a:extLst>
                <a:ext uri="{FF2B5EF4-FFF2-40B4-BE49-F238E27FC236}">
                  <a16:creationId xmlns:a16="http://schemas.microsoft.com/office/drawing/2014/main" id="{7CD7381B-76BF-43BF-A58D-464501FC8E55}"/>
                </a:ext>
              </a:extLst>
            </p:cNvPr>
            <p:cNvSpPr>
              <a:spLocks noEditPoints="1"/>
            </p:cNvSpPr>
            <p:nvPr/>
          </p:nvSpPr>
          <p:spPr bwMode="auto">
            <a:xfrm>
              <a:off x="7564967" y="5165724"/>
              <a:ext cx="96838" cy="134938"/>
            </a:xfrm>
            <a:custGeom>
              <a:avLst/>
              <a:gdLst>
                <a:gd name="T0" fmla="*/ 18 w 37"/>
                <a:gd name="T1" fmla="*/ 52 h 52"/>
                <a:gd name="T2" fmla="*/ 0 w 37"/>
                <a:gd name="T3" fmla="*/ 27 h 52"/>
                <a:gd name="T4" fmla="*/ 5 w 37"/>
                <a:gd name="T5" fmla="*/ 6 h 52"/>
                <a:gd name="T6" fmla="*/ 19 w 37"/>
                <a:gd name="T7" fmla="*/ 0 h 52"/>
                <a:gd name="T8" fmla="*/ 37 w 37"/>
                <a:gd name="T9" fmla="*/ 26 h 52"/>
                <a:gd name="T10" fmla="*/ 32 w 37"/>
                <a:gd name="T11" fmla="*/ 45 h 52"/>
                <a:gd name="T12" fmla="*/ 18 w 37"/>
                <a:gd name="T13" fmla="*/ 52 h 52"/>
                <a:gd name="T14" fmla="*/ 19 w 37"/>
                <a:gd name="T15" fmla="*/ 8 h 52"/>
                <a:gd name="T16" fmla="*/ 11 w 37"/>
                <a:gd name="T17" fmla="*/ 26 h 52"/>
                <a:gd name="T18" fmla="*/ 19 w 37"/>
                <a:gd name="T19" fmla="*/ 44 h 52"/>
                <a:gd name="T20" fmla="*/ 25 w 37"/>
                <a:gd name="T21" fmla="*/ 26 h 52"/>
                <a:gd name="T22" fmla="*/ 19 w 37"/>
                <a:gd name="T23"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2">
                  <a:moveTo>
                    <a:pt x="18" y="52"/>
                  </a:moveTo>
                  <a:cubicBezTo>
                    <a:pt x="6" y="52"/>
                    <a:pt x="0" y="44"/>
                    <a:pt x="0" y="27"/>
                  </a:cubicBezTo>
                  <a:cubicBezTo>
                    <a:pt x="0" y="18"/>
                    <a:pt x="2" y="11"/>
                    <a:pt x="5" y="6"/>
                  </a:cubicBezTo>
                  <a:cubicBezTo>
                    <a:pt x="8" y="2"/>
                    <a:pt x="13" y="0"/>
                    <a:pt x="19" y="0"/>
                  </a:cubicBezTo>
                  <a:cubicBezTo>
                    <a:pt x="31" y="0"/>
                    <a:pt x="37" y="8"/>
                    <a:pt x="37" y="26"/>
                  </a:cubicBezTo>
                  <a:cubicBezTo>
                    <a:pt x="37" y="34"/>
                    <a:pt x="35" y="41"/>
                    <a:pt x="32" y="45"/>
                  </a:cubicBezTo>
                  <a:cubicBezTo>
                    <a:pt x="29" y="50"/>
                    <a:pt x="24" y="52"/>
                    <a:pt x="18" y="52"/>
                  </a:cubicBezTo>
                  <a:close/>
                  <a:moveTo>
                    <a:pt x="19" y="8"/>
                  </a:moveTo>
                  <a:cubicBezTo>
                    <a:pt x="14" y="8"/>
                    <a:pt x="11" y="14"/>
                    <a:pt x="11" y="26"/>
                  </a:cubicBezTo>
                  <a:cubicBezTo>
                    <a:pt x="11" y="38"/>
                    <a:pt x="14" y="44"/>
                    <a:pt x="19" y="44"/>
                  </a:cubicBezTo>
                  <a:cubicBezTo>
                    <a:pt x="23" y="44"/>
                    <a:pt x="25" y="38"/>
                    <a:pt x="25" y="26"/>
                  </a:cubicBezTo>
                  <a:cubicBezTo>
                    <a:pt x="25" y="14"/>
                    <a:pt x="23" y="8"/>
                    <a:pt x="19" y="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2" name="Freeform 28">
              <a:extLst>
                <a:ext uri="{FF2B5EF4-FFF2-40B4-BE49-F238E27FC236}">
                  <a16:creationId xmlns:a16="http://schemas.microsoft.com/office/drawing/2014/main" id="{66672E0F-284B-4255-88C9-0BDEB0722315}"/>
                </a:ext>
              </a:extLst>
            </p:cNvPr>
            <p:cNvSpPr>
              <a:spLocks/>
            </p:cNvSpPr>
            <p:nvPr/>
          </p:nvSpPr>
          <p:spPr bwMode="auto">
            <a:xfrm>
              <a:off x="7687205" y="5164137"/>
              <a:ext cx="57150" cy="133350"/>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5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9"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5"/>
                  </a:cubicBezTo>
                  <a:cubicBezTo>
                    <a:pt x="11" y="3"/>
                    <a:pt x="13" y="2"/>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3" name="Freeform 29">
              <a:extLst>
                <a:ext uri="{FF2B5EF4-FFF2-40B4-BE49-F238E27FC236}">
                  <a16:creationId xmlns:a16="http://schemas.microsoft.com/office/drawing/2014/main" id="{75C428F6-A1F2-4D2A-9F08-AF21A2B99063}"/>
                </a:ext>
              </a:extLst>
            </p:cNvPr>
            <p:cNvSpPr>
              <a:spLocks noEditPoints="1"/>
            </p:cNvSpPr>
            <p:nvPr/>
          </p:nvSpPr>
          <p:spPr bwMode="auto">
            <a:xfrm>
              <a:off x="7449080" y="5351462"/>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5 w 37"/>
                <a:gd name="T21" fmla="*/ 27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5"/>
                    <a:pt x="0" y="27"/>
                  </a:cubicBezTo>
                  <a:cubicBezTo>
                    <a:pt x="0" y="19"/>
                    <a:pt x="2" y="12"/>
                    <a:pt x="5" y="7"/>
                  </a:cubicBezTo>
                  <a:cubicBezTo>
                    <a:pt x="8" y="3"/>
                    <a:pt x="13" y="0"/>
                    <a:pt x="19" y="0"/>
                  </a:cubicBezTo>
                  <a:cubicBezTo>
                    <a:pt x="31" y="0"/>
                    <a:pt x="37" y="9"/>
                    <a:pt x="37" y="26"/>
                  </a:cubicBezTo>
                  <a:cubicBezTo>
                    <a:pt x="37" y="35"/>
                    <a:pt x="35" y="42"/>
                    <a:pt x="32" y="46"/>
                  </a:cubicBezTo>
                  <a:cubicBezTo>
                    <a:pt x="29" y="51"/>
                    <a:pt x="24" y="53"/>
                    <a:pt x="18" y="53"/>
                  </a:cubicBezTo>
                  <a:close/>
                  <a:moveTo>
                    <a:pt x="19" y="9"/>
                  </a:moveTo>
                  <a:cubicBezTo>
                    <a:pt x="14" y="9"/>
                    <a:pt x="11" y="15"/>
                    <a:pt x="11" y="27"/>
                  </a:cubicBezTo>
                  <a:cubicBezTo>
                    <a:pt x="11" y="39"/>
                    <a:pt x="14" y="44"/>
                    <a:pt x="19" y="44"/>
                  </a:cubicBezTo>
                  <a:cubicBezTo>
                    <a:pt x="23" y="44"/>
                    <a:pt x="25" y="39"/>
                    <a:pt x="25" y="27"/>
                  </a:cubicBezTo>
                  <a:cubicBezTo>
                    <a:pt x="25"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4" name="Freeform 30">
              <a:extLst>
                <a:ext uri="{FF2B5EF4-FFF2-40B4-BE49-F238E27FC236}">
                  <a16:creationId xmlns:a16="http://schemas.microsoft.com/office/drawing/2014/main" id="{A11AB7F9-0146-4227-9E91-37CCF317146D}"/>
                </a:ext>
              </a:extLst>
            </p:cNvPr>
            <p:cNvSpPr>
              <a:spLocks/>
            </p:cNvSpPr>
            <p:nvPr/>
          </p:nvSpPr>
          <p:spPr bwMode="auto">
            <a:xfrm>
              <a:off x="7554119" y="5351462"/>
              <a:ext cx="55563" cy="134938"/>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4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4"/>
                  </a:cubicBezTo>
                  <a:cubicBezTo>
                    <a:pt x="11" y="3"/>
                    <a:pt x="13" y="2"/>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5" name="Freeform 31">
              <a:extLst>
                <a:ext uri="{FF2B5EF4-FFF2-40B4-BE49-F238E27FC236}">
                  <a16:creationId xmlns:a16="http://schemas.microsoft.com/office/drawing/2014/main" id="{F5EAE6B3-A79A-42C6-87AC-2BE3772670A0}"/>
                </a:ext>
              </a:extLst>
            </p:cNvPr>
            <p:cNvSpPr>
              <a:spLocks noEditPoints="1"/>
            </p:cNvSpPr>
            <p:nvPr/>
          </p:nvSpPr>
          <p:spPr bwMode="auto">
            <a:xfrm>
              <a:off x="7649369" y="5351462"/>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8 w 37"/>
                <a:gd name="T19" fmla="*/ 44 h 53"/>
                <a:gd name="T20" fmla="*/ 25 w 37"/>
                <a:gd name="T21" fmla="*/ 27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5"/>
                    <a:pt x="0" y="27"/>
                  </a:cubicBezTo>
                  <a:cubicBezTo>
                    <a:pt x="0" y="19"/>
                    <a:pt x="1" y="12"/>
                    <a:pt x="5" y="7"/>
                  </a:cubicBezTo>
                  <a:cubicBezTo>
                    <a:pt x="8" y="3"/>
                    <a:pt x="13" y="0"/>
                    <a:pt x="19" y="0"/>
                  </a:cubicBezTo>
                  <a:cubicBezTo>
                    <a:pt x="31" y="0"/>
                    <a:pt x="37" y="9"/>
                    <a:pt x="37" y="26"/>
                  </a:cubicBezTo>
                  <a:cubicBezTo>
                    <a:pt x="37" y="35"/>
                    <a:pt x="35" y="42"/>
                    <a:pt x="32" y="46"/>
                  </a:cubicBezTo>
                  <a:cubicBezTo>
                    <a:pt x="29" y="51"/>
                    <a:pt x="24" y="53"/>
                    <a:pt x="18" y="53"/>
                  </a:cubicBezTo>
                  <a:close/>
                  <a:moveTo>
                    <a:pt x="19" y="9"/>
                  </a:moveTo>
                  <a:cubicBezTo>
                    <a:pt x="14" y="9"/>
                    <a:pt x="11" y="15"/>
                    <a:pt x="11" y="27"/>
                  </a:cubicBezTo>
                  <a:cubicBezTo>
                    <a:pt x="11" y="39"/>
                    <a:pt x="14" y="44"/>
                    <a:pt x="18" y="44"/>
                  </a:cubicBezTo>
                  <a:cubicBezTo>
                    <a:pt x="23" y="44"/>
                    <a:pt x="25" y="39"/>
                    <a:pt x="25" y="27"/>
                  </a:cubicBezTo>
                  <a:cubicBezTo>
                    <a:pt x="25"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6" name="Freeform 32">
              <a:extLst>
                <a:ext uri="{FF2B5EF4-FFF2-40B4-BE49-F238E27FC236}">
                  <a16:creationId xmlns:a16="http://schemas.microsoft.com/office/drawing/2014/main" id="{4F137DBE-4C41-4433-81A2-D6D4C1DB513D}"/>
                </a:ext>
              </a:extLst>
            </p:cNvPr>
            <p:cNvSpPr>
              <a:spLocks noEditPoints="1"/>
            </p:cNvSpPr>
            <p:nvPr/>
          </p:nvSpPr>
          <p:spPr bwMode="auto">
            <a:xfrm>
              <a:off x="7423944" y="5540374"/>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5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5" y="38"/>
                    <a:pt x="25" y="26"/>
                  </a:cubicBezTo>
                  <a:cubicBezTo>
                    <a:pt x="25"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7" name="Freeform 33">
              <a:extLst>
                <a:ext uri="{FF2B5EF4-FFF2-40B4-BE49-F238E27FC236}">
                  <a16:creationId xmlns:a16="http://schemas.microsoft.com/office/drawing/2014/main" id="{A3ECCB13-1DBA-4E78-A06F-B04C236ED9C6}"/>
                </a:ext>
              </a:extLst>
            </p:cNvPr>
            <p:cNvSpPr>
              <a:spLocks noEditPoints="1"/>
            </p:cNvSpPr>
            <p:nvPr/>
          </p:nvSpPr>
          <p:spPr bwMode="auto">
            <a:xfrm>
              <a:off x="7539831" y="5540374"/>
              <a:ext cx="96838"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5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5" y="38"/>
                    <a:pt x="25" y="26"/>
                  </a:cubicBezTo>
                  <a:cubicBezTo>
                    <a:pt x="25"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8" name="Freeform 34">
              <a:extLst>
                <a:ext uri="{FF2B5EF4-FFF2-40B4-BE49-F238E27FC236}">
                  <a16:creationId xmlns:a16="http://schemas.microsoft.com/office/drawing/2014/main" id="{77E0195C-1A49-4DF0-87DD-59D122E53CCC}"/>
                </a:ext>
              </a:extLst>
            </p:cNvPr>
            <p:cNvSpPr>
              <a:spLocks/>
            </p:cNvSpPr>
            <p:nvPr/>
          </p:nvSpPr>
          <p:spPr bwMode="auto">
            <a:xfrm>
              <a:off x="7662069" y="5540374"/>
              <a:ext cx="57150" cy="134938"/>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5 h 52"/>
                <a:gd name="T12" fmla="*/ 3 w 22"/>
                <a:gd name="T13" fmla="*/ 16 h 52"/>
                <a:gd name="T14" fmla="*/ 0 w 22"/>
                <a:gd name="T15" fmla="*/ 17 h 52"/>
                <a:gd name="T16" fmla="*/ 0 w 22"/>
                <a:gd name="T17" fmla="*/ 7 h 52"/>
                <a:gd name="T18" fmla="*/ 8 w 22"/>
                <a:gd name="T19" fmla="*/ 4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9" y="14"/>
                    <a:pt x="9" y="14"/>
                  </a:cubicBezTo>
                  <a:cubicBezTo>
                    <a:pt x="8" y="15"/>
                    <a:pt x="7" y="15"/>
                    <a:pt x="6" y="15"/>
                  </a:cubicBezTo>
                  <a:cubicBezTo>
                    <a:pt x="5" y="16"/>
                    <a:pt x="4" y="16"/>
                    <a:pt x="3" y="16"/>
                  </a:cubicBezTo>
                  <a:cubicBezTo>
                    <a:pt x="2" y="17"/>
                    <a:pt x="1" y="17"/>
                    <a:pt x="0" y="17"/>
                  </a:cubicBezTo>
                  <a:cubicBezTo>
                    <a:pt x="0" y="7"/>
                    <a:pt x="0" y="7"/>
                    <a:pt x="0" y="7"/>
                  </a:cubicBezTo>
                  <a:cubicBezTo>
                    <a:pt x="3" y="7"/>
                    <a:pt x="6" y="6"/>
                    <a:pt x="8" y="4"/>
                  </a:cubicBezTo>
                  <a:cubicBezTo>
                    <a:pt x="11" y="3"/>
                    <a:pt x="13" y="1"/>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69" name="Freeform 35">
              <a:extLst>
                <a:ext uri="{FF2B5EF4-FFF2-40B4-BE49-F238E27FC236}">
                  <a16:creationId xmlns:a16="http://schemas.microsoft.com/office/drawing/2014/main" id="{6937B8C2-2024-4FE4-B6E4-F7D21958CFE2}"/>
                </a:ext>
              </a:extLst>
            </p:cNvPr>
            <p:cNvSpPr>
              <a:spLocks/>
            </p:cNvSpPr>
            <p:nvPr/>
          </p:nvSpPr>
          <p:spPr bwMode="auto">
            <a:xfrm>
              <a:off x="7914217" y="5164137"/>
              <a:ext cx="57150" cy="133350"/>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5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5"/>
                  </a:cubicBezTo>
                  <a:cubicBezTo>
                    <a:pt x="11" y="3"/>
                    <a:pt x="13" y="2"/>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0" name="Freeform 36">
              <a:extLst>
                <a:ext uri="{FF2B5EF4-FFF2-40B4-BE49-F238E27FC236}">
                  <a16:creationId xmlns:a16="http://schemas.microsoft.com/office/drawing/2014/main" id="{2CA281BB-D086-499A-AFC6-7CDA46CD89DE}"/>
                </a:ext>
              </a:extLst>
            </p:cNvPr>
            <p:cNvSpPr>
              <a:spLocks noEditPoints="1"/>
            </p:cNvSpPr>
            <p:nvPr/>
          </p:nvSpPr>
          <p:spPr bwMode="auto">
            <a:xfrm>
              <a:off x="7876381" y="5351462"/>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6 w 37"/>
                <a:gd name="T21" fmla="*/ 27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5"/>
                    <a:pt x="0" y="27"/>
                  </a:cubicBezTo>
                  <a:cubicBezTo>
                    <a:pt x="0" y="19"/>
                    <a:pt x="2" y="12"/>
                    <a:pt x="5" y="7"/>
                  </a:cubicBezTo>
                  <a:cubicBezTo>
                    <a:pt x="8" y="3"/>
                    <a:pt x="13" y="0"/>
                    <a:pt x="19" y="0"/>
                  </a:cubicBezTo>
                  <a:cubicBezTo>
                    <a:pt x="31" y="0"/>
                    <a:pt x="37" y="9"/>
                    <a:pt x="37" y="26"/>
                  </a:cubicBezTo>
                  <a:cubicBezTo>
                    <a:pt x="37" y="35"/>
                    <a:pt x="35" y="42"/>
                    <a:pt x="32" y="46"/>
                  </a:cubicBezTo>
                  <a:cubicBezTo>
                    <a:pt x="29" y="51"/>
                    <a:pt x="24" y="53"/>
                    <a:pt x="18" y="53"/>
                  </a:cubicBezTo>
                  <a:close/>
                  <a:moveTo>
                    <a:pt x="19" y="9"/>
                  </a:moveTo>
                  <a:cubicBezTo>
                    <a:pt x="14" y="9"/>
                    <a:pt x="11" y="15"/>
                    <a:pt x="11" y="27"/>
                  </a:cubicBezTo>
                  <a:cubicBezTo>
                    <a:pt x="11" y="39"/>
                    <a:pt x="14" y="44"/>
                    <a:pt x="19" y="44"/>
                  </a:cubicBezTo>
                  <a:cubicBezTo>
                    <a:pt x="23" y="44"/>
                    <a:pt x="26" y="39"/>
                    <a:pt x="26" y="27"/>
                  </a:cubicBezTo>
                  <a:cubicBezTo>
                    <a:pt x="26"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1" name="Freeform 37">
              <a:extLst>
                <a:ext uri="{FF2B5EF4-FFF2-40B4-BE49-F238E27FC236}">
                  <a16:creationId xmlns:a16="http://schemas.microsoft.com/office/drawing/2014/main" id="{B494CFA4-8D2A-46CB-800D-2BDFBC1DCF25}"/>
                </a:ext>
              </a:extLst>
            </p:cNvPr>
            <p:cNvSpPr>
              <a:spLocks noEditPoints="1"/>
            </p:cNvSpPr>
            <p:nvPr/>
          </p:nvSpPr>
          <p:spPr bwMode="auto">
            <a:xfrm>
              <a:off x="7876381" y="5540374"/>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6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6" y="38"/>
                    <a:pt x="26" y="26"/>
                  </a:cubicBezTo>
                  <a:cubicBezTo>
                    <a:pt x="26"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2" name="Freeform 38">
              <a:extLst>
                <a:ext uri="{FF2B5EF4-FFF2-40B4-BE49-F238E27FC236}">
                  <a16:creationId xmlns:a16="http://schemas.microsoft.com/office/drawing/2014/main" id="{D0A0808A-309A-48C8-AA24-573468473C81}"/>
                </a:ext>
              </a:extLst>
            </p:cNvPr>
            <p:cNvSpPr>
              <a:spLocks noEditPoints="1"/>
            </p:cNvSpPr>
            <p:nvPr/>
          </p:nvSpPr>
          <p:spPr bwMode="auto">
            <a:xfrm>
              <a:off x="7785630" y="5165724"/>
              <a:ext cx="95250" cy="134938"/>
            </a:xfrm>
            <a:custGeom>
              <a:avLst/>
              <a:gdLst>
                <a:gd name="T0" fmla="*/ 18 w 37"/>
                <a:gd name="T1" fmla="*/ 52 h 52"/>
                <a:gd name="T2" fmla="*/ 0 w 37"/>
                <a:gd name="T3" fmla="*/ 27 h 52"/>
                <a:gd name="T4" fmla="*/ 5 w 37"/>
                <a:gd name="T5" fmla="*/ 6 h 52"/>
                <a:gd name="T6" fmla="*/ 19 w 37"/>
                <a:gd name="T7" fmla="*/ 0 h 52"/>
                <a:gd name="T8" fmla="*/ 37 w 37"/>
                <a:gd name="T9" fmla="*/ 26 h 52"/>
                <a:gd name="T10" fmla="*/ 32 w 37"/>
                <a:gd name="T11" fmla="*/ 45 h 52"/>
                <a:gd name="T12" fmla="*/ 18 w 37"/>
                <a:gd name="T13" fmla="*/ 52 h 52"/>
                <a:gd name="T14" fmla="*/ 19 w 37"/>
                <a:gd name="T15" fmla="*/ 8 h 52"/>
                <a:gd name="T16" fmla="*/ 11 w 37"/>
                <a:gd name="T17" fmla="*/ 26 h 52"/>
                <a:gd name="T18" fmla="*/ 19 w 37"/>
                <a:gd name="T19" fmla="*/ 44 h 52"/>
                <a:gd name="T20" fmla="*/ 26 w 37"/>
                <a:gd name="T21" fmla="*/ 26 h 52"/>
                <a:gd name="T22" fmla="*/ 19 w 37"/>
                <a:gd name="T23" fmla="*/ 8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2">
                  <a:moveTo>
                    <a:pt x="18" y="52"/>
                  </a:moveTo>
                  <a:cubicBezTo>
                    <a:pt x="6" y="52"/>
                    <a:pt x="0" y="44"/>
                    <a:pt x="0" y="27"/>
                  </a:cubicBezTo>
                  <a:cubicBezTo>
                    <a:pt x="0" y="18"/>
                    <a:pt x="2" y="11"/>
                    <a:pt x="5" y="6"/>
                  </a:cubicBezTo>
                  <a:cubicBezTo>
                    <a:pt x="8" y="2"/>
                    <a:pt x="13" y="0"/>
                    <a:pt x="19" y="0"/>
                  </a:cubicBezTo>
                  <a:cubicBezTo>
                    <a:pt x="31" y="0"/>
                    <a:pt x="37" y="8"/>
                    <a:pt x="37" y="26"/>
                  </a:cubicBezTo>
                  <a:cubicBezTo>
                    <a:pt x="37" y="34"/>
                    <a:pt x="35" y="41"/>
                    <a:pt x="32" y="45"/>
                  </a:cubicBezTo>
                  <a:cubicBezTo>
                    <a:pt x="29" y="50"/>
                    <a:pt x="24" y="52"/>
                    <a:pt x="18" y="52"/>
                  </a:cubicBezTo>
                  <a:close/>
                  <a:moveTo>
                    <a:pt x="19" y="8"/>
                  </a:moveTo>
                  <a:cubicBezTo>
                    <a:pt x="14" y="8"/>
                    <a:pt x="11" y="14"/>
                    <a:pt x="11" y="26"/>
                  </a:cubicBezTo>
                  <a:cubicBezTo>
                    <a:pt x="11" y="38"/>
                    <a:pt x="14" y="44"/>
                    <a:pt x="19" y="44"/>
                  </a:cubicBezTo>
                  <a:cubicBezTo>
                    <a:pt x="23" y="44"/>
                    <a:pt x="26" y="38"/>
                    <a:pt x="26" y="26"/>
                  </a:cubicBezTo>
                  <a:cubicBezTo>
                    <a:pt x="26" y="14"/>
                    <a:pt x="23" y="8"/>
                    <a:pt x="19" y="8"/>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3" name="Freeform 39">
              <a:extLst>
                <a:ext uri="{FF2B5EF4-FFF2-40B4-BE49-F238E27FC236}">
                  <a16:creationId xmlns:a16="http://schemas.microsoft.com/office/drawing/2014/main" id="{7E9B0228-C233-4E26-9DD3-187C0F06DE79}"/>
                </a:ext>
              </a:extLst>
            </p:cNvPr>
            <p:cNvSpPr>
              <a:spLocks/>
            </p:cNvSpPr>
            <p:nvPr/>
          </p:nvSpPr>
          <p:spPr bwMode="auto">
            <a:xfrm>
              <a:off x="7773194" y="5351462"/>
              <a:ext cx="57150" cy="134938"/>
            </a:xfrm>
            <a:custGeom>
              <a:avLst/>
              <a:gdLst>
                <a:gd name="T0" fmla="*/ 22 w 22"/>
                <a:gd name="T1" fmla="*/ 0 h 52"/>
                <a:gd name="T2" fmla="*/ 22 w 22"/>
                <a:gd name="T3" fmla="*/ 52 h 52"/>
                <a:gd name="T4" fmla="*/ 11 w 22"/>
                <a:gd name="T5" fmla="*/ 52 h 52"/>
                <a:gd name="T6" fmla="*/ 11 w 22"/>
                <a:gd name="T7" fmla="*/ 13 h 52"/>
                <a:gd name="T8" fmla="*/ 9 w 22"/>
                <a:gd name="T9" fmla="*/ 14 h 52"/>
                <a:gd name="T10" fmla="*/ 6 w 22"/>
                <a:gd name="T11" fmla="*/ 16 h 52"/>
                <a:gd name="T12" fmla="*/ 3 w 22"/>
                <a:gd name="T13" fmla="*/ 17 h 52"/>
                <a:gd name="T14" fmla="*/ 0 w 22"/>
                <a:gd name="T15" fmla="*/ 17 h 52"/>
                <a:gd name="T16" fmla="*/ 0 w 22"/>
                <a:gd name="T17" fmla="*/ 8 h 52"/>
                <a:gd name="T18" fmla="*/ 8 w 22"/>
                <a:gd name="T19" fmla="*/ 4 h 52"/>
                <a:gd name="T20" fmla="*/ 15 w 22"/>
                <a:gd name="T21" fmla="*/ 0 h 52"/>
                <a:gd name="T22" fmla="*/ 22 w 22"/>
                <a:gd name="T23" fmla="*/ 0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52">
                  <a:moveTo>
                    <a:pt x="22" y="0"/>
                  </a:moveTo>
                  <a:cubicBezTo>
                    <a:pt x="22" y="52"/>
                    <a:pt x="22" y="52"/>
                    <a:pt x="22" y="52"/>
                  </a:cubicBezTo>
                  <a:cubicBezTo>
                    <a:pt x="11" y="52"/>
                    <a:pt x="11" y="52"/>
                    <a:pt x="11" y="52"/>
                  </a:cubicBezTo>
                  <a:cubicBezTo>
                    <a:pt x="11" y="13"/>
                    <a:pt x="11" y="13"/>
                    <a:pt x="11" y="13"/>
                  </a:cubicBezTo>
                  <a:cubicBezTo>
                    <a:pt x="10" y="13"/>
                    <a:pt x="10" y="14"/>
                    <a:pt x="9" y="14"/>
                  </a:cubicBezTo>
                  <a:cubicBezTo>
                    <a:pt x="8" y="15"/>
                    <a:pt x="7" y="15"/>
                    <a:pt x="6" y="16"/>
                  </a:cubicBezTo>
                  <a:cubicBezTo>
                    <a:pt x="5" y="16"/>
                    <a:pt x="4" y="16"/>
                    <a:pt x="3" y="17"/>
                  </a:cubicBezTo>
                  <a:cubicBezTo>
                    <a:pt x="2" y="17"/>
                    <a:pt x="1" y="17"/>
                    <a:pt x="0" y="17"/>
                  </a:cubicBezTo>
                  <a:cubicBezTo>
                    <a:pt x="0" y="8"/>
                    <a:pt x="0" y="8"/>
                    <a:pt x="0" y="8"/>
                  </a:cubicBezTo>
                  <a:cubicBezTo>
                    <a:pt x="3" y="7"/>
                    <a:pt x="6" y="6"/>
                    <a:pt x="8" y="4"/>
                  </a:cubicBezTo>
                  <a:cubicBezTo>
                    <a:pt x="11" y="3"/>
                    <a:pt x="13" y="2"/>
                    <a:pt x="15" y="0"/>
                  </a:cubicBezTo>
                  <a:lnTo>
                    <a:pt x="22"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74" name="Freeform 40">
              <a:extLst>
                <a:ext uri="{FF2B5EF4-FFF2-40B4-BE49-F238E27FC236}">
                  <a16:creationId xmlns:a16="http://schemas.microsoft.com/office/drawing/2014/main" id="{35072A2F-E3D9-42FC-BA21-C3D8F0E8A488}"/>
                </a:ext>
              </a:extLst>
            </p:cNvPr>
            <p:cNvSpPr>
              <a:spLocks noEditPoints="1"/>
            </p:cNvSpPr>
            <p:nvPr/>
          </p:nvSpPr>
          <p:spPr bwMode="auto">
            <a:xfrm>
              <a:off x="7760494" y="5540374"/>
              <a:ext cx="95250" cy="138113"/>
            </a:xfrm>
            <a:custGeom>
              <a:avLst/>
              <a:gdLst>
                <a:gd name="T0" fmla="*/ 18 w 37"/>
                <a:gd name="T1" fmla="*/ 53 h 53"/>
                <a:gd name="T2" fmla="*/ 0 w 37"/>
                <a:gd name="T3" fmla="*/ 27 h 53"/>
                <a:gd name="T4" fmla="*/ 5 w 37"/>
                <a:gd name="T5" fmla="*/ 7 h 53"/>
                <a:gd name="T6" fmla="*/ 19 w 37"/>
                <a:gd name="T7" fmla="*/ 0 h 53"/>
                <a:gd name="T8" fmla="*/ 37 w 37"/>
                <a:gd name="T9" fmla="*/ 26 h 53"/>
                <a:gd name="T10" fmla="*/ 32 w 37"/>
                <a:gd name="T11" fmla="*/ 46 h 53"/>
                <a:gd name="T12" fmla="*/ 18 w 37"/>
                <a:gd name="T13" fmla="*/ 53 h 53"/>
                <a:gd name="T14" fmla="*/ 19 w 37"/>
                <a:gd name="T15" fmla="*/ 9 h 53"/>
                <a:gd name="T16" fmla="*/ 11 w 37"/>
                <a:gd name="T17" fmla="*/ 27 h 53"/>
                <a:gd name="T18" fmla="*/ 19 w 37"/>
                <a:gd name="T19" fmla="*/ 44 h 53"/>
                <a:gd name="T20" fmla="*/ 26 w 37"/>
                <a:gd name="T21" fmla="*/ 26 h 53"/>
                <a:gd name="T22" fmla="*/ 19 w 37"/>
                <a:gd name="T23" fmla="*/ 9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7" h="53">
                  <a:moveTo>
                    <a:pt x="18" y="53"/>
                  </a:moveTo>
                  <a:cubicBezTo>
                    <a:pt x="6" y="53"/>
                    <a:pt x="0" y="44"/>
                    <a:pt x="0" y="27"/>
                  </a:cubicBezTo>
                  <a:cubicBezTo>
                    <a:pt x="0" y="18"/>
                    <a:pt x="2" y="12"/>
                    <a:pt x="5" y="7"/>
                  </a:cubicBezTo>
                  <a:cubicBezTo>
                    <a:pt x="8" y="2"/>
                    <a:pt x="13" y="0"/>
                    <a:pt x="19" y="0"/>
                  </a:cubicBezTo>
                  <a:cubicBezTo>
                    <a:pt x="31" y="0"/>
                    <a:pt x="37" y="9"/>
                    <a:pt x="37" y="26"/>
                  </a:cubicBezTo>
                  <a:cubicBezTo>
                    <a:pt x="37" y="35"/>
                    <a:pt x="35" y="41"/>
                    <a:pt x="32" y="46"/>
                  </a:cubicBezTo>
                  <a:cubicBezTo>
                    <a:pt x="29" y="51"/>
                    <a:pt x="24" y="53"/>
                    <a:pt x="18" y="53"/>
                  </a:cubicBezTo>
                  <a:close/>
                  <a:moveTo>
                    <a:pt x="19" y="9"/>
                  </a:moveTo>
                  <a:cubicBezTo>
                    <a:pt x="14" y="9"/>
                    <a:pt x="11" y="15"/>
                    <a:pt x="11" y="27"/>
                  </a:cubicBezTo>
                  <a:cubicBezTo>
                    <a:pt x="11" y="39"/>
                    <a:pt x="14" y="44"/>
                    <a:pt x="19" y="44"/>
                  </a:cubicBezTo>
                  <a:cubicBezTo>
                    <a:pt x="23" y="44"/>
                    <a:pt x="26" y="38"/>
                    <a:pt x="26" y="26"/>
                  </a:cubicBezTo>
                  <a:cubicBezTo>
                    <a:pt x="26" y="15"/>
                    <a:pt x="23" y="9"/>
                    <a:pt x="19" y="9"/>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878962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0CE92-1D76-4F61-8208-4BBDE2BA1DA5}"/>
              </a:ext>
            </a:extLst>
          </p:cNvPr>
          <p:cNvSpPr>
            <a:spLocks noGrp="1"/>
          </p:cNvSpPr>
          <p:nvPr>
            <p:ph type="title"/>
          </p:nvPr>
        </p:nvSpPr>
        <p:spPr/>
        <p:txBody>
          <a:bodyPr/>
          <a:lstStyle/>
          <a:p>
            <a:r>
              <a:rPr lang="en-US" dirty="0"/>
              <a:t>Walkthrough – Explore the Azure Global infrastructure</a:t>
            </a:r>
          </a:p>
        </p:txBody>
      </p:sp>
      <p:sp>
        <p:nvSpPr>
          <p:cNvPr id="3" name="Text Placeholder 2">
            <a:extLst>
              <a:ext uri="{FF2B5EF4-FFF2-40B4-BE49-F238E27FC236}">
                <a16:creationId xmlns:a16="http://schemas.microsoft.com/office/drawing/2014/main" id="{D9B7E699-8A7B-44B9-87EE-C5ED24A8C217}"/>
              </a:ext>
            </a:extLst>
          </p:cNvPr>
          <p:cNvSpPr>
            <a:spLocks noGrp="1"/>
          </p:cNvSpPr>
          <p:nvPr>
            <p:ph sz="quarter" idx="10"/>
          </p:nvPr>
        </p:nvSpPr>
        <p:spPr>
          <a:xfrm>
            <a:off x="262890" y="1602858"/>
            <a:ext cx="5833110" cy="923330"/>
          </a:xfrm>
        </p:spPr>
        <p:txBody>
          <a:bodyPr/>
          <a:lstStyle/>
          <a:p>
            <a:pPr marL="233362"/>
            <a:r>
              <a:rPr lang="en-US" dirty="0">
                <a:latin typeface="+mn-lt"/>
                <a:cs typeface="Segoe UI Semilight" panose="020B0402040204020203" pitchFamily="34" charset="0"/>
                <a:hlinkClick r:id="rId3"/>
              </a:rPr>
              <a:t>https://infrastructuremap.microsoft.com/</a:t>
            </a:r>
            <a:endParaRPr lang="en-US" dirty="0">
              <a:latin typeface="+mn-lt"/>
              <a:cs typeface="Segoe UI Semilight" panose="020B0402040204020203" pitchFamily="34" charset="0"/>
            </a:endParaRPr>
          </a:p>
        </p:txBody>
      </p:sp>
      <p:pic>
        <p:nvPicPr>
          <p:cNvPr id="6" name="Picture 5">
            <a:extLst>
              <a:ext uri="{FF2B5EF4-FFF2-40B4-BE49-F238E27FC236}">
                <a16:creationId xmlns:a16="http://schemas.microsoft.com/office/drawing/2014/main" id="{7CDCCC72-E44C-4A20-A7B0-16FEBBDDB9F4}"/>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439025" y="1447034"/>
            <a:ext cx="3762375" cy="3963931"/>
          </a:xfrm>
          <a:prstGeom prst="rect">
            <a:avLst/>
          </a:prstGeom>
        </p:spPr>
      </p:pic>
    </p:spTree>
    <p:extLst>
      <p:ext uri="{BB962C8B-B14F-4D97-AF65-F5344CB8AC3E}">
        <p14:creationId xmlns:p14="http://schemas.microsoft.com/office/powerpoint/2010/main" val="2564507128"/>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3922517-322A-43B7-9CF0-D6D66DD3DD88}"/>
              </a:ext>
            </a:extLst>
          </p:cNvPr>
          <p:cNvSpPr>
            <a:spLocks noGrp="1"/>
          </p:cNvSpPr>
          <p:nvPr>
            <p:ph type="title"/>
          </p:nvPr>
        </p:nvSpPr>
        <p:spPr>
          <a:xfrm>
            <a:off x="418643" y="183319"/>
            <a:ext cx="11341268" cy="680196"/>
          </a:xfrm>
        </p:spPr>
        <p:txBody>
          <a:bodyPr/>
          <a:lstStyle/>
          <a:p>
            <a:r>
              <a:rPr lang="en-US" dirty="0"/>
              <a:t>Azure Resources</a:t>
            </a:r>
          </a:p>
        </p:txBody>
      </p:sp>
      <p:sp>
        <p:nvSpPr>
          <p:cNvPr id="6" name="Content Placeholder 5">
            <a:extLst>
              <a:ext uri="{FF2B5EF4-FFF2-40B4-BE49-F238E27FC236}">
                <a16:creationId xmlns:a16="http://schemas.microsoft.com/office/drawing/2014/main" id="{C0FF092D-7D8A-4651-A3C4-98C7FC9A7685}"/>
              </a:ext>
            </a:extLst>
          </p:cNvPr>
          <p:cNvSpPr>
            <a:spLocks noGrp="1"/>
          </p:cNvSpPr>
          <p:nvPr>
            <p:ph sz="quarter" idx="10"/>
          </p:nvPr>
        </p:nvSpPr>
        <p:spPr>
          <a:xfrm>
            <a:off x="434510" y="1002016"/>
            <a:ext cx="11340811" cy="923330"/>
          </a:xfrm>
        </p:spPr>
        <p:txBody>
          <a:bodyPr vert="horz" wrap="square" lIns="0" tIns="91440" rIns="146304" bIns="91440" rtlCol="0" anchor="t">
            <a:spAutoFit/>
          </a:bodyPr>
          <a:lstStyle/>
          <a:p>
            <a:r>
              <a:rPr lang="en-US" dirty="0">
                <a:latin typeface="Segoe UI"/>
                <a:cs typeface="Segoe UI"/>
              </a:rPr>
              <a:t>Azure </a:t>
            </a:r>
            <a:r>
              <a:rPr lang="en-US" b="1" dirty="0">
                <a:latin typeface="Segoe UI"/>
                <a:cs typeface="Segoe UI"/>
              </a:rPr>
              <a:t>resources</a:t>
            </a:r>
            <a:r>
              <a:rPr lang="en-US" dirty="0">
                <a:latin typeface="Segoe UI"/>
                <a:cs typeface="Segoe UI"/>
              </a:rPr>
              <a:t> are components like storage, virtual machines, and networks that are available to build cloud solutions.</a:t>
            </a:r>
          </a:p>
        </p:txBody>
      </p:sp>
      <p:grpSp>
        <p:nvGrpSpPr>
          <p:cNvPr id="40" name="Group 39" descr="Group of 6 icons showing different types of Azure resources available.  The are Virtual Machine, Storage, Networks, App Services, SQL Databases, and Functions.">
            <a:extLst>
              <a:ext uri="{FF2B5EF4-FFF2-40B4-BE49-F238E27FC236}">
                <a16:creationId xmlns:a16="http://schemas.microsoft.com/office/drawing/2014/main" id="{B122006E-D25E-4CBD-9B42-EC2BB5B0F25E}"/>
              </a:ext>
            </a:extLst>
          </p:cNvPr>
          <p:cNvGrpSpPr/>
          <p:nvPr/>
        </p:nvGrpSpPr>
        <p:grpSpPr>
          <a:xfrm>
            <a:off x="1207858" y="1889478"/>
            <a:ext cx="9776285" cy="3704067"/>
            <a:chOff x="1091695" y="2530110"/>
            <a:chExt cx="9776285" cy="3704067"/>
          </a:xfrm>
        </p:grpSpPr>
        <p:grpSp>
          <p:nvGrpSpPr>
            <p:cNvPr id="37" name="Group 36">
              <a:extLst>
                <a:ext uri="{FF2B5EF4-FFF2-40B4-BE49-F238E27FC236}">
                  <a16:creationId xmlns:a16="http://schemas.microsoft.com/office/drawing/2014/main" id="{A4E7AC43-C3DB-4D3F-B94D-5F486AC7C88B}"/>
                </a:ext>
              </a:extLst>
            </p:cNvPr>
            <p:cNvGrpSpPr/>
            <p:nvPr/>
          </p:nvGrpSpPr>
          <p:grpSpPr>
            <a:xfrm>
              <a:off x="1091695" y="2641404"/>
              <a:ext cx="2638415" cy="1678252"/>
              <a:chOff x="552680" y="2675092"/>
              <a:chExt cx="2638415" cy="1678252"/>
            </a:xfrm>
          </p:grpSpPr>
          <p:pic>
            <p:nvPicPr>
              <p:cNvPr id="9" name="Picture 8">
                <a:extLst>
                  <a:ext uri="{FF2B5EF4-FFF2-40B4-BE49-F238E27FC236}">
                    <a16:creationId xmlns:a16="http://schemas.microsoft.com/office/drawing/2014/main" id="{4FD7DEAC-8E87-4AC2-81B9-437471FB6D7A}"/>
                  </a:ext>
                </a:extLst>
              </p:cNvPr>
              <p:cNvPicPr>
                <a:picLocks noChangeAspect="1"/>
              </p:cNvPicPr>
              <p:nvPr/>
            </p:nvPicPr>
            <p:blipFill>
              <a:blip r:embed="rId3">
                <a:extLst>
                  <a:ext uri="{96DAC541-7B7A-43D3-8B79-37D633B846F1}">
                    <asvg:svgBlip xmlns:asvg="http://schemas.microsoft.com/office/drawing/2016/SVG/main" r:embed="rId4"/>
                  </a:ext>
                </a:extLst>
              </a:blip>
              <a:srcRect/>
              <a:stretch/>
            </p:blipFill>
            <p:spPr>
              <a:xfrm>
                <a:off x="1299094" y="2675092"/>
                <a:ext cx="1141353" cy="1141353"/>
              </a:xfrm>
              <a:prstGeom prst="rect">
                <a:avLst/>
              </a:prstGeom>
            </p:spPr>
          </p:pic>
          <p:sp>
            <p:nvSpPr>
              <p:cNvPr id="2" name="TextBox 1">
                <a:extLst>
                  <a:ext uri="{FF2B5EF4-FFF2-40B4-BE49-F238E27FC236}">
                    <a16:creationId xmlns:a16="http://schemas.microsoft.com/office/drawing/2014/main" id="{D0F08480-CCB0-437B-8C78-A36C810934C8}"/>
                  </a:ext>
                </a:extLst>
              </p:cNvPr>
              <p:cNvSpPr txBox="1"/>
              <p:nvPr/>
            </p:nvSpPr>
            <p:spPr>
              <a:xfrm>
                <a:off x="552680" y="3725480"/>
                <a:ext cx="2638415"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Virtual Machines</a:t>
                </a:r>
              </a:p>
            </p:txBody>
          </p:sp>
        </p:grpSp>
        <p:grpSp>
          <p:nvGrpSpPr>
            <p:cNvPr id="38" name="Group 37">
              <a:extLst>
                <a:ext uri="{FF2B5EF4-FFF2-40B4-BE49-F238E27FC236}">
                  <a16:creationId xmlns:a16="http://schemas.microsoft.com/office/drawing/2014/main" id="{2C3A9148-E402-4A38-8986-71A09FC6353C}"/>
                </a:ext>
              </a:extLst>
            </p:cNvPr>
            <p:cNvGrpSpPr/>
            <p:nvPr/>
          </p:nvGrpSpPr>
          <p:grpSpPr>
            <a:xfrm>
              <a:off x="4608372" y="2667191"/>
              <a:ext cx="2745432" cy="1652465"/>
              <a:chOff x="3759281" y="2700879"/>
              <a:chExt cx="2745432" cy="1652465"/>
            </a:xfrm>
          </p:grpSpPr>
          <p:pic>
            <p:nvPicPr>
              <p:cNvPr id="25" name="Graphic 24">
                <a:extLst>
                  <a:ext uri="{FF2B5EF4-FFF2-40B4-BE49-F238E27FC236}">
                    <a16:creationId xmlns:a16="http://schemas.microsoft.com/office/drawing/2014/main" id="{88F29FB0-B242-4567-84B1-E49DD154323E}"/>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t="9562" b="7965"/>
              <a:stretch/>
            </p:blipFill>
            <p:spPr>
              <a:xfrm>
                <a:off x="4468751" y="2700879"/>
                <a:ext cx="1326493" cy="1094013"/>
              </a:xfrm>
              <a:prstGeom prst="rect">
                <a:avLst/>
              </a:prstGeom>
            </p:spPr>
          </p:pic>
          <p:sp>
            <p:nvSpPr>
              <p:cNvPr id="4" name="TextBox 3">
                <a:extLst>
                  <a:ext uri="{FF2B5EF4-FFF2-40B4-BE49-F238E27FC236}">
                    <a16:creationId xmlns:a16="http://schemas.microsoft.com/office/drawing/2014/main" id="{DAD5727A-D0F2-48A0-83C4-E848BD10AB09}"/>
                  </a:ext>
                </a:extLst>
              </p:cNvPr>
              <p:cNvSpPr txBox="1"/>
              <p:nvPr/>
            </p:nvSpPr>
            <p:spPr>
              <a:xfrm>
                <a:off x="3759281" y="3725480"/>
                <a:ext cx="2745432"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Storage Accounts</a:t>
                </a:r>
              </a:p>
            </p:txBody>
          </p:sp>
        </p:grpSp>
        <p:grpSp>
          <p:nvGrpSpPr>
            <p:cNvPr id="39" name="Group 38">
              <a:extLst>
                <a:ext uri="{FF2B5EF4-FFF2-40B4-BE49-F238E27FC236}">
                  <a16:creationId xmlns:a16="http://schemas.microsoft.com/office/drawing/2014/main" id="{92D0A42B-FDB0-4970-BFEB-A9BDCA5E6038}"/>
                </a:ext>
              </a:extLst>
            </p:cNvPr>
            <p:cNvGrpSpPr/>
            <p:nvPr/>
          </p:nvGrpSpPr>
          <p:grpSpPr>
            <a:xfrm>
              <a:off x="8232066" y="2530110"/>
              <a:ext cx="2635914" cy="1789546"/>
              <a:chOff x="7693051" y="2563798"/>
              <a:chExt cx="2635914" cy="1789546"/>
            </a:xfrm>
          </p:grpSpPr>
          <p:pic>
            <p:nvPicPr>
              <p:cNvPr id="17" name="Picture 16">
                <a:extLst>
                  <a:ext uri="{FF2B5EF4-FFF2-40B4-BE49-F238E27FC236}">
                    <a16:creationId xmlns:a16="http://schemas.microsoft.com/office/drawing/2014/main" id="{9D9A277B-EC91-412A-8467-C1232A6B28A6}"/>
                  </a:ext>
                </a:extLst>
              </p:cNvPr>
              <p:cNvPicPr>
                <a:picLocks noChangeAspect="1"/>
              </p:cNvPicPr>
              <p:nvPr/>
            </p:nvPicPr>
            <p:blipFill>
              <a:blip r:embed="rId7">
                <a:extLst>
                  <a:ext uri="{96DAC541-7B7A-43D3-8B79-37D633B846F1}">
                    <asvg:svgBlip xmlns:asvg="http://schemas.microsoft.com/office/drawing/2016/SVG/main" r:embed="rId8"/>
                  </a:ext>
                </a:extLst>
              </a:blip>
              <a:srcRect/>
              <a:stretch/>
            </p:blipFill>
            <p:spPr>
              <a:xfrm>
                <a:off x="8326921" y="2563798"/>
                <a:ext cx="1368175" cy="1368175"/>
              </a:xfrm>
              <a:prstGeom prst="rect">
                <a:avLst/>
              </a:prstGeom>
            </p:spPr>
          </p:pic>
          <p:sp>
            <p:nvSpPr>
              <p:cNvPr id="8" name="TextBox 7">
                <a:extLst>
                  <a:ext uri="{FF2B5EF4-FFF2-40B4-BE49-F238E27FC236}">
                    <a16:creationId xmlns:a16="http://schemas.microsoft.com/office/drawing/2014/main" id="{AA19368E-E94C-4716-998F-FDC4BBDFA1A8}"/>
                  </a:ext>
                </a:extLst>
              </p:cNvPr>
              <p:cNvSpPr txBox="1"/>
              <p:nvPr/>
            </p:nvSpPr>
            <p:spPr>
              <a:xfrm>
                <a:off x="7693051" y="3725480"/>
                <a:ext cx="2635914"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Virtual Networks</a:t>
                </a:r>
              </a:p>
            </p:txBody>
          </p:sp>
        </p:grpSp>
        <p:grpSp>
          <p:nvGrpSpPr>
            <p:cNvPr id="36" name="Group 35">
              <a:extLst>
                <a:ext uri="{FF2B5EF4-FFF2-40B4-BE49-F238E27FC236}">
                  <a16:creationId xmlns:a16="http://schemas.microsoft.com/office/drawing/2014/main" id="{39FB2BF0-DC09-4397-AF96-867CA42C6976}"/>
                </a:ext>
              </a:extLst>
            </p:cNvPr>
            <p:cNvGrpSpPr/>
            <p:nvPr/>
          </p:nvGrpSpPr>
          <p:grpSpPr>
            <a:xfrm>
              <a:off x="1353657" y="4425721"/>
              <a:ext cx="2114490" cy="1808456"/>
              <a:chOff x="814643" y="4528018"/>
              <a:chExt cx="2114490" cy="1808456"/>
            </a:xfrm>
          </p:grpSpPr>
          <p:pic>
            <p:nvPicPr>
              <p:cNvPr id="21" name="Picture 20">
                <a:extLst>
                  <a:ext uri="{FF2B5EF4-FFF2-40B4-BE49-F238E27FC236}">
                    <a16:creationId xmlns:a16="http://schemas.microsoft.com/office/drawing/2014/main" id="{389E0D63-D73E-4B9B-A1D0-CEC5496B13F3}"/>
                  </a:ext>
                </a:extLst>
              </p:cNvPr>
              <p:cNvPicPr>
                <a:picLocks noChangeAspect="1"/>
              </p:cNvPicPr>
              <p:nvPr/>
            </p:nvPicPr>
            <p:blipFill>
              <a:blip r:embed="rId9">
                <a:extLst>
                  <a:ext uri="{96DAC541-7B7A-43D3-8B79-37D633B846F1}">
                    <asvg:svgBlip xmlns:asvg="http://schemas.microsoft.com/office/drawing/2016/SVG/main" r:embed="rId10"/>
                  </a:ext>
                </a:extLst>
              </a:blip>
              <a:srcRect/>
              <a:stretch/>
            </p:blipFill>
            <p:spPr>
              <a:xfrm>
                <a:off x="1299095" y="4528018"/>
                <a:ext cx="1145586" cy="1145586"/>
              </a:xfrm>
              <a:prstGeom prst="rect">
                <a:avLst/>
              </a:prstGeom>
            </p:spPr>
          </p:pic>
          <p:sp>
            <p:nvSpPr>
              <p:cNvPr id="11" name="TextBox 10">
                <a:extLst>
                  <a:ext uri="{FF2B5EF4-FFF2-40B4-BE49-F238E27FC236}">
                    <a16:creationId xmlns:a16="http://schemas.microsoft.com/office/drawing/2014/main" id="{CB68CFE9-7315-45B3-BC83-F23B058383BC}"/>
                  </a:ext>
                </a:extLst>
              </p:cNvPr>
              <p:cNvSpPr txBox="1"/>
              <p:nvPr/>
            </p:nvSpPr>
            <p:spPr>
              <a:xfrm>
                <a:off x="814643" y="5708610"/>
                <a:ext cx="2114490"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App Services</a:t>
                </a:r>
              </a:p>
            </p:txBody>
          </p:sp>
        </p:grpSp>
        <p:grpSp>
          <p:nvGrpSpPr>
            <p:cNvPr id="35" name="Group 34">
              <a:extLst>
                <a:ext uri="{FF2B5EF4-FFF2-40B4-BE49-F238E27FC236}">
                  <a16:creationId xmlns:a16="http://schemas.microsoft.com/office/drawing/2014/main" id="{6E24FB3E-78F6-4D83-8FC0-7A33DBFDD352}"/>
                </a:ext>
              </a:extLst>
            </p:cNvPr>
            <p:cNvGrpSpPr/>
            <p:nvPr/>
          </p:nvGrpSpPr>
          <p:grpSpPr>
            <a:xfrm>
              <a:off x="4737243" y="4425721"/>
              <a:ext cx="2390719" cy="1808456"/>
              <a:chOff x="3668838" y="4528018"/>
              <a:chExt cx="2390719" cy="1808456"/>
            </a:xfrm>
          </p:grpSpPr>
          <p:pic>
            <p:nvPicPr>
              <p:cNvPr id="13" name="Picture 12">
                <a:extLst>
                  <a:ext uri="{FF2B5EF4-FFF2-40B4-BE49-F238E27FC236}">
                    <a16:creationId xmlns:a16="http://schemas.microsoft.com/office/drawing/2014/main" id="{529D27F6-8177-4231-9DCC-022A63BD63DF}"/>
                  </a:ext>
                </a:extLst>
              </p:cNvPr>
              <p:cNvPicPr>
                <a:picLocks noChangeAspect="1"/>
              </p:cNvPicPr>
              <p:nvPr/>
            </p:nvPicPr>
            <p:blipFill>
              <a:blip r:embed="rId11">
                <a:extLst>
                  <a:ext uri="{96DAC541-7B7A-43D3-8B79-37D633B846F1}">
                    <asvg:svgBlip xmlns:asvg="http://schemas.microsoft.com/office/drawing/2016/SVG/main" r:embed="rId12"/>
                  </a:ext>
                </a:extLst>
              </a:blip>
              <a:srcRect/>
              <a:stretch/>
            </p:blipFill>
            <p:spPr>
              <a:xfrm>
                <a:off x="4291404" y="4528018"/>
                <a:ext cx="1145586" cy="1145586"/>
              </a:xfrm>
              <a:prstGeom prst="rect">
                <a:avLst/>
              </a:prstGeom>
            </p:spPr>
          </p:pic>
          <p:sp>
            <p:nvSpPr>
              <p:cNvPr id="14" name="TextBox 13">
                <a:extLst>
                  <a:ext uri="{FF2B5EF4-FFF2-40B4-BE49-F238E27FC236}">
                    <a16:creationId xmlns:a16="http://schemas.microsoft.com/office/drawing/2014/main" id="{B6C87DB8-DFA1-451C-9999-EE9DD0D3B4E1}"/>
                  </a:ext>
                </a:extLst>
              </p:cNvPr>
              <p:cNvSpPr txBox="1"/>
              <p:nvPr/>
            </p:nvSpPr>
            <p:spPr>
              <a:xfrm>
                <a:off x="3668838" y="5708610"/>
                <a:ext cx="2390719"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SQL Databases</a:t>
                </a:r>
              </a:p>
            </p:txBody>
          </p:sp>
        </p:grpSp>
        <p:grpSp>
          <p:nvGrpSpPr>
            <p:cNvPr id="34" name="Group 33">
              <a:extLst>
                <a:ext uri="{FF2B5EF4-FFF2-40B4-BE49-F238E27FC236}">
                  <a16:creationId xmlns:a16="http://schemas.microsoft.com/office/drawing/2014/main" id="{965486E5-4B44-4E77-9E28-297A8F046048}"/>
                </a:ext>
              </a:extLst>
            </p:cNvPr>
            <p:cNvGrpSpPr/>
            <p:nvPr/>
          </p:nvGrpSpPr>
          <p:grpSpPr>
            <a:xfrm>
              <a:off x="8657100" y="4466719"/>
              <a:ext cx="1677382" cy="1767458"/>
              <a:chOff x="7333626" y="4569016"/>
              <a:chExt cx="1677382" cy="1767458"/>
            </a:xfrm>
          </p:grpSpPr>
          <p:pic>
            <p:nvPicPr>
              <p:cNvPr id="27" name="Graphic 26">
                <a:extLst>
                  <a:ext uri="{FF2B5EF4-FFF2-40B4-BE49-F238E27FC236}">
                    <a16:creationId xmlns:a16="http://schemas.microsoft.com/office/drawing/2014/main" id="{3740DC95-358B-4C11-9982-6AA809E98277}"/>
                  </a:ext>
                </a:extLst>
              </p:cNvPr>
              <p:cNvPicPr>
                <a:picLocks noChangeAspect="1"/>
              </p:cNvPicPr>
              <p:nvPr/>
            </p:nvPicPr>
            <p:blipFill>
              <a:blip r:embed="rId13">
                <a:extLst>
                  <a:ext uri="{96DAC541-7B7A-43D3-8B79-37D633B846F1}">
                    <asvg:svgBlip xmlns:asvg="http://schemas.microsoft.com/office/drawing/2016/SVG/main" r:embed="rId14"/>
                  </a:ext>
                </a:extLst>
              </a:blip>
              <a:srcRect/>
              <a:stretch/>
            </p:blipFill>
            <p:spPr>
              <a:xfrm>
                <a:off x="7640522" y="4569016"/>
                <a:ext cx="1145586" cy="1145586"/>
              </a:xfrm>
              <a:prstGeom prst="rect">
                <a:avLst/>
              </a:prstGeom>
            </p:spPr>
          </p:pic>
          <p:sp>
            <p:nvSpPr>
              <p:cNvPr id="16" name="TextBox 15">
                <a:extLst>
                  <a:ext uri="{FF2B5EF4-FFF2-40B4-BE49-F238E27FC236}">
                    <a16:creationId xmlns:a16="http://schemas.microsoft.com/office/drawing/2014/main" id="{7DA81A19-FA5C-4E6D-8465-C7EB31542308}"/>
                  </a:ext>
                </a:extLst>
              </p:cNvPr>
              <p:cNvSpPr txBox="1"/>
              <p:nvPr/>
            </p:nvSpPr>
            <p:spPr>
              <a:xfrm>
                <a:off x="7333626" y="5708610"/>
                <a:ext cx="1677382" cy="627864"/>
              </a:xfrm>
              <a:prstGeom prst="rect">
                <a:avLst/>
              </a:prstGeom>
              <a:noFill/>
            </p:spPr>
            <p:txBody>
              <a:bodyPr wrap="non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Functions</a:t>
                </a:r>
              </a:p>
            </p:txBody>
          </p:sp>
        </p:grpSp>
      </p:grpSp>
    </p:spTree>
    <p:extLst>
      <p:ext uri="{BB962C8B-B14F-4D97-AF65-F5344CB8AC3E}">
        <p14:creationId xmlns:p14="http://schemas.microsoft.com/office/powerpoint/2010/main" val="194417333"/>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noProof="0" dirty="0"/>
              <a:t>Resource groups</a:t>
            </a:r>
          </a:p>
        </p:txBody>
      </p:sp>
      <p:sp>
        <p:nvSpPr>
          <p:cNvPr id="2" name="Content Placeholder 1">
            <a:extLst>
              <a:ext uri="{FF2B5EF4-FFF2-40B4-BE49-F238E27FC236}">
                <a16:creationId xmlns:a16="http://schemas.microsoft.com/office/drawing/2014/main" id="{CA660EB7-DC05-45A1-9F5C-02ABC31AF64C}"/>
              </a:ext>
            </a:extLst>
          </p:cNvPr>
          <p:cNvSpPr>
            <a:spLocks noGrp="1"/>
          </p:cNvSpPr>
          <p:nvPr>
            <p:ph sz="quarter" idx="10"/>
          </p:nvPr>
        </p:nvSpPr>
        <p:spPr>
          <a:xfrm>
            <a:off x="419100" y="1456896"/>
            <a:ext cx="5808907" cy="4519186"/>
          </a:xfrm>
        </p:spPr>
        <p:txBody>
          <a:bodyPr/>
          <a:lstStyle/>
          <a:p>
            <a:r>
              <a:rPr lang="en-US" dirty="0">
                <a:latin typeface="+mn-lt"/>
              </a:rPr>
              <a:t>A </a:t>
            </a:r>
            <a:r>
              <a:rPr lang="en-US" b="1" dirty="0">
                <a:latin typeface="+mn-lt"/>
              </a:rPr>
              <a:t>resource group</a:t>
            </a:r>
            <a:r>
              <a:rPr lang="en-US" dirty="0">
                <a:latin typeface="+mn-lt"/>
              </a:rPr>
              <a:t> is a container to manage and aggregate resources in a single unit. </a:t>
            </a:r>
          </a:p>
          <a:p>
            <a:pPr marL="342900" indent="-342900">
              <a:buFont typeface="Arial" panose="020B0604020202020204" pitchFamily="34" charset="0"/>
              <a:buChar char="•"/>
            </a:pPr>
            <a:r>
              <a:rPr lang="en-US" dirty="0">
                <a:latin typeface="+mn-lt"/>
              </a:rPr>
              <a:t>Resources can exist in only one resource group.</a:t>
            </a:r>
          </a:p>
          <a:p>
            <a:pPr marL="342900" indent="-342900">
              <a:buFont typeface="Arial" panose="020B0604020202020204" pitchFamily="34" charset="0"/>
              <a:buChar char="•"/>
            </a:pPr>
            <a:r>
              <a:rPr lang="en-US" dirty="0">
                <a:latin typeface="+mn-lt"/>
              </a:rPr>
              <a:t>Resources can exist in different regions. </a:t>
            </a:r>
          </a:p>
          <a:p>
            <a:pPr marL="342900" indent="-342900">
              <a:buFont typeface="Arial" panose="020B0604020202020204" pitchFamily="34" charset="0"/>
              <a:buChar char="•"/>
            </a:pPr>
            <a:r>
              <a:rPr lang="en-US" dirty="0">
                <a:latin typeface="+mn-lt"/>
              </a:rPr>
              <a:t>Resources can be moved to different resource groups. </a:t>
            </a:r>
          </a:p>
          <a:p>
            <a:pPr marL="342900" indent="-342900">
              <a:buFont typeface="Arial" panose="020B0604020202020204" pitchFamily="34" charset="0"/>
              <a:buChar char="•"/>
            </a:pPr>
            <a:r>
              <a:rPr lang="en-US" dirty="0">
                <a:latin typeface="+mn-lt"/>
              </a:rPr>
              <a:t>Applications can utilize multiple resource groups.</a:t>
            </a:r>
          </a:p>
          <a:p>
            <a:endParaRPr lang="en-US" dirty="0"/>
          </a:p>
        </p:txBody>
      </p:sp>
      <p:grpSp>
        <p:nvGrpSpPr>
          <p:cNvPr id="18" name="Group 17">
            <a:extLst>
              <a:ext uri="{FF2B5EF4-FFF2-40B4-BE49-F238E27FC236}">
                <a16:creationId xmlns:a16="http://schemas.microsoft.com/office/drawing/2014/main" id="{5E2B8897-2C33-44F4-BA75-D7C3B7E5CCFA}"/>
              </a:ext>
              <a:ext uri="{C183D7F6-B498-43B3-948B-1728B52AA6E4}">
                <adec:decorative xmlns:adec="http://schemas.microsoft.com/office/drawing/2017/decorative" val="1"/>
              </a:ext>
            </a:extLst>
          </p:cNvPr>
          <p:cNvGrpSpPr/>
          <p:nvPr/>
        </p:nvGrpSpPr>
        <p:grpSpPr>
          <a:xfrm>
            <a:off x="6454422" y="2719608"/>
            <a:ext cx="5236495" cy="451535"/>
            <a:chOff x="5241462" y="3342290"/>
            <a:chExt cx="6612401" cy="554762"/>
          </a:xfrm>
        </p:grpSpPr>
        <p:sp>
          <p:nvSpPr>
            <p:cNvPr id="19" name="Freeform 306">
              <a:extLst>
                <a:ext uri="{FF2B5EF4-FFF2-40B4-BE49-F238E27FC236}">
                  <a16:creationId xmlns:a16="http://schemas.microsoft.com/office/drawing/2014/main" id="{E6AAD464-9EF6-4786-B20C-7800D2EEF820}"/>
                </a:ext>
              </a:extLst>
            </p:cNvPr>
            <p:cNvSpPr>
              <a:spLocks/>
            </p:cNvSpPr>
            <p:nvPr/>
          </p:nvSpPr>
          <p:spPr bwMode="auto">
            <a:xfrm>
              <a:off x="5241462" y="3615197"/>
              <a:ext cx="6612401" cy="8948"/>
            </a:xfrm>
            <a:custGeom>
              <a:avLst/>
              <a:gdLst>
                <a:gd name="T0" fmla="*/ 0 w 3695"/>
                <a:gd name="T1" fmla="*/ 5 h 5"/>
                <a:gd name="T2" fmla="*/ 3695 w 3695"/>
                <a:gd name="T3" fmla="*/ 5 h 5"/>
                <a:gd name="T4" fmla="*/ 3695 w 3695"/>
                <a:gd name="T5" fmla="*/ 0 h 5"/>
                <a:gd name="T6" fmla="*/ 0 w 3695"/>
                <a:gd name="T7" fmla="*/ 0 h 5"/>
              </a:gdLst>
              <a:ahLst/>
              <a:cxnLst>
                <a:cxn ang="0">
                  <a:pos x="T0" y="T1"/>
                </a:cxn>
                <a:cxn ang="0">
                  <a:pos x="T2" y="T3"/>
                </a:cxn>
                <a:cxn ang="0">
                  <a:pos x="T4" y="T5"/>
                </a:cxn>
                <a:cxn ang="0">
                  <a:pos x="T6" y="T7"/>
                </a:cxn>
              </a:cxnLst>
              <a:rect l="0" t="0" r="r" b="b"/>
              <a:pathLst>
                <a:path w="3695" h="5">
                  <a:moveTo>
                    <a:pt x="0" y="5"/>
                  </a:moveTo>
                  <a:lnTo>
                    <a:pt x="3695" y="5"/>
                  </a:lnTo>
                  <a:lnTo>
                    <a:pt x="3695" y="0"/>
                  </a:lnTo>
                  <a:lnTo>
                    <a:pt x="0" y="0"/>
                  </a:lnTo>
                </a:path>
              </a:pathLst>
            </a:custGeom>
            <a:noFill/>
            <a:ln w="9525">
              <a:solidFill>
                <a:schemeClr val="bg1">
                  <a:lumMod val="75000"/>
                </a:schemeClr>
              </a:solidFill>
              <a:round/>
              <a:headEnd/>
              <a:tailEnd/>
            </a:ln>
            <a:extLst>
              <a:ext uri="{909E8E84-426E-40DD-AFC4-6F175D3DCCD1}">
                <a14:hiddenFill xmlns:a14="http://schemas.microsoft.com/office/drawing/2010/main">
                  <a:solidFill>
                    <a:srgbClr val="FFFFFF"/>
                  </a:solidFill>
                </a14:hiddenFill>
              </a:ext>
            </a:extLst>
          </p:spPr>
          <p:txBody>
            <a:bodyPr vert="horz" wrap="square" lIns="93260" tIns="46630" rIns="93260" bIns="4663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36" b="0" i="0" u="none" strike="noStrike" kern="0" cap="none" spc="0" normalizeH="0" baseline="0" noProof="0">
                <a:ln>
                  <a:noFill/>
                </a:ln>
                <a:solidFill>
                  <a:srgbClr val="505050"/>
                </a:solidFill>
                <a:effectLst/>
                <a:uLnTx/>
                <a:uFillTx/>
                <a:latin typeface="Segoe UI"/>
                <a:ea typeface="+mn-ea"/>
                <a:cs typeface="+mn-cs"/>
              </a:endParaRPr>
            </a:p>
          </p:txBody>
        </p:sp>
        <p:sp>
          <p:nvSpPr>
            <p:cNvPr id="20" name="Oval 307">
              <a:extLst>
                <a:ext uri="{FF2B5EF4-FFF2-40B4-BE49-F238E27FC236}">
                  <a16:creationId xmlns:a16="http://schemas.microsoft.com/office/drawing/2014/main" id="{1975E4FF-A96A-4FA6-AF7E-63D864429558}"/>
                </a:ext>
              </a:extLst>
            </p:cNvPr>
            <p:cNvSpPr>
              <a:spLocks noChangeArrowheads="1"/>
            </p:cNvSpPr>
            <p:nvPr/>
          </p:nvSpPr>
          <p:spPr bwMode="auto">
            <a:xfrm>
              <a:off x="8270281" y="3342290"/>
              <a:ext cx="554762" cy="554762"/>
            </a:xfrm>
            <a:prstGeom prst="ellipse">
              <a:avLst/>
            </a:prstGeom>
            <a:solidFill>
              <a:schemeClr val="bg1">
                <a:lumMod val="50000"/>
              </a:schemeClr>
            </a:solidFill>
            <a:ln w="9525">
              <a:noFill/>
              <a:round/>
              <a:headEnd/>
              <a:tailEnd/>
            </a:ln>
          </p:spPr>
          <p:txBody>
            <a:bodyPr vert="horz" wrap="none" lIns="93260" tIns="46630" rIns="93260" bIns="46630" numCol="1"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36" b="0" i="0" u="none" strike="noStrike" kern="0" cap="none" spc="0" normalizeH="0" baseline="0" noProof="0">
                  <a:ln>
                    <a:noFill/>
                  </a:ln>
                  <a:solidFill>
                    <a:srgbClr val="FFFFFF"/>
                  </a:solidFill>
                  <a:effectLst/>
                  <a:uLnTx/>
                  <a:uFillTx/>
                  <a:latin typeface="Segoe UI"/>
                  <a:ea typeface="+mn-ea"/>
                  <a:cs typeface="+mn-cs"/>
                </a:rPr>
                <a:t>OR</a:t>
              </a:r>
            </a:p>
          </p:txBody>
        </p:sp>
      </p:grpSp>
      <p:grpSp>
        <p:nvGrpSpPr>
          <p:cNvPr id="3" name="Group 2" descr="One resource group is shown with web, database, virtual machine, and storage resources. ">
            <a:extLst>
              <a:ext uri="{FF2B5EF4-FFF2-40B4-BE49-F238E27FC236}">
                <a16:creationId xmlns:a16="http://schemas.microsoft.com/office/drawing/2014/main" id="{71C0458E-EF11-4ED0-AC3D-73D36D47C00F}"/>
              </a:ext>
            </a:extLst>
          </p:cNvPr>
          <p:cNvGrpSpPr/>
          <p:nvPr/>
        </p:nvGrpSpPr>
        <p:grpSpPr>
          <a:xfrm>
            <a:off x="6454420" y="967680"/>
            <a:ext cx="5236495" cy="1675123"/>
            <a:chOff x="6509084" y="1326857"/>
            <a:chExt cx="5236495" cy="1675123"/>
          </a:xfrm>
        </p:grpSpPr>
        <p:sp>
          <p:nvSpPr>
            <p:cNvPr id="30" name="Rectangle 29">
              <a:extLst>
                <a:ext uri="{FF2B5EF4-FFF2-40B4-BE49-F238E27FC236}">
                  <a16:creationId xmlns:a16="http://schemas.microsoft.com/office/drawing/2014/main" id="{8802B0BE-69D8-48BA-B2E3-940A5229ED9C}"/>
                </a:ext>
              </a:extLst>
            </p:cNvPr>
            <p:cNvSpPr>
              <a:spLocks/>
            </p:cNvSpPr>
            <p:nvPr/>
          </p:nvSpPr>
          <p:spPr bwMode="auto">
            <a:xfrm>
              <a:off x="6509084" y="1326857"/>
              <a:ext cx="5236495" cy="1675123"/>
            </a:xfrm>
            <a:prstGeom prst="rect">
              <a:avLst/>
            </a:prstGeom>
            <a:solidFill>
              <a:schemeClr val="bg1">
                <a:lumMod val="95000"/>
              </a:schemeClr>
            </a:solidFill>
            <a:ln w="3175">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600"/>
                </a:spcAft>
                <a:buClrTx/>
                <a:buSzTx/>
                <a:buFontTx/>
                <a:buNone/>
                <a:tabLst/>
                <a:defRPr/>
              </a:pPr>
              <a:endParaRPr kumimoji="0" lang="en-US" sz="1600" b="0" i="0" u="none" strike="noStrike" kern="1200" cap="none" spc="0" normalizeH="0" baseline="0" noProof="0">
                <a:ln>
                  <a:noFill/>
                </a:ln>
                <a:gradFill>
                  <a:gsLst>
                    <a:gs pos="2917">
                      <a:srgbClr val="FFFFFF"/>
                    </a:gs>
                    <a:gs pos="30000">
                      <a:srgbClr val="FFFFFF"/>
                    </a:gs>
                  </a:gsLst>
                  <a:lin ang="5400000" scaled="0"/>
                </a:gradFill>
                <a:effectLst/>
                <a:uLnTx/>
                <a:uFillTx/>
                <a:latin typeface="Segoe UI"/>
                <a:ea typeface="+mn-ea"/>
                <a:cs typeface="+mn-cs"/>
              </a:endParaRPr>
            </a:p>
          </p:txBody>
        </p:sp>
        <p:grpSp>
          <p:nvGrpSpPr>
            <p:cNvPr id="31" name="Group 4">
              <a:extLst>
                <a:ext uri="{FF2B5EF4-FFF2-40B4-BE49-F238E27FC236}">
                  <a16:creationId xmlns:a16="http://schemas.microsoft.com/office/drawing/2014/main" id="{D3EC6A38-C549-4DD3-BDC6-53A24DE919C5}"/>
                </a:ext>
              </a:extLst>
            </p:cNvPr>
            <p:cNvGrpSpPr>
              <a:grpSpLocks noChangeAspect="1"/>
            </p:cNvGrpSpPr>
            <p:nvPr/>
          </p:nvGrpSpPr>
          <p:grpSpPr bwMode="auto">
            <a:xfrm>
              <a:off x="8006248" y="2406935"/>
              <a:ext cx="336922" cy="219659"/>
              <a:chOff x="2" y="0"/>
              <a:chExt cx="268" cy="170"/>
            </a:xfrm>
            <a:solidFill>
              <a:schemeClr val="bg1">
                <a:lumMod val="75000"/>
              </a:schemeClr>
            </a:solidFill>
          </p:grpSpPr>
          <p:sp>
            <p:nvSpPr>
              <p:cNvPr id="32" name="Freeform 5">
                <a:extLst>
                  <a:ext uri="{FF2B5EF4-FFF2-40B4-BE49-F238E27FC236}">
                    <a16:creationId xmlns:a16="http://schemas.microsoft.com/office/drawing/2014/main" id="{FBF3F1B5-6240-4510-88DF-969B57755A4B}"/>
                  </a:ext>
                </a:extLst>
              </p:cNvPr>
              <p:cNvSpPr>
                <a:spLocks/>
              </p:cNvSpPr>
              <p:nvPr/>
            </p:nvSpPr>
            <p:spPr bwMode="auto">
              <a:xfrm>
                <a:off x="2" y="0"/>
                <a:ext cx="168" cy="119"/>
              </a:xfrm>
              <a:custGeom>
                <a:avLst/>
                <a:gdLst>
                  <a:gd name="T0" fmla="*/ 80 w 80"/>
                  <a:gd name="T1" fmla="*/ 40 h 56"/>
                  <a:gd name="T2" fmla="*/ 72 w 80"/>
                  <a:gd name="T3" fmla="*/ 40 h 56"/>
                  <a:gd name="T4" fmla="*/ 64 w 80"/>
                  <a:gd name="T5" fmla="*/ 48 h 56"/>
                  <a:gd name="T6" fmla="*/ 16 w 80"/>
                  <a:gd name="T7" fmla="*/ 48 h 56"/>
                  <a:gd name="T8" fmla="*/ 8 w 80"/>
                  <a:gd name="T9" fmla="*/ 40 h 56"/>
                  <a:gd name="T10" fmla="*/ 8 w 80"/>
                  <a:gd name="T11" fmla="*/ 16 h 56"/>
                  <a:gd name="T12" fmla="*/ 16 w 80"/>
                  <a:gd name="T13" fmla="*/ 8 h 56"/>
                  <a:gd name="T14" fmla="*/ 64 w 80"/>
                  <a:gd name="T15" fmla="*/ 8 h 56"/>
                  <a:gd name="T16" fmla="*/ 72 w 80"/>
                  <a:gd name="T17" fmla="*/ 16 h 56"/>
                  <a:gd name="T18" fmla="*/ 80 w 80"/>
                  <a:gd name="T19" fmla="*/ 16 h 56"/>
                  <a:gd name="T20" fmla="*/ 64 w 80"/>
                  <a:gd name="T21" fmla="*/ 0 h 56"/>
                  <a:gd name="T22" fmla="*/ 16 w 80"/>
                  <a:gd name="T23" fmla="*/ 0 h 56"/>
                  <a:gd name="T24" fmla="*/ 0 w 80"/>
                  <a:gd name="T25" fmla="*/ 16 h 56"/>
                  <a:gd name="T26" fmla="*/ 0 w 80"/>
                  <a:gd name="T27" fmla="*/ 40 h 56"/>
                  <a:gd name="T28" fmla="*/ 16 w 80"/>
                  <a:gd name="T29" fmla="*/ 56 h 56"/>
                  <a:gd name="T30" fmla="*/ 64 w 80"/>
                  <a:gd name="T31" fmla="*/ 56 h 56"/>
                  <a:gd name="T32" fmla="*/ 80 w 80"/>
                  <a:gd name="T33" fmla="*/ 4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80" y="40"/>
                    </a:moveTo>
                    <a:cubicBezTo>
                      <a:pt x="72" y="40"/>
                      <a:pt x="72" y="40"/>
                      <a:pt x="72" y="40"/>
                    </a:cubicBezTo>
                    <a:cubicBezTo>
                      <a:pt x="72" y="44"/>
                      <a:pt x="68" y="48"/>
                      <a:pt x="64" y="48"/>
                    </a:cubicBezTo>
                    <a:cubicBezTo>
                      <a:pt x="16" y="48"/>
                      <a:pt x="16" y="48"/>
                      <a:pt x="16" y="48"/>
                    </a:cubicBezTo>
                    <a:cubicBezTo>
                      <a:pt x="12" y="48"/>
                      <a:pt x="8" y="44"/>
                      <a:pt x="8" y="40"/>
                    </a:cubicBezTo>
                    <a:cubicBezTo>
                      <a:pt x="8" y="16"/>
                      <a:pt x="8" y="16"/>
                      <a:pt x="8" y="16"/>
                    </a:cubicBezTo>
                    <a:cubicBezTo>
                      <a:pt x="8" y="12"/>
                      <a:pt x="12" y="8"/>
                      <a:pt x="16" y="8"/>
                    </a:cubicBezTo>
                    <a:cubicBezTo>
                      <a:pt x="64" y="8"/>
                      <a:pt x="64" y="8"/>
                      <a:pt x="64" y="8"/>
                    </a:cubicBezTo>
                    <a:cubicBezTo>
                      <a:pt x="68" y="8"/>
                      <a:pt x="72" y="12"/>
                      <a:pt x="72" y="16"/>
                    </a:cubicBezTo>
                    <a:cubicBezTo>
                      <a:pt x="80" y="16"/>
                      <a:pt x="80" y="16"/>
                      <a:pt x="80" y="16"/>
                    </a:cubicBezTo>
                    <a:cubicBezTo>
                      <a:pt x="80" y="7"/>
                      <a:pt x="73" y="0"/>
                      <a:pt x="64" y="0"/>
                    </a:cubicBezTo>
                    <a:cubicBezTo>
                      <a:pt x="16" y="0"/>
                      <a:pt x="16" y="0"/>
                      <a:pt x="16" y="0"/>
                    </a:cubicBezTo>
                    <a:cubicBezTo>
                      <a:pt x="7" y="0"/>
                      <a:pt x="0" y="7"/>
                      <a:pt x="0" y="16"/>
                    </a:cubicBezTo>
                    <a:cubicBezTo>
                      <a:pt x="0" y="40"/>
                      <a:pt x="0" y="40"/>
                      <a:pt x="0" y="40"/>
                    </a:cubicBezTo>
                    <a:cubicBezTo>
                      <a:pt x="0" y="49"/>
                      <a:pt x="7" y="56"/>
                      <a:pt x="16" y="56"/>
                    </a:cubicBezTo>
                    <a:cubicBezTo>
                      <a:pt x="64" y="56"/>
                      <a:pt x="64" y="56"/>
                      <a:pt x="64" y="56"/>
                    </a:cubicBezTo>
                    <a:cubicBezTo>
                      <a:pt x="73" y="56"/>
                      <a:pt x="80" y="49"/>
                      <a:pt x="80"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33" name="Freeform 6">
                <a:extLst>
                  <a:ext uri="{FF2B5EF4-FFF2-40B4-BE49-F238E27FC236}">
                    <a16:creationId xmlns:a16="http://schemas.microsoft.com/office/drawing/2014/main" id="{597DD81C-9BD8-4FD5-9BEC-DFCBCD217AFB}"/>
                  </a:ext>
                </a:extLst>
              </p:cNvPr>
              <p:cNvSpPr>
                <a:spLocks/>
              </p:cNvSpPr>
              <p:nvPr/>
            </p:nvSpPr>
            <p:spPr bwMode="auto">
              <a:xfrm>
                <a:off x="102" y="51"/>
                <a:ext cx="168" cy="119"/>
              </a:xfrm>
              <a:custGeom>
                <a:avLst/>
                <a:gdLst>
                  <a:gd name="T0" fmla="*/ 64 w 80"/>
                  <a:gd name="T1" fmla="*/ 0 h 56"/>
                  <a:gd name="T2" fmla="*/ 16 w 80"/>
                  <a:gd name="T3" fmla="*/ 0 h 56"/>
                  <a:gd name="T4" fmla="*/ 0 w 80"/>
                  <a:gd name="T5" fmla="*/ 16 h 56"/>
                  <a:gd name="T6" fmla="*/ 8 w 80"/>
                  <a:gd name="T7" fmla="*/ 16 h 56"/>
                  <a:gd name="T8" fmla="*/ 16 w 80"/>
                  <a:gd name="T9" fmla="*/ 8 h 56"/>
                  <a:gd name="T10" fmla="*/ 64 w 80"/>
                  <a:gd name="T11" fmla="*/ 8 h 56"/>
                  <a:gd name="T12" fmla="*/ 72 w 80"/>
                  <a:gd name="T13" fmla="*/ 16 h 56"/>
                  <a:gd name="T14" fmla="*/ 72 w 80"/>
                  <a:gd name="T15" fmla="*/ 40 h 56"/>
                  <a:gd name="T16" fmla="*/ 64 w 80"/>
                  <a:gd name="T17" fmla="*/ 48 h 56"/>
                  <a:gd name="T18" fmla="*/ 16 w 80"/>
                  <a:gd name="T19" fmla="*/ 48 h 56"/>
                  <a:gd name="T20" fmla="*/ 8 w 80"/>
                  <a:gd name="T21" fmla="*/ 40 h 56"/>
                  <a:gd name="T22" fmla="*/ 0 w 80"/>
                  <a:gd name="T23" fmla="*/ 40 h 56"/>
                  <a:gd name="T24" fmla="*/ 16 w 80"/>
                  <a:gd name="T25" fmla="*/ 56 h 56"/>
                  <a:gd name="T26" fmla="*/ 64 w 80"/>
                  <a:gd name="T27" fmla="*/ 56 h 56"/>
                  <a:gd name="T28" fmla="*/ 80 w 80"/>
                  <a:gd name="T29" fmla="*/ 40 h 56"/>
                  <a:gd name="T30" fmla="*/ 80 w 80"/>
                  <a:gd name="T31" fmla="*/ 16 h 56"/>
                  <a:gd name="T32" fmla="*/ 64 w 80"/>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64" y="0"/>
                    </a:moveTo>
                    <a:cubicBezTo>
                      <a:pt x="16" y="0"/>
                      <a:pt x="16" y="0"/>
                      <a:pt x="16" y="0"/>
                    </a:cubicBezTo>
                    <a:cubicBezTo>
                      <a:pt x="7" y="0"/>
                      <a:pt x="0" y="7"/>
                      <a:pt x="0" y="16"/>
                    </a:cubicBezTo>
                    <a:cubicBezTo>
                      <a:pt x="8" y="16"/>
                      <a:pt x="8" y="16"/>
                      <a:pt x="8" y="16"/>
                    </a:cubicBezTo>
                    <a:cubicBezTo>
                      <a:pt x="8" y="12"/>
                      <a:pt x="12" y="8"/>
                      <a:pt x="16" y="8"/>
                    </a:cubicBezTo>
                    <a:cubicBezTo>
                      <a:pt x="64" y="8"/>
                      <a:pt x="64" y="8"/>
                      <a:pt x="64" y="8"/>
                    </a:cubicBezTo>
                    <a:cubicBezTo>
                      <a:pt x="68" y="8"/>
                      <a:pt x="72" y="12"/>
                      <a:pt x="72" y="16"/>
                    </a:cubicBezTo>
                    <a:cubicBezTo>
                      <a:pt x="72" y="40"/>
                      <a:pt x="72" y="40"/>
                      <a:pt x="72" y="40"/>
                    </a:cubicBezTo>
                    <a:cubicBezTo>
                      <a:pt x="72" y="44"/>
                      <a:pt x="68" y="48"/>
                      <a:pt x="64" y="48"/>
                    </a:cubicBezTo>
                    <a:cubicBezTo>
                      <a:pt x="16" y="48"/>
                      <a:pt x="16" y="48"/>
                      <a:pt x="16" y="48"/>
                    </a:cubicBezTo>
                    <a:cubicBezTo>
                      <a:pt x="12" y="48"/>
                      <a:pt x="8" y="44"/>
                      <a:pt x="8" y="40"/>
                    </a:cubicBezTo>
                    <a:cubicBezTo>
                      <a:pt x="0" y="40"/>
                      <a:pt x="0" y="40"/>
                      <a:pt x="0" y="40"/>
                    </a:cubicBezTo>
                    <a:cubicBezTo>
                      <a:pt x="0" y="49"/>
                      <a:pt x="7" y="56"/>
                      <a:pt x="16" y="56"/>
                    </a:cubicBezTo>
                    <a:cubicBezTo>
                      <a:pt x="64" y="56"/>
                      <a:pt x="64" y="56"/>
                      <a:pt x="64" y="56"/>
                    </a:cubicBezTo>
                    <a:cubicBezTo>
                      <a:pt x="73" y="56"/>
                      <a:pt x="80" y="49"/>
                      <a:pt x="80" y="40"/>
                    </a:cubicBezTo>
                    <a:cubicBezTo>
                      <a:pt x="80" y="16"/>
                      <a:pt x="80" y="16"/>
                      <a:pt x="80" y="16"/>
                    </a:cubicBezTo>
                    <a:cubicBezTo>
                      <a:pt x="80" y="7"/>
                      <a:pt x="73" y="0"/>
                      <a:pt x="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grpSp>
        <p:grpSp>
          <p:nvGrpSpPr>
            <p:cNvPr id="34" name="Group 33">
              <a:extLst>
                <a:ext uri="{FF2B5EF4-FFF2-40B4-BE49-F238E27FC236}">
                  <a16:creationId xmlns:a16="http://schemas.microsoft.com/office/drawing/2014/main" id="{B76E200A-2E13-4260-AD7A-E5C3CE6C98E1}"/>
                </a:ext>
              </a:extLst>
            </p:cNvPr>
            <p:cNvGrpSpPr>
              <a:grpSpLocks noChangeAspect="1"/>
            </p:cNvGrpSpPr>
            <p:nvPr/>
          </p:nvGrpSpPr>
          <p:grpSpPr bwMode="auto">
            <a:xfrm>
              <a:off x="9955496" y="2406935"/>
              <a:ext cx="336922" cy="219659"/>
              <a:chOff x="2" y="0"/>
              <a:chExt cx="268" cy="170"/>
            </a:xfrm>
            <a:solidFill>
              <a:schemeClr val="bg1">
                <a:lumMod val="75000"/>
              </a:schemeClr>
            </a:solidFill>
          </p:grpSpPr>
          <p:sp>
            <p:nvSpPr>
              <p:cNvPr id="35" name="Freeform 5">
                <a:extLst>
                  <a:ext uri="{FF2B5EF4-FFF2-40B4-BE49-F238E27FC236}">
                    <a16:creationId xmlns:a16="http://schemas.microsoft.com/office/drawing/2014/main" id="{B404A507-054A-4A2A-A483-61AD685AB967}"/>
                  </a:ext>
                </a:extLst>
              </p:cNvPr>
              <p:cNvSpPr>
                <a:spLocks/>
              </p:cNvSpPr>
              <p:nvPr/>
            </p:nvSpPr>
            <p:spPr bwMode="auto">
              <a:xfrm>
                <a:off x="2" y="0"/>
                <a:ext cx="168" cy="119"/>
              </a:xfrm>
              <a:custGeom>
                <a:avLst/>
                <a:gdLst>
                  <a:gd name="T0" fmla="*/ 80 w 80"/>
                  <a:gd name="T1" fmla="*/ 40 h 56"/>
                  <a:gd name="T2" fmla="*/ 72 w 80"/>
                  <a:gd name="T3" fmla="*/ 40 h 56"/>
                  <a:gd name="T4" fmla="*/ 64 w 80"/>
                  <a:gd name="T5" fmla="*/ 48 h 56"/>
                  <a:gd name="T6" fmla="*/ 16 w 80"/>
                  <a:gd name="T7" fmla="*/ 48 h 56"/>
                  <a:gd name="T8" fmla="*/ 8 w 80"/>
                  <a:gd name="T9" fmla="*/ 40 h 56"/>
                  <a:gd name="T10" fmla="*/ 8 w 80"/>
                  <a:gd name="T11" fmla="*/ 16 h 56"/>
                  <a:gd name="T12" fmla="*/ 16 w 80"/>
                  <a:gd name="T13" fmla="*/ 8 h 56"/>
                  <a:gd name="T14" fmla="*/ 64 w 80"/>
                  <a:gd name="T15" fmla="*/ 8 h 56"/>
                  <a:gd name="T16" fmla="*/ 72 w 80"/>
                  <a:gd name="T17" fmla="*/ 16 h 56"/>
                  <a:gd name="T18" fmla="*/ 80 w 80"/>
                  <a:gd name="T19" fmla="*/ 16 h 56"/>
                  <a:gd name="T20" fmla="*/ 64 w 80"/>
                  <a:gd name="T21" fmla="*/ 0 h 56"/>
                  <a:gd name="T22" fmla="*/ 16 w 80"/>
                  <a:gd name="T23" fmla="*/ 0 h 56"/>
                  <a:gd name="T24" fmla="*/ 0 w 80"/>
                  <a:gd name="T25" fmla="*/ 16 h 56"/>
                  <a:gd name="T26" fmla="*/ 0 w 80"/>
                  <a:gd name="T27" fmla="*/ 40 h 56"/>
                  <a:gd name="T28" fmla="*/ 16 w 80"/>
                  <a:gd name="T29" fmla="*/ 56 h 56"/>
                  <a:gd name="T30" fmla="*/ 64 w 80"/>
                  <a:gd name="T31" fmla="*/ 56 h 56"/>
                  <a:gd name="T32" fmla="*/ 80 w 80"/>
                  <a:gd name="T33" fmla="*/ 4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80" y="40"/>
                    </a:moveTo>
                    <a:cubicBezTo>
                      <a:pt x="72" y="40"/>
                      <a:pt x="72" y="40"/>
                      <a:pt x="72" y="40"/>
                    </a:cubicBezTo>
                    <a:cubicBezTo>
                      <a:pt x="72" y="44"/>
                      <a:pt x="68" y="48"/>
                      <a:pt x="64" y="48"/>
                    </a:cubicBezTo>
                    <a:cubicBezTo>
                      <a:pt x="16" y="48"/>
                      <a:pt x="16" y="48"/>
                      <a:pt x="16" y="48"/>
                    </a:cubicBezTo>
                    <a:cubicBezTo>
                      <a:pt x="12" y="48"/>
                      <a:pt x="8" y="44"/>
                      <a:pt x="8" y="40"/>
                    </a:cubicBezTo>
                    <a:cubicBezTo>
                      <a:pt x="8" y="16"/>
                      <a:pt x="8" y="16"/>
                      <a:pt x="8" y="16"/>
                    </a:cubicBezTo>
                    <a:cubicBezTo>
                      <a:pt x="8" y="12"/>
                      <a:pt x="12" y="8"/>
                      <a:pt x="16" y="8"/>
                    </a:cubicBezTo>
                    <a:cubicBezTo>
                      <a:pt x="64" y="8"/>
                      <a:pt x="64" y="8"/>
                      <a:pt x="64" y="8"/>
                    </a:cubicBezTo>
                    <a:cubicBezTo>
                      <a:pt x="68" y="8"/>
                      <a:pt x="72" y="12"/>
                      <a:pt x="72" y="16"/>
                    </a:cubicBezTo>
                    <a:cubicBezTo>
                      <a:pt x="80" y="16"/>
                      <a:pt x="80" y="16"/>
                      <a:pt x="80" y="16"/>
                    </a:cubicBezTo>
                    <a:cubicBezTo>
                      <a:pt x="80" y="7"/>
                      <a:pt x="73" y="0"/>
                      <a:pt x="64" y="0"/>
                    </a:cubicBezTo>
                    <a:cubicBezTo>
                      <a:pt x="16" y="0"/>
                      <a:pt x="16" y="0"/>
                      <a:pt x="16" y="0"/>
                    </a:cubicBezTo>
                    <a:cubicBezTo>
                      <a:pt x="7" y="0"/>
                      <a:pt x="0" y="7"/>
                      <a:pt x="0" y="16"/>
                    </a:cubicBezTo>
                    <a:cubicBezTo>
                      <a:pt x="0" y="40"/>
                      <a:pt x="0" y="40"/>
                      <a:pt x="0" y="40"/>
                    </a:cubicBezTo>
                    <a:cubicBezTo>
                      <a:pt x="0" y="49"/>
                      <a:pt x="7" y="56"/>
                      <a:pt x="16" y="56"/>
                    </a:cubicBezTo>
                    <a:cubicBezTo>
                      <a:pt x="64" y="56"/>
                      <a:pt x="64" y="56"/>
                      <a:pt x="64" y="56"/>
                    </a:cubicBezTo>
                    <a:cubicBezTo>
                      <a:pt x="73" y="56"/>
                      <a:pt x="80" y="49"/>
                      <a:pt x="80" y="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36" name="Freeform 6">
                <a:extLst>
                  <a:ext uri="{FF2B5EF4-FFF2-40B4-BE49-F238E27FC236}">
                    <a16:creationId xmlns:a16="http://schemas.microsoft.com/office/drawing/2014/main" id="{F72B929F-B240-4181-BF4F-1FBE206CC267}"/>
                  </a:ext>
                </a:extLst>
              </p:cNvPr>
              <p:cNvSpPr>
                <a:spLocks/>
              </p:cNvSpPr>
              <p:nvPr/>
            </p:nvSpPr>
            <p:spPr bwMode="auto">
              <a:xfrm>
                <a:off x="102" y="51"/>
                <a:ext cx="168" cy="119"/>
              </a:xfrm>
              <a:custGeom>
                <a:avLst/>
                <a:gdLst>
                  <a:gd name="T0" fmla="*/ 64 w 80"/>
                  <a:gd name="T1" fmla="*/ 0 h 56"/>
                  <a:gd name="T2" fmla="*/ 16 w 80"/>
                  <a:gd name="T3" fmla="*/ 0 h 56"/>
                  <a:gd name="T4" fmla="*/ 0 w 80"/>
                  <a:gd name="T5" fmla="*/ 16 h 56"/>
                  <a:gd name="T6" fmla="*/ 8 w 80"/>
                  <a:gd name="T7" fmla="*/ 16 h 56"/>
                  <a:gd name="T8" fmla="*/ 16 w 80"/>
                  <a:gd name="T9" fmla="*/ 8 h 56"/>
                  <a:gd name="T10" fmla="*/ 64 w 80"/>
                  <a:gd name="T11" fmla="*/ 8 h 56"/>
                  <a:gd name="T12" fmla="*/ 72 w 80"/>
                  <a:gd name="T13" fmla="*/ 16 h 56"/>
                  <a:gd name="T14" fmla="*/ 72 w 80"/>
                  <a:gd name="T15" fmla="*/ 40 h 56"/>
                  <a:gd name="T16" fmla="*/ 64 w 80"/>
                  <a:gd name="T17" fmla="*/ 48 h 56"/>
                  <a:gd name="T18" fmla="*/ 16 w 80"/>
                  <a:gd name="T19" fmla="*/ 48 h 56"/>
                  <a:gd name="T20" fmla="*/ 8 w 80"/>
                  <a:gd name="T21" fmla="*/ 40 h 56"/>
                  <a:gd name="T22" fmla="*/ 0 w 80"/>
                  <a:gd name="T23" fmla="*/ 40 h 56"/>
                  <a:gd name="T24" fmla="*/ 16 w 80"/>
                  <a:gd name="T25" fmla="*/ 56 h 56"/>
                  <a:gd name="T26" fmla="*/ 64 w 80"/>
                  <a:gd name="T27" fmla="*/ 56 h 56"/>
                  <a:gd name="T28" fmla="*/ 80 w 80"/>
                  <a:gd name="T29" fmla="*/ 40 h 56"/>
                  <a:gd name="T30" fmla="*/ 80 w 80"/>
                  <a:gd name="T31" fmla="*/ 16 h 56"/>
                  <a:gd name="T32" fmla="*/ 64 w 80"/>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64" y="0"/>
                    </a:moveTo>
                    <a:cubicBezTo>
                      <a:pt x="16" y="0"/>
                      <a:pt x="16" y="0"/>
                      <a:pt x="16" y="0"/>
                    </a:cubicBezTo>
                    <a:cubicBezTo>
                      <a:pt x="7" y="0"/>
                      <a:pt x="0" y="7"/>
                      <a:pt x="0" y="16"/>
                    </a:cubicBezTo>
                    <a:cubicBezTo>
                      <a:pt x="8" y="16"/>
                      <a:pt x="8" y="16"/>
                      <a:pt x="8" y="16"/>
                    </a:cubicBezTo>
                    <a:cubicBezTo>
                      <a:pt x="8" y="12"/>
                      <a:pt x="12" y="8"/>
                      <a:pt x="16" y="8"/>
                    </a:cubicBezTo>
                    <a:cubicBezTo>
                      <a:pt x="64" y="8"/>
                      <a:pt x="64" y="8"/>
                      <a:pt x="64" y="8"/>
                    </a:cubicBezTo>
                    <a:cubicBezTo>
                      <a:pt x="68" y="8"/>
                      <a:pt x="72" y="12"/>
                      <a:pt x="72" y="16"/>
                    </a:cubicBezTo>
                    <a:cubicBezTo>
                      <a:pt x="72" y="40"/>
                      <a:pt x="72" y="40"/>
                      <a:pt x="72" y="40"/>
                    </a:cubicBezTo>
                    <a:cubicBezTo>
                      <a:pt x="72" y="44"/>
                      <a:pt x="68" y="48"/>
                      <a:pt x="64" y="48"/>
                    </a:cubicBezTo>
                    <a:cubicBezTo>
                      <a:pt x="16" y="48"/>
                      <a:pt x="16" y="48"/>
                      <a:pt x="16" y="48"/>
                    </a:cubicBezTo>
                    <a:cubicBezTo>
                      <a:pt x="12" y="48"/>
                      <a:pt x="8" y="44"/>
                      <a:pt x="8" y="40"/>
                    </a:cubicBezTo>
                    <a:cubicBezTo>
                      <a:pt x="0" y="40"/>
                      <a:pt x="0" y="40"/>
                      <a:pt x="0" y="40"/>
                    </a:cubicBezTo>
                    <a:cubicBezTo>
                      <a:pt x="0" y="49"/>
                      <a:pt x="7" y="56"/>
                      <a:pt x="16" y="56"/>
                    </a:cubicBezTo>
                    <a:cubicBezTo>
                      <a:pt x="64" y="56"/>
                      <a:pt x="64" y="56"/>
                      <a:pt x="64" y="56"/>
                    </a:cubicBezTo>
                    <a:cubicBezTo>
                      <a:pt x="73" y="56"/>
                      <a:pt x="80" y="49"/>
                      <a:pt x="80" y="40"/>
                    </a:cubicBezTo>
                    <a:cubicBezTo>
                      <a:pt x="80" y="16"/>
                      <a:pt x="80" y="16"/>
                      <a:pt x="80" y="16"/>
                    </a:cubicBezTo>
                    <a:cubicBezTo>
                      <a:pt x="80" y="7"/>
                      <a:pt x="73" y="0"/>
                      <a:pt x="6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grpSp>
        <p:sp>
          <p:nvSpPr>
            <p:cNvPr id="37" name="Freeform 256">
              <a:extLst>
                <a:ext uri="{FF2B5EF4-FFF2-40B4-BE49-F238E27FC236}">
                  <a16:creationId xmlns:a16="http://schemas.microsoft.com/office/drawing/2014/main" id="{594B90BD-C27F-4229-A1CD-55F245F0F9EF}"/>
                </a:ext>
              </a:extLst>
            </p:cNvPr>
            <p:cNvSpPr>
              <a:spLocks noEditPoints="1"/>
            </p:cNvSpPr>
            <p:nvPr/>
          </p:nvSpPr>
          <p:spPr bwMode="auto">
            <a:xfrm>
              <a:off x="6840706" y="2149807"/>
              <a:ext cx="735447" cy="733914"/>
            </a:xfrm>
            <a:custGeom>
              <a:avLst/>
              <a:gdLst>
                <a:gd name="T0" fmla="*/ 423 w 517"/>
                <a:gd name="T1" fmla="*/ 502 h 502"/>
                <a:gd name="T2" fmla="*/ 161 w 517"/>
                <a:gd name="T3" fmla="*/ 348 h 502"/>
                <a:gd name="T4" fmla="*/ 24 w 517"/>
                <a:gd name="T5" fmla="*/ 158 h 502"/>
                <a:gd name="T6" fmla="*/ 31 w 517"/>
                <a:gd name="T7" fmla="*/ 24 h 502"/>
                <a:gd name="T8" fmla="*/ 94 w 517"/>
                <a:gd name="T9" fmla="*/ 0 h 502"/>
                <a:gd name="T10" fmla="*/ 356 w 517"/>
                <a:gd name="T11" fmla="*/ 154 h 502"/>
                <a:gd name="T12" fmla="*/ 493 w 517"/>
                <a:gd name="T13" fmla="*/ 344 h 502"/>
                <a:gd name="T14" fmla="*/ 486 w 517"/>
                <a:gd name="T15" fmla="*/ 479 h 502"/>
                <a:gd name="T16" fmla="*/ 423 w 517"/>
                <a:gd name="T17" fmla="*/ 502 h 502"/>
                <a:gd name="T18" fmla="*/ 94 w 517"/>
                <a:gd name="T19" fmla="*/ 31 h 502"/>
                <a:gd name="T20" fmla="*/ 53 w 517"/>
                <a:gd name="T21" fmla="*/ 46 h 502"/>
                <a:gd name="T22" fmla="*/ 52 w 517"/>
                <a:gd name="T23" fmla="*/ 147 h 502"/>
                <a:gd name="T24" fmla="*/ 183 w 517"/>
                <a:gd name="T25" fmla="*/ 327 h 502"/>
                <a:gd name="T26" fmla="*/ 423 w 517"/>
                <a:gd name="T27" fmla="*/ 471 h 502"/>
                <a:gd name="T28" fmla="*/ 464 w 517"/>
                <a:gd name="T29" fmla="*/ 457 h 502"/>
                <a:gd name="T30" fmla="*/ 465 w 517"/>
                <a:gd name="T31" fmla="*/ 356 h 502"/>
                <a:gd name="T32" fmla="*/ 334 w 517"/>
                <a:gd name="T33" fmla="*/ 176 h 502"/>
                <a:gd name="T34" fmla="*/ 94 w 517"/>
                <a:gd name="T35" fmla="*/ 3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502">
                  <a:moveTo>
                    <a:pt x="423" y="502"/>
                  </a:moveTo>
                  <a:cubicBezTo>
                    <a:pt x="355" y="502"/>
                    <a:pt x="259" y="446"/>
                    <a:pt x="161" y="348"/>
                  </a:cubicBezTo>
                  <a:cubicBezTo>
                    <a:pt x="95" y="282"/>
                    <a:pt x="47" y="216"/>
                    <a:pt x="24" y="158"/>
                  </a:cubicBezTo>
                  <a:cubicBezTo>
                    <a:pt x="0" y="100"/>
                    <a:pt x="2" y="52"/>
                    <a:pt x="31" y="24"/>
                  </a:cubicBezTo>
                  <a:cubicBezTo>
                    <a:pt x="46" y="8"/>
                    <a:pt x="68" y="0"/>
                    <a:pt x="94" y="0"/>
                  </a:cubicBezTo>
                  <a:cubicBezTo>
                    <a:pt x="162" y="0"/>
                    <a:pt x="258" y="56"/>
                    <a:pt x="356" y="154"/>
                  </a:cubicBezTo>
                  <a:cubicBezTo>
                    <a:pt x="422" y="221"/>
                    <a:pt x="470" y="286"/>
                    <a:pt x="493" y="344"/>
                  </a:cubicBezTo>
                  <a:cubicBezTo>
                    <a:pt x="517" y="402"/>
                    <a:pt x="515" y="450"/>
                    <a:pt x="486" y="479"/>
                  </a:cubicBezTo>
                  <a:cubicBezTo>
                    <a:pt x="471" y="494"/>
                    <a:pt x="449" y="502"/>
                    <a:pt x="423" y="502"/>
                  </a:cubicBezTo>
                  <a:close/>
                  <a:moveTo>
                    <a:pt x="94" y="31"/>
                  </a:moveTo>
                  <a:cubicBezTo>
                    <a:pt x="76" y="31"/>
                    <a:pt x="62" y="36"/>
                    <a:pt x="53" y="46"/>
                  </a:cubicBezTo>
                  <a:cubicBezTo>
                    <a:pt x="34" y="65"/>
                    <a:pt x="33" y="101"/>
                    <a:pt x="52" y="147"/>
                  </a:cubicBezTo>
                  <a:cubicBezTo>
                    <a:pt x="74" y="201"/>
                    <a:pt x="119" y="263"/>
                    <a:pt x="183" y="327"/>
                  </a:cubicBezTo>
                  <a:cubicBezTo>
                    <a:pt x="274" y="417"/>
                    <a:pt x="364" y="471"/>
                    <a:pt x="423" y="471"/>
                  </a:cubicBezTo>
                  <a:cubicBezTo>
                    <a:pt x="441" y="471"/>
                    <a:pt x="455" y="467"/>
                    <a:pt x="464" y="457"/>
                  </a:cubicBezTo>
                  <a:cubicBezTo>
                    <a:pt x="483" y="438"/>
                    <a:pt x="484" y="402"/>
                    <a:pt x="465" y="356"/>
                  </a:cubicBezTo>
                  <a:cubicBezTo>
                    <a:pt x="443" y="302"/>
                    <a:pt x="398" y="240"/>
                    <a:pt x="334" y="176"/>
                  </a:cubicBezTo>
                  <a:cubicBezTo>
                    <a:pt x="243" y="85"/>
                    <a:pt x="153" y="31"/>
                    <a:pt x="94" y="31"/>
                  </a:cubicBezTo>
                  <a:close/>
                </a:path>
              </a:pathLst>
            </a:custGeom>
            <a:solidFill>
              <a:srgbClr val="D8D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38" name="Freeform 257">
              <a:extLst>
                <a:ext uri="{FF2B5EF4-FFF2-40B4-BE49-F238E27FC236}">
                  <a16:creationId xmlns:a16="http://schemas.microsoft.com/office/drawing/2014/main" id="{4BA2D207-8796-4D0F-9FBD-0E2BC09E6423}"/>
                </a:ext>
              </a:extLst>
            </p:cNvPr>
            <p:cNvSpPr>
              <a:spLocks noEditPoints="1"/>
            </p:cNvSpPr>
            <p:nvPr/>
          </p:nvSpPr>
          <p:spPr bwMode="auto">
            <a:xfrm>
              <a:off x="6840706" y="2149807"/>
              <a:ext cx="735447" cy="733914"/>
            </a:xfrm>
            <a:custGeom>
              <a:avLst/>
              <a:gdLst>
                <a:gd name="T0" fmla="*/ 94 w 517"/>
                <a:gd name="T1" fmla="*/ 502 h 502"/>
                <a:gd name="T2" fmla="*/ 31 w 517"/>
                <a:gd name="T3" fmla="*/ 479 h 502"/>
                <a:gd name="T4" fmla="*/ 24 w 517"/>
                <a:gd name="T5" fmla="*/ 344 h 502"/>
                <a:gd name="T6" fmla="*/ 161 w 517"/>
                <a:gd name="T7" fmla="*/ 154 h 502"/>
                <a:gd name="T8" fmla="*/ 423 w 517"/>
                <a:gd name="T9" fmla="*/ 0 h 502"/>
                <a:gd name="T10" fmla="*/ 486 w 517"/>
                <a:gd name="T11" fmla="*/ 24 h 502"/>
                <a:gd name="T12" fmla="*/ 493 w 517"/>
                <a:gd name="T13" fmla="*/ 158 h 502"/>
                <a:gd name="T14" fmla="*/ 356 w 517"/>
                <a:gd name="T15" fmla="*/ 348 h 502"/>
                <a:gd name="T16" fmla="*/ 94 w 517"/>
                <a:gd name="T17" fmla="*/ 502 h 502"/>
                <a:gd name="T18" fmla="*/ 423 w 517"/>
                <a:gd name="T19" fmla="*/ 31 h 502"/>
                <a:gd name="T20" fmla="*/ 183 w 517"/>
                <a:gd name="T21" fmla="*/ 176 h 502"/>
                <a:gd name="T22" fmla="*/ 52 w 517"/>
                <a:gd name="T23" fmla="*/ 356 h 502"/>
                <a:gd name="T24" fmla="*/ 53 w 517"/>
                <a:gd name="T25" fmla="*/ 457 h 502"/>
                <a:gd name="T26" fmla="*/ 94 w 517"/>
                <a:gd name="T27" fmla="*/ 471 h 502"/>
                <a:gd name="T28" fmla="*/ 334 w 517"/>
                <a:gd name="T29" fmla="*/ 327 h 502"/>
                <a:gd name="T30" fmla="*/ 465 w 517"/>
                <a:gd name="T31" fmla="*/ 147 h 502"/>
                <a:gd name="T32" fmla="*/ 464 w 517"/>
                <a:gd name="T33" fmla="*/ 46 h 502"/>
                <a:gd name="T34" fmla="*/ 423 w 517"/>
                <a:gd name="T35" fmla="*/ 3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502">
                  <a:moveTo>
                    <a:pt x="94" y="502"/>
                  </a:moveTo>
                  <a:cubicBezTo>
                    <a:pt x="68" y="502"/>
                    <a:pt x="46" y="494"/>
                    <a:pt x="31" y="479"/>
                  </a:cubicBezTo>
                  <a:cubicBezTo>
                    <a:pt x="2" y="450"/>
                    <a:pt x="0" y="402"/>
                    <a:pt x="24" y="344"/>
                  </a:cubicBezTo>
                  <a:cubicBezTo>
                    <a:pt x="47" y="286"/>
                    <a:pt x="95" y="221"/>
                    <a:pt x="161" y="154"/>
                  </a:cubicBezTo>
                  <a:cubicBezTo>
                    <a:pt x="259" y="56"/>
                    <a:pt x="355" y="0"/>
                    <a:pt x="423" y="0"/>
                  </a:cubicBezTo>
                  <a:cubicBezTo>
                    <a:pt x="449" y="0"/>
                    <a:pt x="471" y="8"/>
                    <a:pt x="486" y="24"/>
                  </a:cubicBezTo>
                  <a:cubicBezTo>
                    <a:pt x="515" y="52"/>
                    <a:pt x="517" y="100"/>
                    <a:pt x="493" y="158"/>
                  </a:cubicBezTo>
                  <a:cubicBezTo>
                    <a:pt x="470" y="216"/>
                    <a:pt x="422" y="282"/>
                    <a:pt x="356" y="348"/>
                  </a:cubicBezTo>
                  <a:cubicBezTo>
                    <a:pt x="258" y="446"/>
                    <a:pt x="162" y="502"/>
                    <a:pt x="94" y="502"/>
                  </a:cubicBezTo>
                  <a:close/>
                  <a:moveTo>
                    <a:pt x="423" y="31"/>
                  </a:moveTo>
                  <a:cubicBezTo>
                    <a:pt x="364" y="31"/>
                    <a:pt x="274" y="85"/>
                    <a:pt x="183" y="176"/>
                  </a:cubicBezTo>
                  <a:cubicBezTo>
                    <a:pt x="119" y="240"/>
                    <a:pt x="74" y="302"/>
                    <a:pt x="52" y="356"/>
                  </a:cubicBezTo>
                  <a:cubicBezTo>
                    <a:pt x="33" y="402"/>
                    <a:pt x="34" y="438"/>
                    <a:pt x="53" y="457"/>
                  </a:cubicBezTo>
                  <a:cubicBezTo>
                    <a:pt x="62" y="467"/>
                    <a:pt x="76" y="471"/>
                    <a:pt x="94" y="471"/>
                  </a:cubicBezTo>
                  <a:cubicBezTo>
                    <a:pt x="153" y="471"/>
                    <a:pt x="243" y="417"/>
                    <a:pt x="334" y="327"/>
                  </a:cubicBezTo>
                  <a:cubicBezTo>
                    <a:pt x="398" y="263"/>
                    <a:pt x="443" y="201"/>
                    <a:pt x="465" y="147"/>
                  </a:cubicBezTo>
                  <a:cubicBezTo>
                    <a:pt x="484" y="101"/>
                    <a:pt x="483" y="65"/>
                    <a:pt x="464" y="46"/>
                  </a:cubicBezTo>
                  <a:cubicBezTo>
                    <a:pt x="455" y="36"/>
                    <a:pt x="441" y="31"/>
                    <a:pt x="423" y="31"/>
                  </a:cubicBezTo>
                  <a:close/>
                </a:path>
              </a:pathLst>
            </a:custGeom>
            <a:solidFill>
              <a:srgbClr val="9899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39" name="Text Placeholder 1">
              <a:extLst>
                <a:ext uri="{FF2B5EF4-FFF2-40B4-BE49-F238E27FC236}">
                  <a16:creationId xmlns:a16="http://schemas.microsoft.com/office/drawing/2014/main" id="{8BBAEE7F-10F8-4F14-963A-392D68322743}"/>
                </a:ext>
              </a:extLst>
            </p:cNvPr>
            <p:cNvSpPr txBox="1">
              <a:spLocks/>
            </p:cNvSpPr>
            <p:nvPr/>
          </p:nvSpPr>
          <p:spPr>
            <a:xfrm>
              <a:off x="6531834" y="1326857"/>
              <a:ext cx="4657534" cy="680356"/>
            </a:xfrm>
            <a:prstGeom prst="rect">
              <a:avLst/>
            </a:prstGeom>
          </p:spPr>
          <p:txBody>
            <a:bodyPr vert="horz" wrap="square" lIns="147600" tIns="90000" rIns="147600" bIns="90000" rtlCol="0">
              <a:spAutoFit/>
            </a:bodyPr>
            <a:lstStyle>
              <a:lvl1pPr marL="347472" indent="-347472" algn="l" defTabSz="914400" rtl="0" eaLnBrk="1" latinLnBrk="0" hangingPunct="1">
                <a:lnSpc>
                  <a:spcPct val="90000"/>
                </a:lnSpc>
                <a:spcBef>
                  <a:spcPts val="24"/>
                </a:spcBef>
                <a:buFont typeface="Arial" panose="020B0604020202020204" pitchFamily="34" charset="0"/>
                <a:buChar char="•"/>
                <a:defRPr lang="en-US" sz="2600" kern="1200">
                  <a:solidFill>
                    <a:schemeClr val="tx1"/>
                  </a:solidFill>
                  <a:latin typeface="+mn-lt"/>
                  <a:ea typeface="+mn-ea"/>
                  <a:cs typeface="Segoe UI" panose="020B0502040204020203" pitchFamily="34" charset="0"/>
                </a:defRPr>
              </a:lvl1pPr>
              <a:lvl2pPr marL="583200" indent="-241200" algn="l" defTabSz="914400" rtl="0" eaLnBrk="1" latinLnBrk="0" hangingPunct="1">
                <a:lnSpc>
                  <a:spcPct val="90000"/>
                </a:lnSpc>
                <a:spcBef>
                  <a:spcPts val="24"/>
                </a:spcBef>
                <a:buFont typeface="Arial" panose="020B0604020202020204" pitchFamily="34" charset="0"/>
                <a:buChar char="•"/>
                <a:defRPr lang="en-US" sz="2400" kern="1200">
                  <a:solidFill>
                    <a:schemeClr val="tx1"/>
                  </a:solidFill>
                  <a:latin typeface="+mn-lt"/>
                  <a:ea typeface="+mn-ea"/>
                  <a:cs typeface="Segoe UI" panose="020B0502040204020203" pitchFamily="34" charset="0"/>
                </a:defRPr>
              </a:lvl2pPr>
              <a:lvl3pPr marL="804672" indent="-230400" algn="l" defTabSz="914400" rtl="0" eaLnBrk="1" latinLnBrk="0" hangingPunct="1">
                <a:lnSpc>
                  <a:spcPct val="90000"/>
                </a:lnSpc>
                <a:spcBef>
                  <a:spcPts val="24"/>
                </a:spcBef>
                <a:buFont typeface="Arial" panose="020B0604020202020204" pitchFamily="34" charset="0"/>
                <a:buChar char="•"/>
                <a:defRPr lang="en-US" sz="2400" kern="1200">
                  <a:solidFill>
                    <a:schemeClr val="tx1"/>
                  </a:solidFill>
                  <a:latin typeface="+mn-lt"/>
                  <a:ea typeface="+mn-ea"/>
                  <a:cs typeface="Segoe UI" panose="020B0502040204020203" pitchFamily="34" charset="0"/>
                </a:defRPr>
              </a:lvl3pPr>
              <a:lvl4pPr marL="1029600" indent="-230400" algn="l" defTabSz="914400" rtl="0" eaLnBrk="1" latinLnBrk="0" hangingPunct="1">
                <a:lnSpc>
                  <a:spcPct val="90000"/>
                </a:lnSpc>
                <a:spcBef>
                  <a:spcPts val="24"/>
                </a:spcBef>
                <a:buFont typeface="Arial" panose="020B0604020202020204" pitchFamily="34" charset="0"/>
                <a:buChar char="•"/>
                <a:defRPr lang="en-US" sz="2000" kern="1200">
                  <a:solidFill>
                    <a:schemeClr val="tx1"/>
                  </a:solidFill>
                  <a:latin typeface="+mn-lt"/>
                  <a:ea typeface="+mn-ea"/>
                  <a:cs typeface="Segoe UI" panose="020B0502040204020203" pitchFamily="34" charset="0"/>
                </a:defRPr>
              </a:lvl4pPr>
              <a:lvl5pPr marL="1261872" indent="-230400" algn="l" defTabSz="914400" rtl="0" eaLnBrk="1" latinLnBrk="0" hangingPunct="1">
                <a:lnSpc>
                  <a:spcPct val="90000"/>
                </a:lnSpc>
                <a:spcBef>
                  <a:spcPts val="24"/>
                </a:spcBef>
                <a:buFont typeface="Arial" panose="020B0604020202020204" pitchFamily="34" charset="0"/>
                <a:buChar char="•"/>
                <a:defRPr lang="en-US" sz="2000" kern="1200">
                  <a:solidFill>
                    <a:schemeClr val="tx1"/>
                  </a:solidFill>
                  <a:latin typeface="+mn-lt"/>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24"/>
                </a:spcBef>
                <a:spcAft>
                  <a:spcPts val="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505050"/>
                  </a:solidFill>
                  <a:effectLst/>
                  <a:uLnTx/>
                  <a:uFillTx/>
                  <a:latin typeface="Segoe UI"/>
                  <a:ea typeface="+mn-ea"/>
                  <a:cs typeface="Segoe UI" panose="020B0502040204020203" pitchFamily="34" charset="0"/>
                </a:rPr>
                <a:t>Resource groups </a:t>
              </a:r>
              <a:br>
                <a:rPr kumimoji="0" lang="en-US" sz="1800" b="0" i="0" u="none" strike="noStrike" kern="1200" cap="none" spc="0" normalizeH="0" baseline="0" noProof="0">
                  <a:ln>
                    <a:noFill/>
                  </a:ln>
                  <a:solidFill>
                    <a:srgbClr val="505050"/>
                  </a:solidFill>
                  <a:effectLst/>
                  <a:uLnTx/>
                  <a:uFillTx/>
                  <a:latin typeface="Segoe UI"/>
                  <a:ea typeface="+mn-ea"/>
                  <a:cs typeface="Segoe UI" panose="020B0502040204020203" pitchFamily="34" charset="0"/>
                </a:rPr>
              </a:br>
              <a:r>
                <a:rPr kumimoji="0" lang="en-US" sz="1800" b="0" i="0" u="none" strike="noStrike" kern="1200" cap="none" spc="0" normalizeH="0" baseline="0" noProof="0">
                  <a:ln>
                    <a:noFill/>
                  </a:ln>
                  <a:solidFill>
                    <a:srgbClr val="505050"/>
                  </a:solidFill>
                  <a:effectLst/>
                  <a:uLnTx/>
                  <a:uFillTx/>
                  <a:latin typeface="Segoe UI"/>
                  <a:ea typeface="+mn-ea"/>
                  <a:cs typeface="Segoe UI" panose="020B0502040204020203" pitchFamily="34" charset="0"/>
                </a:rPr>
                <a:t>(web + DB, VM, Storage) in one group</a:t>
              </a:r>
            </a:p>
          </p:txBody>
        </p:sp>
        <p:pic>
          <p:nvPicPr>
            <p:cNvPr id="40" name="Picture 39">
              <a:extLst>
                <a:ext uri="{FF2B5EF4-FFF2-40B4-BE49-F238E27FC236}">
                  <a16:creationId xmlns:a16="http://schemas.microsoft.com/office/drawing/2014/main" id="{9A723F40-0B6E-48D3-B8E0-FAD40D926D4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4975" y="2153334"/>
              <a:ext cx="707213" cy="726862"/>
            </a:xfrm>
            <a:prstGeom prst="rect">
              <a:avLst/>
            </a:prstGeom>
          </p:spPr>
        </p:pic>
        <p:pic>
          <p:nvPicPr>
            <p:cNvPr id="41" name="Picture 40">
              <a:extLst>
                <a:ext uri="{FF2B5EF4-FFF2-40B4-BE49-F238E27FC236}">
                  <a16:creationId xmlns:a16="http://schemas.microsoft.com/office/drawing/2014/main" id="{E8DC7FF9-BC18-4DC0-811C-02D2F3C38D9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39530" y="2095575"/>
              <a:ext cx="819606" cy="842378"/>
            </a:xfrm>
            <a:prstGeom prst="rect">
              <a:avLst/>
            </a:prstGeom>
          </p:spPr>
        </p:pic>
        <p:pic>
          <p:nvPicPr>
            <p:cNvPr id="45" name="Picture 44">
              <a:extLst>
                <a:ext uri="{FF2B5EF4-FFF2-40B4-BE49-F238E27FC236}">
                  <a16:creationId xmlns:a16="http://schemas.microsoft.com/office/drawing/2014/main" id="{96C1778D-52C5-4D38-BAF1-406BC09B562F}"/>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97411" y="2401356"/>
              <a:ext cx="229579" cy="235958"/>
            </a:xfrm>
            <a:prstGeom prst="rect">
              <a:avLst/>
            </a:prstGeom>
          </p:spPr>
        </p:pic>
      </p:grpSp>
      <p:grpSp>
        <p:nvGrpSpPr>
          <p:cNvPr id="4" name="Group 3" descr="Three separate resource groups are shown. One for web and databases. One for virtual machines. One for storage. ">
            <a:extLst>
              <a:ext uri="{FF2B5EF4-FFF2-40B4-BE49-F238E27FC236}">
                <a16:creationId xmlns:a16="http://schemas.microsoft.com/office/drawing/2014/main" id="{A73583E8-7340-4B7D-AA31-50A9B4F50673}"/>
              </a:ext>
            </a:extLst>
          </p:cNvPr>
          <p:cNvGrpSpPr/>
          <p:nvPr/>
        </p:nvGrpSpPr>
        <p:grpSpPr>
          <a:xfrm>
            <a:off x="6454422" y="3231875"/>
            <a:ext cx="5236495" cy="2107615"/>
            <a:chOff x="6509084" y="3591976"/>
            <a:chExt cx="5236495" cy="2107615"/>
          </a:xfrm>
        </p:grpSpPr>
        <p:sp>
          <p:nvSpPr>
            <p:cNvPr id="22" name="Freeform 5">
              <a:extLst>
                <a:ext uri="{FF2B5EF4-FFF2-40B4-BE49-F238E27FC236}">
                  <a16:creationId xmlns:a16="http://schemas.microsoft.com/office/drawing/2014/main" id="{B8996744-E131-4185-9584-7B4DE510612C}"/>
                </a:ext>
              </a:extLst>
            </p:cNvPr>
            <p:cNvSpPr>
              <a:spLocks/>
            </p:cNvSpPr>
            <p:nvPr/>
          </p:nvSpPr>
          <p:spPr bwMode="auto">
            <a:xfrm>
              <a:off x="7986133" y="4550692"/>
              <a:ext cx="211205" cy="153760"/>
            </a:xfrm>
            <a:custGeom>
              <a:avLst/>
              <a:gdLst>
                <a:gd name="T0" fmla="*/ 80 w 80"/>
                <a:gd name="T1" fmla="*/ 40 h 56"/>
                <a:gd name="T2" fmla="*/ 72 w 80"/>
                <a:gd name="T3" fmla="*/ 40 h 56"/>
                <a:gd name="T4" fmla="*/ 64 w 80"/>
                <a:gd name="T5" fmla="*/ 48 h 56"/>
                <a:gd name="T6" fmla="*/ 16 w 80"/>
                <a:gd name="T7" fmla="*/ 48 h 56"/>
                <a:gd name="T8" fmla="*/ 8 w 80"/>
                <a:gd name="T9" fmla="*/ 40 h 56"/>
                <a:gd name="T10" fmla="*/ 8 w 80"/>
                <a:gd name="T11" fmla="*/ 16 h 56"/>
                <a:gd name="T12" fmla="*/ 16 w 80"/>
                <a:gd name="T13" fmla="*/ 8 h 56"/>
                <a:gd name="T14" fmla="*/ 64 w 80"/>
                <a:gd name="T15" fmla="*/ 8 h 56"/>
                <a:gd name="T16" fmla="*/ 72 w 80"/>
                <a:gd name="T17" fmla="*/ 16 h 56"/>
                <a:gd name="T18" fmla="*/ 80 w 80"/>
                <a:gd name="T19" fmla="*/ 16 h 56"/>
                <a:gd name="T20" fmla="*/ 64 w 80"/>
                <a:gd name="T21" fmla="*/ 0 h 56"/>
                <a:gd name="T22" fmla="*/ 16 w 80"/>
                <a:gd name="T23" fmla="*/ 0 h 56"/>
                <a:gd name="T24" fmla="*/ 0 w 80"/>
                <a:gd name="T25" fmla="*/ 16 h 56"/>
                <a:gd name="T26" fmla="*/ 0 w 80"/>
                <a:gd name="T27" fmla="*/ 40 h 56"/>
                <a:gd name="T28" fmla="*/ 16 w 80"/>
                <a:gd name="T29" fmla="*/ 56 h 56"/>
                <a:gd name="T30" fmla="*/ 64 w 80"/>
                <a:gd name="T31" fmla="*/ 56 h 56"/>
                <a:gd name="T32" fmla="*/ 80 w 80"/>
                <a:gd name="T33" fmla="*/ 4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80" y="40"/>
                  </a:moveTo>
                  <a:cubicBezTo>
                    <a:pt x="72" y="40"/>
                    <a:pt x="72" y="40"/>
                    <a:pt x="72" y="40"/>
                  </a:cubicBezTo>
                  <a:cubicBezTo>
                    <a:pt x="72" y="44"/>
                    <a:pt x="68" y="48"/>
                    <a:pt x="64" y="48"/>
                  </a:cubicBezTo>
                  <a:cubicBezTo>
                    <a:pt x="16" y="48"/>
                    <a:pt x="16" y="48"/>
                    <a:pt x="16" y="48"/>
                  </a:cubicBezTo>
                  <a:cubicBezTo>
                    <a:pt x="12" y="48"/>
                    <a:pt x="8" y="44"/>
                    <a:pt x="8" y="40"/>
                  </a:cubicBezTo>
                  <a:cubicBezTo>
                    <a:pt x="8" y="16"/>
                    <a:pt x="8" y="16"/>
                    <a:pt x="8" y="16"/>
                  </a:cubicBezTo>
                  <a:cubicBezTo>
                    <a:pt x="8" y="12"/>
                    <a:pt x="12" y="8"/>
                    <a:pt x="16" y="8"/>
                  </a:cubicBezTo>
                  <a:cubicBezTo>
                    <a:pt x="64" y="8"/>
                    <a:pt x="64" y="8"/>
                    <a:pt x="64" y="8"/>
                  </a:cubicBezTo>
                  <a:cubicBezTo>
                    <a:pt x="68" y="8"/>
                    <a:pt x="72" y="12"/>
                    <a:pt x="72" y="16"/>
                  </a:cubicBezTo>
                  <a:cubicBezTo>
                    <a:pt x="80" y="16"/>
                    <a:pt x="80" y="16"/>
                    <a:pt x="80" y="16"/>
                  </a:cubicBezTo>
                  <a:cubicBezTo>
                    <a:pt x="80" y="7"/>
                    <a:pt x="73" y="0"/>
                    <a:pt x="64" y="0"/>
                  </a:cubicBezTo>
                  <a:cubicBezTo>
                    <a:pt x="16" y="0"/>
                    <a:pt x="16" y="0"/>
                    <a:pt x="16" y="0"/>
                  </a:cubicBezTo>
                  <a:cubicBezTo>
                    <a:pt x="7" y="0"/>
                    <a:pt x="0" y="7"/>
                    <a:pt x="0" y="16"/>
                  </a:cubicBezTo>
                  <a:cubicBezTo>
                    <a:pt x="0" y="40"/>
                    <a:pt x="0" y="40"/>
                    <a:pt x="0" y="40"/>
                  </a:cubicBezTo>
                  <a:cubicBezTo>
                    <a:pt x="0" y="49"/>
                    <a:pt x="7" y="56"/>
                    <a:pt x="16" y="56"/>
                  </a:cubicBezTo>
                  <a:cubicBezTo>
                    <a:pt x="64" y="56"/>
                    <a:pt x="64" y="56"/>
                    <a:pt x="64" y="56"/>
                  </a:cubicBezTo>
                  <a:cubicBezTo>
                    <a:pt x="73" y="56"/>
                    <a:pt x="80" y="49"/>
                    <a:pt x="80" y="40"/>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23" name="Freeform 6">
              <a:extLst>
                <a:ext uri="{FF2B5EF4-FFF2-40B4-BE49-F238E27FC236}">
                  <a16:creationId xmlns:a16="http://schemas.microsoft.com/office/drawing/2014/main" id="{60A9C15B-B498-4347-8A2D-3B0213921C54}"/>
                </a:ext>
              </a:extLst>
            </p:cNvPr>
            <p:cNvSpPr>
              <a:spLocks/>
            </p:cNvSpPr>
            <p:nvPr/>
          </p:nvSpPr>
          <p:spPr bwMode="auto">
            <a:xfrm>
              <a:off x="8111851" y="4616589"/>
              <a:ext cx="211205" cy="153760"/>
            </a:xfrm>
            <a:custGeom>
              <a:avLst/>
              <a:gdLst>
                <a:gd name="T0" fmla="*/ 64 w 80"/>
                <a:gd name="T1" fmla="*/ 0 h 56"/>
                <a:gd name="T2" fmla="*/ 16 w 80"/>
                <a:gd name="T3" fmla="*/ 0 h 56"/>
                <a:gd name="T4" fmla="*/ 0 w 80"/>
                <a:gd name="T5" fmla="*/ 16 h 56"/>
                <a:gd name="T6" fmla="*/ 8 w 80"/>
                <a:gd name="T7" fmla="*/ 16 h 56"/>
                <a:gd name="T8" fmla="*/ 16 w 80"/>
                <a:gd name="T9" fmla="*/ 8 h 56"/>
                <a:gd name="T10" fmla="*/ 64 w 80"/>
                <a:gd name="T11" fmla="*/ 8 h 56"/>
                <a:gd name="T12" fmla="*/ 72 w 80"/>
                <a:gd name="T13" fmla="*/ 16 h 56"/>
                <a:gd name="T14" fmla="*/ 72 w 80"/>
                <a:gd name="T15" fmla="*/ 40 h 56"/>
                <a:gd name="T16" fmla="*/ 64 w 80"/>
                <a:gd name="T17" fmla="*/ 48 h 56"/>
                <a:gd name="T18" fmla="*/ 16 w 80"/>
                <a:gd name="T19" fmla="*/ 48 h 56"/>
                <a:gd name="T20" fmla="*/ 8 w 80"/>
                <a:gd name="T21" fmla="*/ 40 h 56"/>
                <a:gd name="T22" fmla="*/ 0 w 80"/>
                <a:gd name="T23" fmla="*/ 40 h 56"/>
                <a:gd name="T24" fmla="*/ 16 w 80"/>
                <a:gd name="T25" fmla="*/ 56 h 56"/>
                <a:gd name="T26" fmla="*/ 64 w 80"/>
                <a:gd name="T27" fmla="*/ 56 h 56"/>
                <a:gd name="T28" fmla="*/ 80 w 80"/>
                <a:gd name="T29" fmla="*/ 40 h 56"/>
                <a:gd name="T30" fmla="*/ 80 w 80"/>
                <a:gd name="T31" fmla="*/ 16 h 56"/>
                <a:gd name="T32" fmla="*/ 64 w 80"/>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64" y="0"/>
                  </a:moveTo>
                  <a:cubicBezTo>
                    <a:pt x="16" y="0"/>
                    <a:pt x="16" y="0"/>
                    <a:pt x="16" y="0"/>
                  </a:cubicBezTo>
                  <a:cubicBezTo>
                    <a:pt x="7" y="0"/>
                    <a:pt x="0" y="7"/>
                    <a:pt x="0" y="16"/>
                  </a:cubicBezTo>
                  <a:cubicBezTo>
                    <a:pt x="8" y="16"/>
                    <a:pt x="8" y="16"/>
                    <a:pt x="8" y="16"/>
                  </a:cubicBezTo>
                  <a:cubicBezTo>
                    <a:pt x="8" y="12"/>
                    <a:pt x="12" y="8"/>
                    <a:pt x="16" y="8"/>
                  </a:cubicBezTo>
                  <a:cubicBezTo>
                    <a:pt x="64" y="8"/>
                    <a:pt x="64" y="8"/>
                    <a:pt x="64" y="8"/>
                  </a:cubicBezTo>
                  <a:cubicBezTo>
                    <a:pt x="68" y="8"/>
                    <a:pt x="72" y="12"/>
                    <a:pt x="72" y="16"/>
                  </a:cubicBezTo>
                  <a:cubicBezTo>
                    <a:pt x="72" y="40"/>
                    <a:pt x="72" y="40"/>
                    <a:pt x="72" y="40"/>
                  </a:cubicBezTo>
                  <a:cubicBezTo>
                    <a:pt x="72" y="44"/>
                    <a:pt x="68" y="48"/>
                    <a:pt x="64" y="48"/>
                  </a:cubicBezTo>
                  <a:cubicBezTo>
                    <a:pt x="16" y="48"/>
                    <a:pt x="16" y="48"/>
                    <a:pt x="16" y="48"/>
                  </a:cubicBezTo>
                  <a:cubicBezTo>
                    <a:pt x="12" y="48"/>
                    <a:pt x="8" y="44"/>
                    <a:pt x="8" y="40"/>
                  </a:cubicBezTo>
                  <a:cubicBezTo>
                    <a:pt x="0" y="40"/>
                    <a:pt x="0" y="40"/>
                    <a:pt x="0" y="40"/>
                  </a:cubicBezTo>
                  <a:cubicBezTo>
                    <a:pt x="0" y="49"/>
                    <a:pt x="7" y="56"/>
                    <a:pt x="16" y="56"/>
                  </a:cubicBezTo>
                  <a:cubicBezTo>
                    <a:pt x="64" y="56"/>
                    <a:pt x="64" y="56"/>
                    <a:pt x="64" y="56"/>
                  </a:cubicBezTo>
                  <a:cubicBezTo>
                    <a:pt x="73" y="56"/>
                    <a:pt x="80" y="49"/>
                    <a:pt x="80" y="40"/>
                  </a:cubicBezTo>
                  <a:cubicBezTo>
                    <a:pt x="80" y="16"/>
                    <a:pt x="80" y="16"/>
                    <a:pt x="80" y="16"/>
                  </a:cubicBezTo>
                  <a:cubicBezTo>
                    <a:pt x="80" y="7"/>
                    <a:pt x="73" y="0"/>
                    <a:pt x="64" y="0"/>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25" name="Freeform 5">
              <a:extLst>
                <a:ext uri="{FF2B5EF4-FFF2-40B4-BE49-F238E27FC236}">
                  <a16:creationId xmlns:a16="http://schemas.microsoft.com/office/drawing/2014/main" id="{6251F2C3-5D8F-4D03-832C-31D8A60AB3E9}"/>
                </a:ext>
              </a:extLst>
            </p:cNvPr>
            <p:cNvSpPr>
              <a:spLocks/>
            </p:cNvSpPr>
            <p:nvPr/>
          </p:nvSpPr>
          <p:spPr bwMode="auto">
            <a:xfrm>
              <a:off x="9940410" y="4550692"/>
              <a:ext cx="211205" cy="153760"/>
            </a:xfrm>
            <a:custGeom>
              <a:avLst/>
              <a:gdLst>
                <a:gd name="T0" fmla="*/ 80 w 80"/>
                <a:gd name="T1" fmla="*/ 40 h 56"/>
                <a:gd name="T2" fmla="*/ 72 w 80"/>
                <a:gd name="T3" fmla="*/ 40 h 56"/>
                <a:gd name="T4" fmla="*/ 64 w 80"/>
                <a:gd name="T5" fmla="*/ 48 h 56"/>
                <a:gd name="T6" fmla="*/ 16 w 80"/>
                <a:gd name="T7" fmla="*/ 48 h 56"/>
                <a:gd name="T8" fmla="*/ 8 w 80"/>
                <a:gd name="T9" fmla="*/ 40 h 56"/>
                <a:gd name="T10" fmla="*/ 8 w 80"/>
                <a:gd name="T11" fmla="*/ 16 h 56"/>
                <a:gd name="T12" fmla="*/ 16 w 80"/>
                <a:gd name="T13" fmla="*/ 8 h 56"/>
                <a:gd name="T14" fmla="*/ 64 w 80"/>
                <a:gd name="T15" fmla="*/ 8 h 56"/>
                <a:gd name="T16" fmla="*/ 72 w 80"/>
                <a:gd name="T17" fmla="*/ 16 h 56"/>
                <a:gd name="T18" fmla="*/ 80 w 80"/>
                <a:gd name="T19" fmla="*/ 16 h 56"/>
                <a:gd name="T20" fmla="*/ 64 w 80"/>
                <a:gd name="T21" fmla="*/ 0 h 56"/>
                <a:gd name="T22" fmla="*/ 16 w 80"/>
                <a:gd name="T23" fmla="*/ 0 h 56"/>
                <a:gd name="T24" fmla="*/ 0 w 80"/>
                <a:gd name="T25" fmla="*/ 16 h 56"/>
                <a:gd name="T26" fmla="*/ 0 w 80"/>
                <a:gd name="T27" fmla="*/ 40 h 56"/>
                <a:gd name="T28" fmla="*/ 16 w 80"/>
                <a:gd name="T29" fmla="*/ 56 h 56"/>
                <a:gd name="T30" fmla="*/ 64 w 80"/>
                <a:gd name="T31" fmla="*/ 56 h 56"/>
                <a:gd name="T32" fmla="*/ 80 w 80"/>
                <a:gd name="T33" fmla="*/ 4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80" y="40"/>
                  </a:moveTo>
                  <a:cubicBezTo>
                    <a:pt x="72" y="40"/>
                    <a:pt x="72" y="40"/>
                    <a:pt x="72" y="40"/>
                  </a:cubicBezTo>
                  <a:cubicBezTo>
                    <a:pt x="72" y="44"/>
                    <a:pt x="68" y="48"/>
                    <a:pt x="64" y="48"/>
                  </a:cubicBezTo>
                  <a:cubicBezTo>
                    <a:pt x="16" y="48"/>
                    <a:pt x="16" y="48"/>
                    <a:pt x="16" y="48"/>
                  </a:cubicBezTo>
                  <a:cubicBezTo>
                    <a:pt x="12" y="48"/>
                    <a:pt x="8" y="44"/>
                    <a:pt x="8" y="40"/>
                  </a:cubicBezTo>
                  <a:cubicBezTo>
                    <a:pt x="8" y="16"/>
                    <a:pt x="8" y="16"/>
                    <a:pt x="8" y="16"/>
                  </a:cubicBezTo>
                  <a:cubicBezTo>
                    <a:pt x="8" y="12"/>
                    <a:pt x="12" y="8"/>
                    <a:pt x="16" y="8"/>
                  </a:cubicBezTo>
                  <a:cubicBezTo>
                    <a:pt x="64" y="8"/>
                    <a:pt x="64" y="8"/>
                    <a:pt x="64" y="8"/>
                  </a:cubicBezTo>
                  <a:cubicBezTo>
                    <a:pt x="68" y="8"/>
                    <a:pt x="72" y="12"/>
                    <a:pt x="72" y="16"/>
                  </a:cubicBezTo>
                  <a:cubicBezTo>
                    <a:pt x="80" y="16"/>
                    <a:pt x="80" y="16"/>
                    <a:pt x="80" y="16"/>
                  </a:cubicBezTo>
                  <a:cubicBezTo>
                    <a:pt x="80" y="7"/>
                    <a:pt x="73" y="0"/>
                    <a:pt x="64" y="0"/>
                  </a:cubicBezTo>
                  <a:cubicBezTo>
                    <a:pt x="16" y="0"/>
                    <a:pt x="16" y="0"/>
                    <a:pt x="16" y="0"/>
                  </a:cubicBezTo>
                  <a:cubicBezTo>
                    <a:pt x="7" y="0"/>
                    <a:pt x="0" y="7"/>
                    <a:pt x="0" y="16"/>
                  </a:cubicBezTo>
                  <a:cubicBezTo>
                    <a:pt x="0" y="40"/>
                    <a:pt x="0" y="40"/>
                    <a:pt x="0" y="40"/>
                  </a:cubicBezTo>
                  <a:cubicBezTo>
                    <a:pt x="0" y="49"/>
                    <a:pt x="7" y="56"/>
                    <a:pt x="16" y="56"/>
                  </a:cubicBezTo>
                  <a:cubicBezTo>
                    <a:pt x="64" y="56"/>
                    <a:pt x="64" y="56"/>
                    <a:pt x="64" y="56"/>
                  </a:cubicBezTo>
                  <a:cubicBezTo>
                    <a:pt x="73" y="56"/>
                    <a:pt x="80" y="49"/>
                    <a:pt x="80" y="40"/>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26" name="Freeform 6">
              <a:extLst>
                <a:ext uri="{FF2B5EF4-FFF2-40B4-BE49-F238E27FC236}">
                  <a16:creationId xmlns:a16="http://schemas.microsoft.com/office/drawing/2014/main" id="{ED248921-17BF-4CB3-B3D1-3D3F315FC1AD}"/>
                </a:ext>
              </a:extLst>
            </p:cNvPr>
            <p:cNvSpPr>
              <a:spLocks/>
            </p:cNvSpPr>
            <p:nvPr/>
          </p:nvSpPr>
          <p:spPr bwMode="auto">
            <a:xfrm>
              <a:off x="10066128" y="4616589"/>
              <a:ext cx="211205" cy="153760"/>
            </a:xfrm>
            <a:custGeom>
              <a:avLst/>
              <a:gdLst>
                <a:gd name="T0" fmla="*/ 64 w 80"/>
                <a:gd name="T1" fmla="*/ 0 h 56"/>
                <a:gd name="T2" fmla="*/ 16 w 80"/>
                <a:gd name="T3" fmla="*/ 0 h 56"/>
                <a:gd name="T4" fmla="*/ 0 w 80"/>
                <a:gd name="T5" fmla="*/ 16 h 56"/>
                <a:gd name="T6" fmla="*/ 8 w 80"/>
                <a:gd name="T7" fmla="*/ 16 h 56"/>
                <a:gd name="T8" fmla="*/ 16 w 80"/>
                <a:gd name="T9" fmla="*/ 8 h 56"/>
                <a:gd name="T10" fmla="*/ 64 w 80"/>
                <a:gd name="T11" fmla="*/ 8 h 56"/>
                <a:gd name="T12" fmla="*/ 72 w 80"/>
                <a:gd name="T13" fmla="*/ 16 h 56"/>
                <a:gd name="T14" fmla="*/ 72 w 80"/>
                <a:gd name="T15" fmla="*/ 40 h 56"/>
                <a:gd name="T16" fmla="*/ 64 w 80"/>
                <a:gd name="T17" fmla="*/ 48 h 56"/>
                <a:gd name="T18" fmla="*/ 16 w 80"/>
                <a:gd name="T19" fmla="*/ 48 h 56"/>
                <a:gd name="T20" fmla="*/ 8 w 80"/>
                <a:gd name="T21" fmla="*/ 40 h 56"/>
                <a:gd name="T22" fmla="*/ 0 w 80"/>
                <a:gd name="T23" fmla="*/ 40 h 56"/>
                <a:gd name="T24" fmla="*/ 16 w 80"/>
                <a:gd name="T25" fmla="*/ 56 h 56"/>
                <a:gd name="T26" fmla="*/ 64 w 80"/>
                <a:gd name="T27" fmla="*/ 56 h 56"/>
                <a:gd name="T28" fmla="*/ 80 w 80"/>
                <a:gd name="T29" fmla="*/ 40 h 56"/>
                <a:gd name="T30" fmla="*/ 80 w 80"/>
                <a:gd name="T31" fmla="*/ 16 h 56"/>
                <a:gd name="T32" fmla="*/ 64 w 80"/>
                <a:gd name="T33" fmla="*/ 0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80" h="56">
                  <a:moveTo>
                    <a:pt x="64" y="0"/>
                  </a:moveTo>
                  <a:cubicBezTo>
                    <a:pt x="16" y="0"/>
                    <a:pt x="16" y="0"/>
                    <a:pt x="16" y="0"/>
                  </a:cubicBezTo>
                  <a:cubicBezTo>
                    <a:pt x="7" y="0"/>
                    <a:pt x="0" y="7"/>
                    <a:pt x="0" y="16"/>
                  </a:cubicBezTo>
                  <a:cubicBezTo>
                    <a:pt x="8" y="16"/>
                    <a:pt x="8" y="16"/>
                    <a:pt x="8" y="16"/>
                  </a:cubicBezTo>
                  <a:cubicBezTo>
                    <a:pt x="8" y="12"/>
                    <a:pt x="12" y="8"/>
                    <a:pt x="16" y="8"/>
                  </a:cubicBezTo>
                  <a:cubicBezTo>
                    <a:pt x="64" y="8"/>
                    <a:pt x="64" y="8"/>
                    <a:pt x="64" y="8"/>
                  </a:cubicBezTo>
                  <a:cubicBezTo>
                    <a:pt x="68" y="8"/>
                    <a:pt x="72" y="12"/>
                    <a:pt x="72" y="16"/>
                  </a:cubicBezTo>
                  <a:cubicBezTo>
                    <a:pt x="72" y="40"/>
                    <a:pt x="72" y="40"/>
                    <a:pt x="72" y="40"/>
                  </a:cubicBezTo>
                  <a:cubicBezTo>
                    <a:pt x="72" y="44"/>
                    <a:pt x="68" y="48"/>
                    <a:pt x="64" y="48"/>
                  </a:cubicBezTo>
                  <a:cubicBezTo>
                    <a:pt x="16" y="48"/>
                    <a:pt x="16" y="48"/>
                    <a:pt x="16" y="48"/>
                  </a:cubicBezTo>
                  <a:cubicBezTo>
                    <a:pt x="12" y="48"/>
                    <a:pt x="8" y="44"/>
                    <a:pt x="8" y="40"/>
                  </a:cubicBezTo>
                  <a:cubicBezTo>
                    <a:pt x="0" y="40"/>
                    <a:pt x="0" y="40"/>
                    <a:pt x="0" y="40"/>
                  </a:cubicBezTo>
                  <a:cubicBezTo>
                    <a:pt x="0" y="49"/>
                    <a:pt x="7" y="56"/>
                    <a:pt x="16" y="56"/>
                  </a:cubicBezTo>
                  <a:cubicBezTo>
                    <a:pt x="64" y="56"/>
                    <a:pt x="64" y="56"/>
                    <a:pt x="64" y="56"/>
                  </a:cubicBezTo>
                  <a:cubicBezTo>
                    <a:pt x="73" y="56"/>
                    <a:pt x="80" y="49"/>
                    <a:pt x="80" y="40"/>
                  </a:cubicBezTo>
                  <a:cubicBezTo>
                    <a:pt x="80" y="16"/>
                    <a:pt x="80" y="16"/>
                    <a:pt x="80" y="16"/>
                  </a:cubicBezTo>
                  <a:cubicBezTo>
                    <a:pt x="80" y="7"/>
                    <a:pt x="73" y="0"/>
                    <a:pt x="64" y="0"/>
                  </a:cubicBezTo>
                  <a:close/>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28" name="Rectangle 27">
              <a:extLst>
                <a:ext uri="{FF2B5EF4-FFF2-40B4-BE49-F238E27FC236}">
                  <a16:creationId xmlns:a16="http://schemas.microsoft.com/office/drawing/2014/main" id="{6EF2A56D-873A-4E9A-9338-76C04A2F44A7}"/>
                </a:ext>
              </a:extLst>
            </p:cNvPr>
            <p:cNvSpPr/>
            <p:nvPr/>
          </p:nvSpPr>
          <p:spPr bwMode="auto">
            <a:xfrm>
              <a:off x="10427816" y="3591976"/>
              <a:ext cx="1317763" cy="2107615"/>
            </a:xfrm>
            <a:prstGeom prst="rect">
              <a:avLst/>
            </a:prstGeom>
            <a:solidFill>
              <a:srgbClr val="FFFFFF"/>
            </a:solidFill>
            <a:ln w="3175" cap="flat" cmpd="sng" algn="ctr">
              <a:solidFill>
                <a:schemeClr val="bg1">
                  <a:lumMod val="75000"/>
                </a:schemeClr>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400" b="1" i="0" u="none" strike="noStrike" kern="0" cap="none" spc="0" normalizeH="0" baseline="0" noProof="0">
                  <a:ln>
                    <a:noFill/>
                  </a:ln>
                  <a:solidFill>
                    <a:srgbClr val="505050"/>
                  </a:solidFill>
                  <a:effectLst/>
                  <a:uLnTx/>
                  <a:uFillTx/>
                  <a:latin typeface="Segoe UI"/>
                  <a:ea typeface="Segoe UI" pitchFamily="34" charset="0"/>
                  <a:cs typeface="Segoe UI" pitchFamily="34" charset="0"/>
                </a:rPr>
                <a:t>Storage</a:t>
              </a:r>
              <a:r>
                <a:rPr kumimoji="0" lang="en-US" sz="1400" b="0" i="0" u="none" strike="noStrike" kern="0" cap="none" spc="0" normalizeH="0" baseline="0" noProof="0">
                  <a:ln>
                    <a:noFill/>
                  </a:ln>
                  <a:solidFill>
                    <a:srgbClr val="505050"/>
                  </a:solidFill>
                  <a:effectLst/>
                  <a:uLnTx/>
                  <a:uFillTx/>
                  <a:latin typeface="Segoe UI"/>
                  <a:ea typeface="Segoe UI" pitchFamily="34" charset="0"/>
                  <a:cs typeface="Segoe UI" pitchFamily="34" charset="0"/>
                </a:rPr>
                <a:t> resource group</a:t>
              </a:r>
            </a:p>
          </p:txBody>
        </p:sp>
        <p:pic>
          <p:nvPicPr>
            <p:cNvPr id="29" name="Picture 28">
              <a:extLst>
                <a:ext uri="{FF2B5EF4-FFF2-40B4-BE49-F238E27FC236}">
                  <a16:creationId xmlns:a16="http://schemas.microsoft.com/office/drawing/2014/main" id="{B00D76A6-FEE6-454B-AE5F-DF706BFB5F0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44975" y="3753355"/>
              <a:ext cx="707212" cy="716837"/>
            </a:xfrm>
            <a:prstGeom prst="rect">
              <a:avLst/>
            </a:prstGeom>
          </p:spPr>
        </p:pic>
        <p:sp>
          <p:nvSpPr>
            <p:cNvPr id="43" name="Rectangle 42">
              <a:extLst>
                <a:ext uri="{FF2B5EF4-FFF2-40B4-BE49-F238E27FC236}">
                  <a16:creationId xmlns:a16="http://schemas.microsoft.com/office/drawing/2014/main" id="{224ED2E3-9A09-4880-A8DF-6990B9C409C5}"/>
                </a:ext>
              </a:extLst>
            </p:cNvPr>
            <p:cNvSpPr/>
            <p:nvPr/>
          </p:nvSpPr>
          <p:spPr bwMode="auto">
            <a:xfrm>
              <a:off x="8468449" y="3591976"/>
              <a:ext cx="1317763" cy="2107615"/>
            </a:xfrm>
            <a:prstGeom prst="rect">
              <a:avLst/>
            </a:prstGeom>
            <a:solidFill>
              <a:srgbClr val="FFFFFF"/>
            </a:solidFill>
            <a:ln w="3175" cap="flat" cmpd="sng" algn="ctr">
              <a:solidFill>
                <a:schemeClr val="bg1">
                  <a:lumMod val="75000"/>
                </a:schemeClr>
              </a:solidFill>
              <a:prstDash val="solid"/>
              <a:miter lim="800000"/>
              <a:headEnd type="none" w="med" len="med"/>
              <a:tailEnd type="none" w="med" len="med"/>
            </a:ln>
            <a:effectLst/>
          </p:spPr>
          <p:txBody>
            <a:bodyPr rot="0" spcFirstLastPara="0" vertOverflow="overflow" horzOverflow="overflow" vert="horz" wrap="square" lIns="182880" tIns="146304" rIns="91440" bIns="146304" numCol="1" spcCol="0" rtlCol="0" fromWordArt="0" anchor="b"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400" b="1" i="0" u="none" strike="noStrike" kern="0" cap="none" spc="0" normalizeH="0" baseline="0" noProof="0">
                  <a:ln>
                    <a:noFill/>
                  </a:ln>
                  <a:solidFill>
                    <a:srgbClr val="505050"/>
                  </a:solidFill>
                  <a:effectLst/>
                  <a:uLnTx/>
                  <a:uFillTx/>
                  <a:latin typeface="Segoe UI"/>
                  <a:ea typeface="Segoe UI" pitchFamily="34" charset="0"/>
                  <a:cs typeface="Segoe UI" pitchFamily="34" charset="0"/>
                </a:rPr>
                <a:t>Virtual machine </a:t>
              </a:r>
              <a:r>
                <a:rPr kumimoji="0" lang="en-US" sz="1400" b="0" i="0" u="none" strike="noStrike" kern="0" cap="none" spc="0" normalizeH="0" baseline="0" noProof="0">
                  <a:ln>
                    <a:noFill/>
                  </a:ln>
                  <a:solidFill>
                    <a:srgbClr val="505050"/>
                  </a:solidFill>
                  <a:effectLst/>
                  <a:uLnTx/>
                  <a:uFillTx/>
                  <a:latin typeface="Segoe UI"/>
                  <a:ea typeface="Segoe UI" pitchFamily="34" charset="0"/>
                  <a:cs typeface="Segoe UI" pitchFamily="34" charset="0"/>
                </a:rPr>
                <a:t>resource group</a:t>
              </a:r>
            </a:p>
          </p:txBody>
        </p:sp>
        <p:pic>
          <p:nvPicPr>
            <p:cNvPr id="44" name="Picture 43">
              <a:extLst>
                <a:ext uri="{FF2B5EF4-FFF2-40B4-BE49-F238E27FC236}">
                  <a16:creationId xmlns:a16="http://schemas.microsoft.com/office/drawing/2014/main" id="{348C082F-8D05-4AA6-B8CE-FDC0CE95BD8D}"/>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729411" y="3726291"/>
              <a:ext cx="819606" cy="830759"/>
            </a:xfrm>
            <a:prstGeom prst="rect">
              <a:avLst/>
            </a:prstGeom>
          </p:spPr>
        </p:pic>
        <p:sp>
          <p:nvSpPr>
            <p:cNvPr id="47" name="Rectangle 46">
              <a:extLst>
                <a:ext uri="{FF2B5EF4-FFF2-40B4-BE49-F238E27FC236}">
                  <a16:creationId xmlns:a16="http://schemas.microsoft.com/office/drawing/2014/main" id="{4462B821-48A6-4216-86B4-E815748F1FAB}"/>
                </a:ext>
              </a:extLst>
            </p:cNvPr>
            <p:cNvSpPr/>
            <p:nvPr/>
          </p:nvSpPr>
          <p:spPr bwMode="auto">
            <a:xfrm>
              <a:off x="6509084" y="3591976"/>
              <a:ext cx="1317763" cy="2107615"/>
            </a:xfrm>
            <a:prstGeom prst="rect">
              <a:avLst/>
            </a:prstGeom>
            <a:solidFill>
              <a:srgbClr val="FFFFFF"/>
            </a:solidFill>
            <a:ln w="3175" cap="flat" cmpd="sng" algn="ctr">
              <a:solidFill>
                <a:schemeClr val="bg1">
                  <a:lumMod val="75000"/>
                </a:schemeClr>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b" anchorCtr="0" forceAA="0" compatLnSpc="1">
              <a:prstTxWarp prst="textNoShape">
                <a:avLst/>
              </a:prstTxWarp>
              <a:noAutofit/>
            </a:bodyPr>
            <a:lstStyle/>
            <a:p>
              <a:pPr marL="0" marR="0" lvl="0" indent="0" algn="l" defTabSz="932472" rtl="0" eaLnBrk="1" fontAlgn="base" latinLnBrk="0" hangingPunct="1">
                <a:lnSpc>
                  <a:spcPct val="90000"/>
                </a:lnSpc>
                <a:spcBef>
                  <a:spcPct val="0"/>
                </a:spcBef>
                <a:spcAft>
                  <a:spcPct val="0"/>
                </a:spcAft>
                <a:buClrTx/>
                <a:buSzTx/>
                <a:buFontTx/>
                <a:buNone/>
                <a:tabLst/>
                <a:defRPr/>
              </a:pPr>
              <a:r>
                <a:rPr kumimoji="0" lang="en-US" sz="1400" b="1" i="0" u="none" strike="noStrike" kern="0" cap="none" spc="0" normalizeH="0" baseline="0" noProof="0">
                  <a:ln>
                    <a:noFill/>
                  </a:ln>
                  <a:solidFill>
                    <a:srgbClr val="505050"/>
                  </a:solidFill>
                  <a:effectLst/>
                  <a:uLnTx/>
                  <a:uFillTx/>
                  <a:latin typeface="Segoe UI"/>
                  <a:ea typeface="Segoe UI" pitchFamily="34" charset="0"/>
                  <a:cs typeface="Segoe UI" pitchFamily="34" charset="0"/>
                </a:rPr>
                <a:t>Web and DB </a:t>
              </a:r>
              <a:r>
                <a:rPr kumimoji="0" lang="en-US" sz="1400" b="0" i="0" u="none" strike="noStrike" kern="0" cap="none" spc="0" normalizeH="0" baseline="0" noProof="0">
                  <a:ln>
                    <a:noFill/>
                  </a:ln>
                  <a:solidFill>
                    <a:srgbClr val="505050"/>
                  </a:solidFill>
                  <a:effectLst/>
                  <a:uLnTx/>
                  <a:uFillTx/>
                  <a:latin typeface="Segoe UI"/>
                  <a:ea typeface="Segoe UI" pitchFamily="34" charset="0"/>
                  <a:cs typeface="Segoe UI" pitchFamily="34" charset="0"/>
                </a:rPr>
                <a:t>resource group</a:t>
              </a:r>
            </a:p>
          </p:txBody>
        </p:sp>
        <p:sp>
          <p:nvSpPr>
            <p:cNvPr id="48" name="Freeform 256">
              <a:extLst>
                <a:ext uri="{FF2B5EF4-FFF2-40B4-BE49-F238E27FC236}">
                  <a16:creationId xmlns:a16="http://schemas.microsoft.com/office/drawing/2014/main" id="{D138ECF2-659B-4571-8AA6-0BA92CC29902}"/>
                </a:ext>
              </a:extLst>
            </p:cNvPr>
            <p:cNvSpPr>
              <a:spLocks noEditPoints="1"/>
            </p:cNvSpPr>
            <p:nvPr/>
          </p:nvSpPr>
          <p:spPr bwMode="auto">
            <a:xfrm>
              <a:off x="6812125" y="3790309"/>
              <a:ext cx="735447" cy="723791"/>
            </a:xfrm>
            <a:custGeom>
              <a:avLst/>
              <a:gdLst>
                <a:gd name="T0" fmla="*/ 423 w 517"/>
                <a:gd name="T1" fmla="*/ 502 h 502"/>
                <a:gd name="T2" fmla="*/ 161 w 517"/>
                <a:gd name="T3" fmla="*/ 348 h 502"/>
                <a:gd name="T4" fmla="*/ 24 w 517"/>
                <a:gd name="T5" fmla="*/ 158 h 502"/>
                <a:gd name="T6" fmla="*/ 31 w 517"/>
                <a:gd name="T7" fmla="*/ 24 h 502"/>
                <a:gd name="T8" fmla="*/ 94 w 517"/>
                <a:gd name="T9" fmla="*/ 0 h 502"/>
                <a:gd name="T10" fmla="*/ 356 w 517"/>
                <a:gd name="T11" fmla="*/ 154 h 502"/>
                <a:gd name="T12" fmla="*/ 493 w 517"/>
                <a:gd name="T13" fmla="*/ 344 h 502"/>
                <a:gd name="T14" fmla="*/ 486 w 517"/>
                <a:gd name="T15" fmla="*/ 479 h 502"/>
                <a:gd name="T16" fmla="*/ 423 w 517"/>
                <a:gd name="T17" fmla="*/ 502 h 502"/>
                <a:gd name="T18" fmla="*/ 94 w 517"/>
                <a:gd name="T19" fmla="*/ 31 h 502"/>
                <a:gd name="T20" fmla="*/ 53 w 517"/>
                <a:gd name="T21" fmla="*/ 46 h 502"/>
                <a:gd name="T22" fmla="*/ 52 w 517"/>
                <a:gd name="T23" fmla="*/ 147 h 502"/>
                <a:gd name="T24" fmla="*/ 183 w 517"/>
                <a:gd name="T25" fmla="*/ 327 h 502"/>
                <a:gd name="T26" fmla="*/ 423 w 517"/>
                <a:gd name="T27" fmla="*/ 471 h 502"/>
                <a:gd name="T28" fmla="*/ 464 w 517"/>
                <a:gd name="T29" fmla="*/ 457 h 502"/>
                <a:gd name="T30" fmla="*/ 465 w 517"/>
                <a:gd name="T31" fmla="*/ 356 h 502"/>
                <a:gd name="T32" fmla="*/ 334 w 517"/>
                <a:gd name="T33" fmla="*/ 176 h 502"/>
                <a:gd name="T34" fmla="*/ 94 w 517"/>
                <a:gd name="T35" fmla="*/ 3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502">
                  <a:moveTo>
                    <a:pt x="423" y="502"/>
                  </a:moveTo>
                  <a:cubicBezTo>
                    <a:pt x="355" y="502"/>
                    <a:pt x="259" y="446"/>
                    <a:pt x="161" y="348"/>
                  </a:cubicBezTo>
                  <a:cubicBezTo>
                    <a:pt x="95" y="282"/>
                    <a:pt x="47" y="216"/>
                    <a:pt x="24" y="158"/>
                  </a:cubicBezTo>
                  <a:cubicBezTo>
                    <a:pt x="0" y="100"/>
                    <a:pt x="2" y="52"/>
                    <a:pt x="31" y="24"/>
                  </a:cubicBezTo>
                  <a:cubicBezTo>
                    <a:pt x="46" y="8"/>
                    <a:pt x="68" y="0"/>
                    <a:pt x="94" y="0"/>
                  </a:cubicBezTo>
                  <a:cubicBezTo>
                    <a:pt x="162" y="0"/>
                    <a:pt x="258" y="56"/>
                    <a:pt x="356" y="154"/>
                  </a:cubicBezTo>
                  <a:cubicBezTo>
                    <a:pt x="422" y="221"/>
                    <a:pt x="470" y="286"/>
                    <a:pt x="493" y="344"/>
                  </a:cubicBezTo>
                  <a:cubicBezTo>
                    <a:pt x="517" y="402"/>
                    <a:pt x="515" y="450"/>
                    <a:pt x="486" y="479"/>
                  </a:cubicBezTo>
                  <a:cubicBezTo>
                    <a:pt x="471" y="494"/>
                    <a:pt x="449" y="502"/>
                    <a:pt x="423" y="502"/>
                  </a:cubicBezTo>
                  <a:close/>
                  <a:moveTo>
                    <a:pt x="94" y="31"/>
                  </a:moveTo>
                  <a:cubicBezTo>
                    <a:pt x="76" y="31"/>
                    <a:pt x="62" y="36"/>
                    <a:pt x="53" y="46"/>
                  </a:cubicBezTo>
                  <a:cubicBezTo>
                    <a:pt x="34" y="65"/>
                    <a:pt x="33" y="101"/>
                    <a:pt x="52" y="147"/>
                  </a:cubicBezTo>
                  <a:cubicBezTo>
                    <a:pt x="74" y="201"/>
                    <a:pt x="119" y="263"/>
                    <a:pt x="183" y="327"/>
                  </a:cubicBezTo>
                  <a:cubicBezTo>
                    <a:pt x="274" y="417"/>
                    <a:pt x="364" y="471"/>
                    <a:pt x="423" y="471"/>
                  </a:cubicBezTo>
                  <a:cubicBezTo>
                    <a:pt x="441" y="471"/>
                    <a:pt x="455" y="467"/>
                    <a:pt x="464" y="457"/>
                  </a:cubicBezTo>
                  <a:cubicBezTo>
                    <a:pt x="483" y="438"/>
                    <a:pt x="484" y="402"/>
                    <a:pt x="465" y="356"/>
                  </a:cubicBezTo>
                  <a:cubicBezTo>
                    <a:pt x="443" y="302"/>
                    <a:pt x="398" y="240"/>
                    <a:pt x="334" y="176"/>
                  </a:cubicBezTo>
                  <a:cubicBezTo>
                    <a:pt x="243" y="85"/>
                    <a:pt x="153" y="31"/>
                    <a:pt x="94" y="31"/>
                  </a:cubicBezTo>
                  <a:close/>
                </a:path>
              </a:pathLst>
            </a:custGeom>
            <a:solidFill>
              <a:srgbClr val="D8D9D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sp>
          <p:nvSpPr>
            <p:cNvPr id="49" name="Freeform 257">
              <a:extLst>
                <a:ext uri="{FF2B5EF4-FFF2-40B4-BE49-F238E27FC236}">
                  <a16:creationId xmlns:a16="http://schemas.microsoft.com/office/drawing/2014/main" id="{A98F4A3F-CE50-480A-90FF-C0C555ABA31C}"/>
                </a:ext>
              </a:extLst>
            </p:cNvPr>
            <p:cNvSpPr>
              <a:spLocks noEditPoints="1"/>
            </p:cNvSpPr>
            <p:nvPr/>
          </p:nvSpPr>
          <p:spPr bwMode="auto">
            <a:xfrm>
              <a:off x="6812125" y="3790309"/>
              <a:ext cx="735447" cy="723791"/>
            </a:xfrm>
            <a:custGeom>
              <a:avLst/>
              <a:gdLst>
                <a:gd name="T0" fmla="*/ 94 w 517"/>
                <a:gd name="T1" fmla="*/ 502 h 502"/>
                <a:gd name="T2" fmla="*/ 31 w 517"/>
                <a:gd name="T3" fmla="*/ 479 h 502"/>
                <a:gd name="T4" fmla="*/ 24 w 517"/>
                <a:gd name="T5" fmla="*/ 344 h 502"/>
                <a:gd name="T6" fmla="*/ 161 w 517"/>
                <a:gd name="T7" fmla="*/ 154 h 502"/>
                <a:gd name="T8" fmla="*/ 423 w 517"/>
                <a:gd name="T9" fmla="*/ 0 h 502"/>
                <a:gd name="T10" fmla="*/ 486 w 517"/>
                <a:gd name="T11" fmla="*/ 24 h 502"/>
                <a:gd name="T12" fmla="*/ 493 w 517"/>
                <a:gd name="T13" fmla="*/ 158 h 502"/>
                <a:gd name="T14" fmla="*/ 356 w 517"/>
                <a:gd name="T15" fmla="*/ 348 h 502"/>
                <a:gd name="T16" fmla="*/ 94 w 517"/>
                <a:gd name="T17" fmla="*/ 502 h 502"/>
                <a:gd name="T18" fmla="*/ 423 w 517"/>
                <a:gd name="T19" fmla="*/ 31 h 502"/>
                <a:gd name="T20" fmla="*/ 183 w 517"/>
                <a:gd name="T21" fmla="*/ 176 h 502"/>
                <a:gd name="T22" fmla="*/ 52 w 517"/>
                <a:gd name="T23" fmla="*/ 356 h 502"/>
                <a:gd name="T24" fmla="*/ 53 w 517"/>
                <a:gd name="T25" fmla="*/ 457 h 502"/>
                <a:gd name="T26" fmla="*/ 94 w 517"/>
                <a:gd name="T27" fmla="*/ 471 h 502"/>
                <a:gd name="T28" fmla="*/ 334 w 517"/>
                <a:gd name="T29" fmla="*/ 327 h 502"/>
                <a:gd name="T30" fmla="*/ 465 w 517"/>
                <a:gd name="T31" fmla="*/ 147 h 502"/>
                <a:gd name="T32" fmla="*/ 464 w 517"/>
                <a:gd name="T33" fmla="*/ 46 h 502"/>
                <a:gd name="T34" fmla="*/ 423 w 517"/>
                <a:gd name="T35" fmla="*/ 31 h 5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7" h="502">
                  <a:moveTo>
                    <a:pt x="94" y="502"/>
                  </a:moveTo>
                  <a:cubicBezTo>
                    <a:pt x="68" y="502"/>
                    <a:pt x="46" y="494"/>
                    <a:pt x="31" y="479"/>
                  </a:cubicBezTo>
                  <a:cubicBezTo>
                    <a:pt x="2" y="450"/>
                    <a:pt x="0" y="402"/>
                    <a:pt x="24" y="344"/>
                  </a:cubicBezTo>
                  <a:cubicBezTo>
                    <a:pt x="47" y="286"/>
                    <a:pt x="95" y="221"/>
                    <a:pt x="161" y="154"/>
                  </a:cubicBezTo>
                  <a:cubicBezTo>
                    <a:pt x="259" y="56"/>
                    <a:pt x="355" y="0"/>
                    <a:pt x="423" y="0"/>
                  </a:cubicBezTo>
                  <a:cubicBezTo>
                    <a:pt x="449" y="0"/>
                    <a:pt x="471" y="8"/>
                    <a:pt x="486" y="24"/>
                  </a:cubicBezTo>
                  <a:cubicBezTo>
                    <a:pt x="515" y="52"/>
                    <a:pt x="517" y="100"/>
                    <a:pt x="493" y="158"/>
                  </a:cubicBezTo>
                  <a:cubicBezTo>
                    <a:pt x="470" y="216"/>
                    <a:pt x="422" y="282"/>
                    <a:pt x="356" y="348"/>
                  </a:cubicBezTo>
                  <a:cubicBezTo>
                    <a:pt x="258" y="446"/>
                    <a:pt x="162" y="502"/>
                    <a:pt x="94" y="502"/>
                  </a:cubicBezTo>
                  <a:close/>
                  <a:moveTo>
                    <a:pt x="423" y="31"/>
                  </a:moveTo>
                  <a:cubicBezTo>
                    <a:pt x="364" y="31"/>
                    <a:pt x="274" y="85"/>
                    <a:pt x="183" y="176"/>
                  </a:cubicBezTo>
                  <a:cubicBezTo>
                    <a:pt x="119" y="240"/>
                    <a:pt x="74" y="302"/>
                    <a:pt x="52" y="356"/>
                  </a:cubicBezTo>
                  <a:cubicBezTo>
                    <a:pt x="33" y="402"/>
                    <a:pt x="34" y="438"/>
                    <a:pt x="53" y="457"/>
                  </a:cubicBezTo>
                  <a:cubicBezTo>
                    <a:pt x="62" y="467"/>
                    <a:pt x="76" y="471"/>
                    <a:pt x="94" y="471"/>
                  </a:cubicBezTo>
                  <a:cubicBezTo>
                    <a:pt x="153" y="471"/>
                    <a:pt x="243" y="417"/>
                    <a:pt x="334" y="327"/>
                  </a:cubicBezTo>
                  <a:cubicBezTo>
                    <a:pt x="398" y="263"/>
                    <a:pt x="443" y="201"/>
                    <a:pt x="465" y="147"/>
                  </a:cubicBezTo>
                  <a:cubicBezTo>
                    <a:pt x="484" y="101"/>
                    <a:pt x="483" y="65"/>
                    <a:pt x="464" y="46"/>
                  </a:cubicBezTo>
                  <a:cubicBezTo>
                    <a:pt x="455" y="36"/>
                    <a:pt x="441" y="31"/>
                    <a:pt x="423" y="31"/>
                  </a:cubicBezTo>
                  <a:close/>
                </a:path>
              </a:pathLst>
            </a:custGeom>
            <a:solidFill>
              <a:srgbClr val="98999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505050"/>
                </a:solidFill>
                <a:effectLst/>
                <a:uLnTx/>
                <a:uFillTx/>
                <a:latin typeface="Segoe UI"/>
                <a:ea typeface="+mn-ea"/>
                <a:cs typeface="+mn-cs"/>
              </a:endParaRPr>
            </a:p>
          </p:txBody>
        </p:sp>
        <p:pic>
          <p:nvPicPr>
            <p:cNvPr id="50" name="Picture 49">
              <a:extLst>
                <a:ext uri="{FF2B5EF4-FFF2-40B4-BE49-F238E27FC236}">
                  <a16:creationId xmlns:a16="http://schemas.microsoft.com/office/drawing/2014/main" id="{4C5681D0-3D50-4966-942E-93D797E19714}"/>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054984" y="4027569"/>
              <a:ext cx="229579" cy="235958"/>
            </a:xfrm>
            <a:prstGeom prst="rect">
              <a:avLst/>
            </a:prstGeom>
          </p:spPr>
        </p:pic>
      </p:grpSp>
      <p:sp>
        <p:nvSpPr>
          <p:cNvPr id="5" name="Footer Placeholder 1">
            <a:extLst>
              <a:ext uri="{FF2B5EF4-FFF2-40B4-BE49-F238E27FC236}">
                <a16:creationId xmlns:a16="http://schemas.microsoft.com/office/drawing/2014/main" id="{BAB9D31E-7B43-4304-A89A-89AFAD0C7470}"/>
              </a:ext>
            </a:extLst>
          </p:cNvPr>
          <p:cNvSpPr txBox="1">
            <a:spLocks/>
          </p:cNvSpPr>
          <p:nvPr/>
        </p:nvSpPr>
        <p:spPr>
          <a:xfrm>
            <a:off x="4038600" y="6551269"/>
            <a:ext cx="4114800" cy="138499"/>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r>
              <a:rPr lang="en-US" dirty="0"/>
              <a:t>© Copyright Microsoft Corporation. All rights reserved.</a:t>
            </a:r>
          </a:p>
        </p:txBody>
      </p:sp>
    </p:spTree>
    <p:extLst>
      <p:ext uri="{BB962C8B-B14F-4D97-AF65-F5344CB8AC3E}">
        <p14:creationId xmlns:p14="http://schemas.microsoft.com/office/powerpoint/2010/main" val="38941135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Azure Subscriptions</a:t>
            </a:r>
          </a:p>
        </p:txBody>
      </p:sp>
      <p:sp>
        <p:nvSpPr>
          <p:cNvPr id="6" name="Text Placeholder 5"/>
          <p:cNvSpPr>
            <a:spLocks noGrp="1"/>
          </p:cNvSpPr>
          <p:nvPr>
            <p:ph sz="quarter" idx="10"/>
          </p:nvPr>
        </p:nvSpPr>
        <p:spPr>
          <a:xfrm>
            <a:off x="303287" y="1440862"/>
            <a:ext cx="6441141" cy="3395801"/>
          </a:xfrm>
        </p:spPr>
        <p:txBody>
          <a:bodyPr/>
          <a:lstStyle/>
          <a:p>
            <a:r>
              <a:rPr lang="en-IE" dirty="0">
                <a:latin typeface="+mn-lt"/>
              </a:rPr>
              <a:t>An Azure subscription provides you with authenticated and authorized access to Azure accounts.</a:t>
            </a:r>
          </a:p>
          <a:p>
            <a:pPr marL="457200" indent="-457200">
              <a:buFont typeface="Arial" panose="020B0604020202020204" pitchFamily="34" charset="0"/>
              <a:buChar char="•"/>
            </a:pPr>
            <a:r>
              <a:rPr lang="en-IE" b="1" dirty="0">
                <a:latin typeface="+mj-lt"/>
              </a:rPr>
              <a:t>Billing boundary:</a:t>
            </a:r>
            <a:r>
              <a:rPr lang="en-IE" dirty="0">
                <a:latin typeface="+mj-lt"/>
              </a:rPr>
              <a:t> </a:t>
            </a:r>
            <a:r>
              <a:rPr lang="en-US" dirty="0">
                <a:latin typeface="+mn-lt"/>
              </a:rPr>
              <a:t>generate separate billing reports and invoices for each subscription.</a:t>
            </a:r>
            <a:endParaRPr lang="en-IE" dirty="0">
              <a:latin typeface="+mn-lt"/>
            </a:endParaRPr>
          </a:p>
          <a:p>
            <a:pPr marL="457200" indent="-457200">
              <a:buFont typeface="Arial" panose="020B0604020202020204" pitchFamily="34" charset="0"/>
              <a:buChar char="•"/>
            </a:pPr>
            <a:r>
              <a:rPr lang="en-IE" b="1" dirty="0">
                <a:latin typeface="+mj-lt"/>
              </a:rPr>
              <a:t>Access control boundary:</a:t>
            </a:r>
            <a:r>
              <a:rPr lang="en-IE" dirty="0">
                <a:latin typeface="+mj-lt"/>
              </a:rPr>
              <a:t> </a:t>
            </a:r>
            <a:r>
              <a:rPr lang="en-US" dirty="0">
                <a:latin typeface="+mn-lt"/>
              </a:rPr>
              <a:t>manage and control access to the resources that users can provision with specific subscriptions.</a:t>
            </a:r>
            <a:endParaRPr lang="en-IE" dirty="0">
              <a:latin typeface="+mn-lt"/>
            </a:endParaRPr>
          </a:p>
        </p:txBody>
      </p:sp>
      <p:pic>
        <p:nvPicPr>
          <p:cNvPr id="2050" name="Picture 2" descr="Azure subscriptions are using authentication and authorization to access Azure accounts.">
            <a:extLst>
              <a:ext uri="{FF2B5EF4-FFF2-40B4-BE49-F238E27FC236}">
                <a16:creationId xmlns:a16="http://schemas.microsoft.com/office/drawing/2014/main" id="{C969DF39-E758-4DFC-8030-0DD803DAE76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44428" y="813039"/>
            <a:ext cx="5271408" cy="2168669"/>
          </a:xfrm>
          <a:prstGeom prst="rect">
            <a:avLst/>
          </a:prstGeom>
          <a:noFill/>
          <a:extLst>
            <a:ext uri="{909E8E84-426E-40DD-AFC4-6F175D3DCCD1}">
              <a14:hiddenFill xmlns:a14="http://schemas.microsoft.com/office/drawing/2010/main">
                <a:solidFill>
                  <a:srgbClr val="FFFFFF"/>
                </a:solidFill>
              </a14:hiddenFill>
            </a:ext>
          </a:extLst>
        </p:spPr>
      </p:pic>
      <p:sp>
        <p:nvSpPr>
          <p:cNvPr id="2" name="Freeform: Shape 1">
            <a:extLst>
              <a:ext uri="{FF2B5EF4-FFF2-40B4-BE49-F238E27FC236}">
                <a16:creationId xmlns:a16="http://schemas.microsoft.com/office/drawing/2014/main" id="{6245D8C8-A5B2-4A27-9362-7451956B9688}"/>
              </a:ext>
              <a:ext uri="{C183D7F6-B498-43B3-948B-1728B52AA6E4}">
                <adec:decorative xmlns:adec="http://schemas.microsoft.com/office/drawing/2017/decorative" val="1"/>
              </a:ext>
            </a:extLst>
          </p:cNvPr>
          <p:cNvSpPr/>
          <p:nvPr/>
        </p:nvSpPr>
        <p:spPr bwMode="auto">
          <a:xfrm>
            <a:off x="7569636" y="3058374"/>
            <a:ext cx="3561999" cy="0"/>
          </a:xfrm>
          <a:custGeom>
            <a:avLst/>
            <a:gdLst>
              <a:gd name="connsiteX0" fmla="*/ 0 w 1296238"/>
              <a:gd name="connsiteY0" fmla="*/ 0 h 0"/>
              <a:gd name="connsiteX1" fmla="*/ 1296238 w 1296238"/>
              <a:gd name="connsiteY1" fmla="*/ 0 h 0"/>
            </a:gdLst>
            <a:ahLst/>
            <a:cxnLst>
              <a:cxn ang="0">
                <a:pos x="connsiteX0" y="connsiteY0"/>
              </a:cxn>
              <a:cxn ang="0">
                <a:pos x="connsiteX1" y="connsiteY1"/>
              </a:cxn>
            </a:cxnLst>
            <a:rect l="l" t="t" r="r" b="b"/>
            <a:pathLst>
              <a:path w="1296238">
                <a:moveTo>
                  <a:pt x="0" y="0"/>
                </a:moveTo>
                <a:lnTo>
                  <a:pt x="1296238" y="0"/>
                </a:lnTo>
              </a:path>
            </a:pathLst>
          </a:custGeom>
          <a:noFill/>
          <a:ln w="15875">
            <a:solidFill>
              <a:srgbClr val="243A5E"/>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896354"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Semilight"/>
              <a:ea typeface="+mn-ea"/>
              <a:cs typeface="+mn-cs"/>
            </a:endParaRPr>
          </a:p>
        </p:txBody>
      </p:sp>
      <p:pic>
        <p:nvPicPr>
          <p:cNvPr id="3074" name="Picture 2" descr="Flowchart style diagram showing an example of setting up a billing structure where different groups like marketing or development have their own Azure Subscription, that rolls up into a larger company paid Azure billing account.">
            <a:extLst>
              <a:ext uri="{FF2B5EF4-FFF2-40B4-BE49-F238E27FC236}">
                <a16:creationId xmlns:a16="http://schemas.microsoft.com/office/drawing/2014/main" id="{BB6F14C8-7966-4A94-BADE-49B1D223262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23993" y="3135041"/>
            <a:ext cx="5112277" cy="22597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76989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title"/>
          </p:nvPr>
        </p:nvSpPr>
        <p:spPr/>
        <p:txBody>
          <a:bodyPr/>
          <a:lstStyle/>
          <a:p>
            <a:r>
              <a:rPr lang="en-US" dirty="0"/>
              <a:t>Management Groups</a:t>
            </a:r>
          </a:p>
        </p:txBody>
      </p:sp>
      <p:sp>
        <p:nvSpPr>
          <p:cNvPr id="6" name="Text Placeholder 5"/>
          <p:cNvSpPr>
            <a:spLocks noGrp="1"/>
          </p:cNvSpPr>
          <p:nvPr>
            <p:ph sz="quarter" idx="10"/>
          </p:nvPr>
        </p:nvSpPr>
        <p:spPr>
          <a:xfrm>
            <a:off x="418643" y="1719867"/>
            <a:ext cx="5636587" cy="4021614"/>
          </a:xfrm>
        </p:spPr>
        <p:txBody>
          <a:bodyPr/>
          <a:lstStyle/>
          <a:p>
            <a:pPr marL="342900" indent="-342900">
              <a:buFont typeface="Arial" panose="020B0604020202020204" pitchFamily="34" charset="0"/>
              <a:buChar char="•"/>
            </a:pPr>
            <a:r>
              <a:rPr lang="en-US" dirty="0">
                <a:latin typeface="+mn-lt"/>
              </a:rPr>
              <a:t>Management groups can include multiple Azure subscriptions.</a:t>
            </a:r>
          </a:p>
          <a:p>
            <a:pPr marL="342900" indent="-342900">
              <a:buFont typeface="Arial" panose="020B0604020202020204" pitchFamily="34" charset="0"/>
              <a:buChar char="•"/>
            </a:pPr>
            <a:r>
              <a:rPr lang="en-US" dirty="0">
                <a:latin typeface="+mn-lt"/>
              </a:rPr>
              <a:t>Subscriptions inherit conditions applied to the management group.</a:t>
            </a:r>
          </a:p>
          <a:p>
            <a:pPr marL="342900" indent="-342900">
              <a:buFont typeface="Arial" panose="020B0604020202020204" pitchFamily="34" charset="0"/>
              <a:buChar char="•"/>
            </a:pPr>
            <a:r>
              <a:rPr lang="en-US" dirty="0">
                <a:latin typeface="+mn-lt"/>
              </a:rPr>
              <a:t>10,000 management groups can be supported in a single directory.</a:t>
            </a:r>
          </a:p>
          <a:p>
            <a:pPr marL="342900" indent="-342900">
              <a:buFont typeface="Arial" panose="020B0604020202020204" pitchFamily="34" charset="0"/>
              <a:buChar char="•"/>
            </a:pPr>
            <a:r>
              <a:rPr lang="en-US" dirty="0">
                <a:latin typeface="+mn-lt"/>
              </a:rPr>
              <a:t>A management group tree can support up to six levels of depth.</a:t>
            </a:r>
          </a:p>
          <a:p>
            <a:endParaRPr lang="en-US" dirty="0">
              <a:latin typeface="+mn-lt"/>
            </a:endParaRPr>
          </a:p>
        </p:txBody>
      </p:sp>
      <p:pic>
        <p:nvPicPr>
          <p:cNvPr id="1026" name="Picture 2" descr="See the source image">
            <a:extLst>
              <a:ext uri="{FF2B5EF4-FFF2-40B4-BE49-F238E27FC236}">
                <a16:creationId xmlns:a16="http://schemas.microsoft.com/office/drawing/2014/main" id="{7643F234-CC3B-4AB0-A706-FA91996680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14690" y="1953086"/>
            <a:ext cx="4124325" cy="26765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6109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0CE92-1D76-4F61-8208-4BBDE2BA1DA5}"/>
              </a:ext>
            </a:extLst>
          </p:cNvPr>
          <p:cNvSpPr>
            <a:spLocks noGrp="1"/>
          </p:cNvSpPr>
          <p:nvPr>
            <p:ph type="title"/>
          </p:nvPr>
        </p:nvSpPr>
        <p:spPr/>
        <p:txBody>
          <a:bodyPr/>
          <a:lstStyle/>
          <a:p>
            <a:r>
              <a:rPr lang="en-US" dirty="0"/>
              <a:t>Exercise – Create an Azure resource</a:t>
            </a:r>
          </a:p>
        </p:txBody>
      </p:sp>
      <p:sp>
        <p:nvSpPr>
          <p:cNvPr id="3" name="Text Placeholder 2">
            <a:extLst>
              <a:ext uri="{FF2B5EF4-FFF2-40B4-BE49-F238E27FC236}">
                <a16:creationId xmlns:a16="http://schemas.microsoft.com/office/drawing/2014/main" id="{D9B7E699-8A7B-44B9-87EE-C5ED24A8C217}"/>
              </a:ext>
            </a:extLst>
          </p:cNvPr>
          <p:cNvSpPr>
            <a:spLocks noGrp="1"/>
          </p:cNvSpPr>
          <p:nvPr>
            <p:ph sz="quarter" idx="10"/>
          </p:nvPr>
        </p:nvSpPr>
        <p:spPr>
          <a:xfrm>
            <a:off x="418643" y="1602858"/>
            <a:ext cx="5394960" cy="3154710"/>
          </a:xfrm>
        </p:spPr>
        <p:txBody>
          <a:bodyPr/>
          <a:lstStyle/>
          <a:p>
            <a:pPr marL="233362"/>
            <a:r>
              <a:rPr lang="en-US" dirty="0"/>
              <a:t>Create an Azure resource, monitor the resource group for needed resources being created in the same group</a:t>
            </a:r>
          </a:p>
          <a:p>
            <a:pPr marL="233362"/>
            <a:endParaRPr lang="en-US" dirty="0"/>
          </a:p>
          <a:p>
            <a:pPr marL="747712" indent="-514350">
              <a:buAutoNum type="arabicPeriod"/>
            </a:pPr>
            <a:r>
              <a:rPr lang="en-US" dirty="0">
                <a:latin typeface="+mn-lt"/>
                <a:cs typeface="Segoe UI Semilight" panose="020B0402040204020203" pitchFamily="34" charset="0"/>
              </a:rPr>
              <a:t>Create a virtual machine.</a:t>
            </a:r>
          </a:p>
          <a:p>
            <a:pPr marL="747712" indent="-514350">
              <a:buAutoNum type="arabicPeriod"/>
            </a:pPr>
            <a:r>
              <a:rPr lang="en-US" dirty="0">
                <a:latin typeface="+mn-lt"/>
                <a:cs typeface="Segoe UI Semilight" panose="020B0402040204020203" pitchFamily="34" charset="0"/>
              </a:rPr>
              <a:t>Monitor the resource group.</a:t>
            </a:r>
          </a:p>
        </p:txBody>
      </p:sp>
      <p:pic>
        <p:nvPicPr>
          <p:cNvPr id="6" name="Picture 5">
            <a:extLst>
              <a:ext uri="{FF2B5EF4-FFF2-40B4-BE49-F238E27FC236}">
                <a16:creationId xmlns:a16="http://schemas.microsoft.com/office/drawing/2014/main" id="{7CDCCC72-E44C-4A20-A7B0-16FEBBDDB9F4}"/>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439025" y="1447034"/>
            <a:ext cx="3762375" cy="3963931"/>
          </a:xfrm>
          <a:prstGeom prst="rect">
            <a:avLst/>
          </a:prstGeom>
        </p:spPr>
      </p:pic>
    </p:spTree>
    <p:extLst>
      <p:ext uri="{BB962C8B-B14F-4D97-AF65-F5344CB8AC3E}">
        <p14:creationId xmlns:p14="http://schemas.microsoft.com/office/powerpoint/2010/main" val="3133054815"/>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1" y="2532448"/>
            <a:ext cx="5807732" cy="1793104"/>
          </a:xfrm>
        </p:spPr>
        <p:txBody>
          <a:bodyPr wrap="square" anchor="b">
            <a:normAutofit/>
          </a:bodyPr>
          <a:lstStyle/>
          <a:p>
            <a:pPr>
              <a:lnSpc>
                <a:spcPct val="100000"/>
              </a:lnSpc>
            </a:pPr>
            <a:r>
              <a:rPr lang="en-US" sz="4400" b="1" dirty="0"/>
              <a:t>Cloud Adoption Framework</a:t>
            </a:r>
          </a:p>
        </p:txBody>
      </p:sp>
    </p:spTree>
    <p:extLst>
      <p:ext uri="{BB962C8B-B14F-4D97-AF65-F5344CB8AC3E}">
        <p14:creationId xmlns:p14="http://schemas.microsoft.com/office/powerpoint/2010/main" val="2104759634"/>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50621-45C5-446B-90F9-27A87E219E76}"/>
              </a:ext>
            </a:extLst>
          </p:cNvPr>
          <p:cNvSpPr>
            <a:spLocks noGrp="1"/>
          </p:cNvSpPr>
          <p:nvPr>
            <p:ph type="title"/>
          </p:nvPr>
        </p:nvSpPr>
        <p:spPr>
          <a:xfrm>
            <a:off x="418643" y="372256"/>
            <a:ext cx="11341268" cy="680196"/>
          </a:xfrm>
        </p:spPr>
        <p:txBody>
          <a:bodyPr/>
          <a:lstStyle/>
          <a:p>
            <a:r>
              <a:rPr lang="en-US" sz="3100" dirty="0">
                <a:solidFill>
                  <a:schemeClr val="tx2">
                    <a:lumMod val="50000"/>
                  </a:schemeClr>
                </a:solidFill>
                <a:hlinkClick r:id="rId3">
                  <a:extLst>
                    <a:ext uri="{A12FA001-AC4F-418D-AE19-62706E023703}">
                      <ahyp:hlinkClr xmlns:ahyp="http://schemas.microsoft.com/office/drawing/2018/hyperlinkcolor" val="tx"/>
                    </a:ext>
                  </a:extLst>
                </a:hlinkClick>
              </a:rPr>
              <a:t>Review the Cloud Adoption Framework</a:t>
            </a:r>
            <a:r>
              <a:rPr lang="en-US" sz="3100" dirty="0"/>
              <a:t> </a:t>
            </a:r>
          </a:p>
        </p:txBody>
      </p:sp>
      <p:sp>
        <p:nvSpPr>
          <p:cNvPr id="3" name="Rectangle 2">
            <a:extLst>
              <a:ext uri="{FF2B5EF4-FFF2-40B4-BE49-F238E27FC236}">
                <a16:creationId xmlns:a16="http://schemas.microsoft.com/office/drawing/2014/main" id="{7F5B90DD-4FDE-4A75-8F6C-E0968BAB9761}"/>
              </a:ext>
              <a:ext uri="{C183D7F6-B498-43B3-948B-1728B52AA6E4}">
                <adec:decorative xmlns:adec="http://schemas.microsoft.com/office/drawing/2017/decorative" val="1"/>
              </a:ext>
            </a:extLst>
          </p:cNvPr>
          <p:cNvSpPr/>
          <p:nvPr/>
        </p:nvSpPr>
        <p:spPr bwMode="auto">
          <a:xfrm>
            <a:off x="418643" y="1155560"/>
            <a:ext cx="11458509" cy="4903596"/>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16" name="Rectangle: Rounded Corners 15">
            <a:extLst>
              <a:ext uri="{FF2B5EF4-FFF2-40B4-BE49-F238E27FC236}">
                <a16:creationId xmlns:a16="http://schemas.microsoft.com/office/drawing/2014/main" id="{0FE30B8F-B243-4065-B804-ED1EB622C9A9}"/>
              </a:ext>
              <a:ext uri="{C183D7F6-B498-43B3-948B-1728B52AA6E4}">
                <adec:decorative xmlns:adec="http://schemas.microsoft.com/office/drawing/2017/decorative" val="1"/>
              </a:ext>
            </a:extLst>
          </p:cNvPr>
          <p:cNvSpPr/>
          <p:nvPr/>
        </p:nvSpPr>
        <p:spPr>
          <a:xfrm>
            <a:off x="3296744" y="1236910"/>
            <a:ext cx="8161518" cy="2808919"/>
          </a:xfrm>
          <a:prstGeom prst="roundRect">
            <a:avLst>
              <a:gd name="adj" fmla="val 2546"/>
            </a:avLst>
          </a:prstGeom>
          <a:noFill/>
          <a:ln w="25400" cap="flat" cmpd="sng" algn="ctr">
            <a:solidFill>
              <a:srgbClr val="243A5E"/>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grpSp>
        <p:nvGrpSpPr>
          <p:cNvPr id="7" name="Group 6" descr="Define, plan, ready, adopt, govern, and migrate. ">
            <a:extLst>
              <a:ext uri="{FF2B5EF4-FFF2-40B4-BE49-F238E27FC236}">
                <a16:creationId xmlns:a16="http://schemas.microsoft.com/office/drawing/2014/main" id="{D17A10B4-49A3-4FF3-B281-94811FCBB35E}"/>
              </a:ext>
            </a:extLst>
          </p:cNvPr>
          <p:cNvGrpSpPr/>
          <p:nvPr/>
        </p:nvGrpSpPr>
        <p:grpSpPr>
          <a:xfrm>
            <a:off x="707340" y="1408807"/>
            <a:ext cx="10750922" cy="4499996"/>
            <a:chOff x="707340" y="1408807"/>
            <a:chExt cx="10750922" cy="4499996"/>
          </a:xfrm>
        </p:grpSpPr>
        <p:cxnSp>
          <p:nvCxnSpPr>
            <p:cNvPr id="9" name="Straight Arrow Connector 8">
              <a:extLst>
                <a:ext uri="{FF2B5EF4-FFF2-40B4-BE49-F238E27FC236}">
                  <a16:creationId xmlns:a16="http://schemas.microsoft.com/office/drawing/2014/main" id="{04F5D760-34BC-495C-A640-28D23B1E8514}"/>
                </a:ext>
                <a:ext uri="{C183D7F6-B498-43B3-948B-1728B52AA6E4}">
                  <adec:decorative xmlns:adec="http://schemas.microsoft.com/office/drawing/2017/decorative" val="1"/>
                </a:ext>
              </a:extLst>
            </p:cNvPr>
            <p:cNvCxnSpPr>
              <a:cxnSpLocks/>
            </p:cNvCxnSpPr>
            <p:nvPr/>
          </p:nvCxnSpPr>
          <p:spPr>
            <a:xfrm>
              <a:off x="3296744" y="5070145"/>
              <a:ext cx="8161518" cy="0"/>
            </a:xfrm>
            <a:prstGeom prst="straightConnector1">
              <a:avLst/>
            </a:prstGeom>
            <a:noFill/>
            <a:ln w="22225" cap="flat" cmpd="sng" algn="ctr">
              <a:solidFill>
                <a:srgbClr val="243A5E"/>
              </a:solidFill>
              <a:prstDash val="solid"/>
              <a:headEnd type="arrow" w="med" len="sm"/>
              <a:tailEnd type="arrow" w="med" len="sm"/>
            </a:ln>
            <a:effectLst/>
          </p:spPr>
        </p:cxnSp>
        <p:sp>
          <p:nvSpPr>
            <p:cNvPr id="10" name="Rectangle: Rounded Corners 9">
              <a:extLst>
                <a:ext uri="{FF2B5EF4-FFF2-40B4-BE49-F238E27FC236}">
                  <a16:creationId xmlns:a16="http://schemas.microsoft.com/office/drawing/2014/main" id="{CD92BBEB-7217-479A-8767-09909FFF47E1}"/>
                </a:ext>
                <a:ext uri="{C183D7F6-B498-43B3-948B-1728B52AA6E4}">
                  <adec:decorative xmlns:adec="http://schemas.microsoft.com/office/drawing/2017/decorative" val="1"/>
                </a:ext>
              </a:extLst>
            </p:cNvPr>
            <p:cNvSpPr/>
            <p:nvPr/>
          </p:nvSpPr>
          <p:spPr>
            <a:xfrm>
              <a:off x="8950216" y="1408807"/>
              <a:ext cx="2280155" cy="246512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2" name="Rectangle: Rounded Corners 11">
              <a:extLst>
                <a:ext uri="{FF2B5EF4-FFF2-40B4-BE49-F238E27FC236}">
                  <a16:creationId xmlns:a16="http://schemas.microsoft.com/office/drawing/2014/main" id="{01E6F0DC-DAA9-4878-8AF6-F233AA18FD0D}"/>
                </a:ext>
                <a:ext uri="{C183D7F6-B498-43B3-948B-1728B52AA6E4}">
                  <adec:decorative xmlns:adec="http://schemas.microsoft.com/office/drawing/2017/decorative" val="1"/>
                </a:ext>
              </a:extLst>
            </p:cNvPr>
            <p:cNvSpPr/>
            <p:nvPr/>
          </p:nvSpPr>
          <p:spPr>
            <a:xfrm>
              <a:off x="6214128" y="1408807"/>
              <a:ext cx="2280155" cy="246512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3" name="TextBox 12">
              <a:extLst>
                <a:ext uri="{FF2B5EF4-FFF2-40B4-BE49-F238E27FC236}">
                  <a16:creationId xmlns:a16="http://schemas.microsoft.com/office/drawing/2014/main" id="{0B7EC472-983A-4223-B2DB-D15B1C20C083}"/>
                </a:ext>
              </a:extLst>
            </p:cNvPr>
            <p:cNvSpPr txBox="1"/>
            <p:nvPr/>
          </p:nvSpPr>
          <p:spPr>
            <a:xfrm>
              <a:off x="6336998" y="2014253"/>
              <a:ext cx="2089456"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914400">
                <a:defRPr/>
              </a:pPr>
              <a:r>
                <a:rPr lang="en-US" sz="1600" b="1" dirty="0">
                  <a:solidFill>
                    <a:srgbClr val="243A5E"/>
                  </a:solidFill>
                  <a:latin typeface="Segoe UI Semibold" panose="020B0702040204020203" pitchFamily="34" charset="0"/>
                  <a:ea typeface="+mn-lt"/>
                  <a:cs typeface="Segoe UI Semibold" panose="020B0702040204020203" pitchFamily="34" charset="0"/>
                </a:rPr>
                <a:t>Ready</a:t>
              </a:r>
            </a:p>
            <a:p>
              <a:pPr algn="ctr" defTabSz="914400">
                <a:defRPr/>
              </a:pPr>
              <a:endParaRPr lang="en-US" sz="1600" b="1" dirty="0">
                <a:solidFill>
                  <a:srgbClr val="243A5E"/>
                </a:solidFill>
                <a:latin typeface="Segoe UI Semibold" panose="020B0702040204020203" pitchFamily="34" charset="0"/>
                <a:ea typeface="+mn-lt"/>
                <a:cs typeface="Segoe UI Semibold" panose="020B0702040204020203" pitchFamily="34" charset="0"/>
              </a:endParaRP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Azure readiness guide</a:t>
              </a:r>
            </a:p>
            <a:p>
              <a:pPr marL="171450" indent="-171450">
                <a:buFont typeface="Arial" panose="020B0604020202020204" pitchFamily="34" charset="0"/>
                <a:buChar char="•"/>
                <a:defRPr/>
              </a:pPr>
              <a:r>
                <a:rPr lang="en-US" sz="1200" dirty="0">
                  <a:solidFill>
                    <a:srgbClr val="FF0000"/>
                  </a:solidFill>
                  <a:ea typeface="+mn-lt"/>
                  <a:cs typeface="Calibri" panose="020F0502020204030204"/>
                </a:rPr>
                <a:t>First landing zone</a:t>
              </a: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Expand the blueprint</a:t>
              </a: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Best practice Validation</a:t>
              </a:r>
            </a:p>
          </p:txBody>
        </p:sp>
        <p:sp>
          <p:nvSpPr>
            <p:cNvPr id="14" name="Rectangle: Rounded Corners 13">
              <a:extLst>
                <a:ext uri="{FF2B5EF4-FFF2-40B4-BE49-F238E27FC236}">
                  <a16:creationId xmlns:a16="http://schemas.microsoft.com/office/drawing/2014/main" id="{453BEB2F-B21D-423B-8E73-EF80C91F5539}"/>
                </a:ext>
                <a:ext uri="{C183D7F6-B498-43B3-948B-1728B52AA6E4}">
                  <adec:decorative xmlns:adec="http://schemas.microsoft.com/office/drawing/2017/decorative" val="1"/>
                </a:ext>
              </a:extLst>
            </p:cNvPr>
            <p:cNvSpPr/>
            <p:nvPr/>
          </p:nvSpPr>
          <p:spPr>
            <a:xfrm>
              <a:off x="3471598" y="1408807"/>
              <a:ext cx="2280155" cy="246512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15" name="TextBox 14">
              <a:extLst>
                <a:ext uri="{FF2B5EF4-FFF2-40B4-BE49-F238E27FC236}">
                  <a16:creationId xmlns:a16="http://schemas.microsoft.com/office/drawing/2014/main" id="{626C75A2-FC7E-4C8D-B717-A0C59FEE4CB2}"/>
                </a:ext>
              </a:extLst>
            </p:cNvPr>
            <p:cNvSpPr txBox="1"/>
            <p:nvPr/>
          </p:nvSpPr>
          <p:spPr>
            <a:xfrm>
              <a:off x="3462298" y="2014253"/>
              <a:ext cx="2347393"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914400">
                <a:defRPr/>
              </a:pPr>
              <a:r>
                <a:rPr lang="en-US" sz="1600" b="1" dirty="0">
                  <a:solidFill>
                    <a:srgbClr val="243A5E"/>
                  </a:solidFill>
                  <a:latin typeface="Segoe UI Semibold" panose="020B0702040204020203" pitchFamily="34" charset="0"/>
                  <a:ea typeface="+mn-lt"/>
                  <a:cs typeface="Segoe UI Semibold" panose="020B0702040204020203" pitchFamily="34" charset="0"/>
                </a:rPr>
                <a:t>Plan</a:t>
              </a:r>
            </a:p>
            <a:p>
              <a:pPr algn="ctr" defTabSz="914400">
                <a:defRPr/>
              </a:pPr>
              <a:endParaRPr lang="en-US" sz="1400" b="1" dirty="0">
                <a:solidFill>
                  <a:srgbClr val="243A5E"/>
                </a:solidFill>
                <a:latin typeface="Segoe UI Semibold" panose="020B0702040204020203" pitchFamily="34" charset="0"/>
                <a:ea typeface="+mn-lt"/>
                <a:cs typeface="Segoe UI Semibold" panose="020B0702040204020203" pitchFamily="34" charset="0"/>
              </a:endParaRPr>
            </a:p>
            <a:p>
              <a:pPr marL="171450" indent="-171450">
                <a:buFont typeface="Arial" panose="020B0604020202020204" pitchFamily="34" charset="0"/>
                <a:buChar char="•"/>
                <a:defRPr/>
              </a:pPr>
              <a:r>
                <a:rPr lang="en-US" sz="1200" dirty="0">
                  <a:solidFill>
                    <a:srgbClr val="FF0000"/>
                  </a:solidFill>
                  <a:ea typeface="+mn-lt"/>
                  <a:cs typeface="Calibri" panose="020F0502020204030204"/>
                </a:rPr>
                <a:t>Digital estate</a:t>
              </a: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Initial organization alignment</a:t>
              </a: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Skills readiness plan</a:t>
              </a:r>
            </a:p>
            <a:p>
              <a:pPr marL="171450" indent="-171450">
                <a:buFont typeface="Arial" panose="020B0604020202020204" pitchFamily="34" charset="0"/>
                <a:buChar char="•"/>
                <a:defRPr/>
              </a:pPr>
              <a:r>
                <a:rPr lang="en-US" sz="1200" dirty="0">
                  <a:solidFill>
                    <a:srgbClr val="000000">
                      <a:lumMod val="50000"/>
                    </a:srgbClr>
                  </a:solidFill>
                  <a:ea typeface="+mn-lt"/>
                  <a:cs typeface="Calibri" panose="020F0502020204030204"/>
                </a:rPr>
                <a:t>Cloud adoption plan</a:t>
              </a:r>
            </a:p>
          </p:txBody>
        </p:sp>
        <p:sp>
          <p:nvSpPr>
            <p:cNvPr id="17" name="Rectangle 16">
              <a:extLst>
                <a:ext uri="{FF2B5EF4-FFF2-40B4-BE49-F238E27FC236}">
                  <a16:creationId xmlns:a16="http://schemas.microsoft.com/office/drawing/2014/main" id="{3B075E2D-E867-448F-BEF0-A576D1ACE2BF}"/>
                </a:ext>
              </a:extLst>
            </p:cNvPr>
            <p:cNvSpPr/>
            <p:nvPr/>
          </p:nvSpPr>
          <p:spPr>
            <a:xfrm>
              <a:off x="8912790" y="1824615"/>
              <a:ext cx="2355005" cy="338554"/>
            </a:xfrm>
            <a:prstGeom prst="rect">
              <a:avLst/>
            </a:prstGeom>
          </p:spPr>
          <p:txBody>
            <a:bodyPr wrap="square" anchor="t">
              <a:spAutoFit/>
            </a:bodyPr>
            <a:lstStyle/>
            <a:p>
              <a:pPr algn="ctr" defTabSz="914400">
                <a:defRPr/>
              </a:pPr>
              <a:r>
                <a:rPr lang="en-US" sz="1600" b="1">
                  <a:solidFill>
                    <a:srgbClr val="243A5E"/>
                  </a:solidFill>
                  <a:latin typeface="Segoe UI Semibold" panose="020B0702040204020203" pitchFamily="34" charset="0"/>
                  <a:ea typeface="+mn-lt"/>
                  <a:cs typeface="Segoe UI Semibold" panose="020B0702040204020203" pitchFamily="34" charset="0"/>
                </a:rPr>
                <a:t>Adopt</a:t>
              </a:r>
            </a:p>
          </p:txBody>
        </p:sp>
        <p:sp>
          <p:nvSpPr>
            <p:cNvPr id="18" name="check 3">
              <a:extLst>
                <a:ext uri="{FF2B5EF4-FFF2-40B4-BE49-F238E27FC236}">
                  <a16:creationId xmlns:a16="http://schemas.microsoft.com/office/drawing/2014/main" id="{D4006038-A6A1-4202-9225-A8A9DDB4466F}"/>
                </a:ext>
                <a:ext uri="{C183D7F6-B498-43B3-948B-1728B52AA6E4}">
                  <adec:decorative xmlns:adec="http://schemas.microsoft.com/office/drawing/2017/decorative" val="1"/>
                </a:ext>
              </a:extLst>
            </p:cNvPr>
            <p:cNvSpPr>
              <a:spLocks noChangeAspect="1" noEditPoints="1"/>
            </p:cNvSpPr>
            <p:nvPr/>
          </p:nvSpPr>
          <p:spPr bwMode="auto">
            <a:xfrm>
              <a:off x="7170259" y="1568644"/>
              <a:ext cx="367893" cy="365760"/>
            </a:xfrm>
            <a:custGeom>
              <a:avLst/>
              <a:gdLst>
                <a:gd name="T0" fmla="*/ 250 w 250"/>
                <a:gd name="T1" fmla="*/ 125 h 250"/>
                <a:gd name="T2" fmla="*/ 125 w 250"/>
                <a:gd name="T3" fmla="*/ 250 h 250"/>
                <a:gd name="T4" fmla="*/ 0 w 250"/>
                <a:gd name="T5" fmla="*/ 125 h 250"/>
                <a:gd name="T6" fmla="*/ 125 w 250"/>
                <a:gd name="T7" fmla="*/ 0 h 250"/>
                <a:gd name="T8" fmla="*/ 250 w 250"/>
                <a:gd name="T9" fmla="*/ 125 h 250"/>
                <a:gd name="T10" fmla="*/ 60 w 250"/>
                <a:gd name="T11" fmla="*/ 125 h 250"/>
                <a:gd name="T12" fmla="*/ 100 w 250"/>
                <a:gd name="T13" fmla="*/ 165 h 250"/>
                <a:gd name="T14" fmla="*/ 190 w 250"/>
                <a:gd name="T15" fmla="*/ 74 h 25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50" h="250">
                  <a:moveTo>
                    <a:pt x="250" y="125"/>
                  </a:moveTo>
                  <a:cubicBezTo>
                    <a:pt x="250" y="194"/>
                    <a:pt x="194" y="250"/>
                    <a:pt x="125" y="250"/>
                  </a:cubicBezTo>
                  <a:cubicBezTo>
                    <a:pt x="56" y="250"/>
                    <a:pt x="0" y="194"/>
                    <a:pt x="0" y="125"/>
                  </a:cubicBezTo>
                  <a:cubicBezTo>
                    <a:pt x="0" y="56"/>
                    <a:pt x="56" y="0"/>
                    <a:pt x="125" y="0"/>
                  </a:cubicBezTo>
                  <a:cubicBezTo>
                    <a:pt x="194" y="0"/>
                    <a:pt x="250" y="56"/>
                    <a:pt x="250" y="125"/>
                  </a:cubicBezTo>
                  <a:close/>
                  <a:moveTo>
                    <a:pt x="60" y="125"/>
                  </a:moveTo>
                  <a:cubicBezTo>
                    <a:pt x="100" y="165"/>
                    <a:pt x="100" y="165"/>
                    <a:pt x="100" y="165"/>
                  </a:cubicBezTo>
                  <a:cubicBezTo>
                    <a:pt x="190" y="74"/>
                    <a:pt x="190" y="74"/>
                    <a:pt x="190" y="74"/>
                  </a:cubicBezTo>
                </a:path>
              </a:pathLst>
            </a:custGeom>
            <a:noFill/>
            <a:ln w="19050" cap="sq">
              <a:solidFill>
                <a:srgbClr val="243A5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19" name="BulletedList_E8FD">
              <a:extLst>
                <a:ext uri="{FF2B5EF4-FFF2-40B4-BE49-F238E27FC236}">
                  <a16:creationId xmlns:a16="http://schemas.microsoft.com/office/drawing/2014/main" id="{A7F2950E-0A29-4FC0-8AB2-754A69CC1D57}"/>
                </a:ext>
                <a:ext uri="{C183D7F6-B498-43B3-948B-1728B52AA6E4}">
                  <adec:decorative xmlns:adec="http://schemas.microsoft.com/office/drawing/2017/decorative" val="1"/>
                </a:ext>
              </a:extLst>
            </p:cNvPr>
            <p:cNvSpPr>
              <a:spLocks noChangeAspect="1" noEditPoints="1"/>
            </p:cNvSpPr>
            <p:nvPr/>
          </p:nvSpPr>
          <p:spPr bwMode="auto">
            <a:xfrm>
              <a:off x="4430015" y="1622839"/>
              <a:ext cx="363321" cy="257370"/>
            </a:xfrm>
            <a:custGeom>
              <a:avLst/>
              <a:gdLst>
                <a:gd name="T0" fmla="*/ 1321 w 7040"/>
                <a:gd name="T1" fmla="*/ 0 h 3963"/>
                <a:gd name="T2" fmla="*/ 7040 w 7040"/>
                <a:gd name="T3" fmla="*/ 0 h 3963"/>
                <a:gd name="T4" fmla="*/ 0 w 7040"/>
                <a:gd name="T5" fmla="*/ 0 h 3963"/>
                <a:gd name="T6" fmla="*/ 442 w 7040"/>
                <a:gd name="T7" fmla="*/ 0 h 3963"/>
                <a:gd name="T8" fmla="*/ 1321 w 7040"/>
                <a:gd name="T9" fmla="*/ 1321 h 3963"/>
                <a:gd name="T10" fmla="*/ 7040 w 7040"/>
                <a:gd name="T11" fmla="*/ 1321 h 3963"/>
                <a:gd name="T12" fmla="*/ 0 w 7040"/>
                <a:gd name="T13" fmla="*/ 1321 h 3963"/>
                <a:gd name="T14" fmla="*/ 442 w 7040"/>
                <a:gd name="T15" fmla="*/ 1321 h 3963"/>
                <a:gd name="T16" fmla="*/ 1321 w 7040"/>
                <a:gd name="T17" fmla="*/ 2643 h 3963"/>
                <a:gd name="T18" fmla="*/ 7040 w 7040"/>
                <a:gd name="T19" fmla="*/ 2643 h 3963"/>
                <a:gd name="T20" fmla="*/ 0 w 7040"/>
                <a:gd name="T21" fmla="*/ 2643 h 3963"/>
                <a:gd name="T22" fmla="*/ 442 w 7040"/>
                <a:gd name="T23" fmla="*/ 2643 h 3963"/>
                <a:gd name="T24" fmla="*/ 1321 w 7040"/>
                <a:gd name="T25" fmla="*/ 3963 h 3963"/>
                <a:gd name="T26" fmla="*/ 7040 w 7040"/>
                <a:gd name="T27" fmla="*/ 3963 h 3963"/>
                <a:gd name="T28" fmla="*/ 0 w 7040"/>
                <a:gd name="T29" fmla="*/ 3963 h 3963"/>
                <a:gd name="T30" fmla="*/ 442 w 7040"/>
                <a:gd name="T31" fmla="*/ 3963 h 39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040" h="3963">
                  <a:moveTo>
                    <a:pt x="1321" y="0"/>
                  </a:moveTo>
                  <a:lnTo>
                    <a:pt x="7040" y="0"/>
                  </a:lnTo>
                  <a:moveTo>
                    <a:pt x="0" y="0"/>
                  </a:moveTo>
                  <a:lnTo>
                    <a:pt x="442" y="0"/>
                  </a:lnTo>
                  <a:moveTo>
                    <a:pt x="1321" y="1321"/>
                  </a:moveTo>
                  <a:lnTo>
                    <a:pt x="7040" y="1321"/>
                  </a:lnTo>
                  <a:moveTo>
                    <a:pt x="0" y="1321"/>
                  </a:moveTo>
                  <a:lnTo>
                    <a:pt x="442" y="1321"/>
                  </a:lnTo>
                  <a:moveTo>
                    <a:pt x="1321" y="2643"/>
                  </a:moveTo>
                  <a:lnTo>
                    <a:pt x="7040" y="2643"/>
                  </a:lnTo>
                  <a:moveTo>
                    <a:pt x="0" y="2643"/>
                  </a:moveTo>
                  <a:lnTo>
                    <a:pt x="442" y="2643"/>
                  </a:lnTo>
                  <a:moveTo>
                    <a:pt x="1321" y="3963"/>
                  </a:moveTo>
                  <a:lnTo>
                    <a:pt x="7040" y="3963"/>
                  </a:lnTo>
                  <a:moveTo>
                    <a:pt x="0" y="3963"/>
                  </a:moveTo>
                  <a:lnTo>
                    <a:pt x="442" y="3963"/>
                  </a:lnTo>
                </a:path>
              </a:pathLst>
            </a:custGeom>
            <a:noFill/>
            <a:ln w="19050" cap="flat">
              <a:solidFill>
                <a:srgbClr val="243A5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0" name="arrow_3">
              <a:extLst>
                <a:ext uri="{FF2B5EF4-FFF2-40B4-BE49-F238E27FC236}">
                  <a16:creationId xmlns:a16="http://schemas.microsoft.com/office/drawing/2014/main" id="{9052DF25-402C-47BB-8E64-78A94343DCEB}"/>
                </a:ext>
                <a:ext uri="{C183D7F6-B498-43B3-948B-1728B52AA6E4}">
                  <adec:decorative xmlns:adec="http://schemas.microsoft.com/office/drawing/2017/decorative" val="1"/>
                </a:ext>
              </a:extLst>
            </p:cNvPr>
            <p:cNvSpPr>
              <a:spLocks noChangeAspect="1" noEditPoints="1"/>
            </p:cNvSpPr>
            <p:nvPr/>
          </p:nvSpPr>
          <p:spPr bwMode="auto">
            <a:xfrm>
              <a:off x="10010454" y="1563225"/>
              <a:ext cx="159678" cy="274998"/>
            </a:xfrm>
            <a:custGeom>
              <a:avLst/>
              <a:gdLst>
                <a:gd name="T0" fmla="*/ 144 w 144"/>
                <a:gd name="T1" fmla="*/ 132 h 248"/>
                <a:gd name="T2" fmla="*/ 72 w 144"/>
                <a:gd name="T3" fmla="*/ 203 h 248"/>
                <a:gd name="T4" fmla="*/ 0 w 144"/>
                <a:gd name="T5" fmla="*/ 132 h 248"/>
                <a:gd name="T6" fmla="*/ 72 w 144"/>
                <a:gd name="T7" fmla="*/ 203 h 248"/>
                <a:gd name="T8" fmla="*/ 72 w 144"/>
                <a:gd name="T9" fmla="*/ 0 h 248"/>
                <a:gd name="T10" fmla="*/ 0 w 144"/>
                <a:gd name="T11" fmla="*/ 248 h 248"/>
                <a:gd name="T12" fmla="*/ 144 w 144"/>
                <a:gd name="T13" fmla="*/ 248 h 248"/>
              </a:gdLst>
              <a:ahLst/>
              <a:cxnLst>
                <a:cxn ang="0">
                  <a:pos x="T0" y="T1"/>
                </a:cxn>
                <a:cxn ang="0">
                  <a:pos x="T2" y="T3"/>
                </a:cxn>
                <a:cxn ang="0">
                  <a:pos x="T4" y="T5"/>
                </a:cxn>
                <a:cxn ang="0">
                  <a:pos x="T6" y="T7"/>
                </a:cxn>
                <a:cxn ang="0">
                  <a:pos x="T8" y="T9"/>
                </a:cxn>
                <a:cxn ang="0">
                  <a:pos x="T10" y="T11"/>
                </a:cxn>
                <a:cxn ang="0">
                  <a:pos x="T12" y="T13"/>
                </a:cxn>
              </a:cxnLst>
              <a:rect l="0" t="0" r="r" b="b"/>
              <a:pathLst>
                <a:path w="144" h="248">
                  <a:moveTo>
                    <a:pt x="144" y="132"/>
                  </a:moveTo>
                  <a:lnTo>
                    <a:pt x="72" y="203"/>
                  </a:lnTo>
                  <a:lnTo>
                    <a:pt x="0" y="132"/>
                  </a:lnTo>
                  <a:moveTo>
                    <a:pt x="72" y="203"/>
                  </a:moveTo>
                  <a:lnTo>
                    <a:pt x="72" y="0"/>
                  </a:lnTo>
                  <a:moveTo>
                    <a:pt x="0" y="248"/>
                  </a:moveTo>
                  <a:lnTo>
                    <a:pt x="144" y="248"/>
                  </a:lnTo>
                </a:path>
              </a:pathLst>
            </a:custGeom>
            <a:noFill/>
            <a:ln w="19050" cap="sq">
              <a:solidFill>
                <a:srgbClr val="243A5E"/>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endParaRPr>
            </a:p>
          </p:txBody>
        </p:sp>
        <p:sp>
          <p:nvSpPr>
            <p:cNvPr id="21" name="Rectangle: Rounded Corners 20">
              <a:extLst>
                <a:ext uri="{FF2B5EF4-FFF2-40B4-BE49-F238E27FC236}">
                  <a16:creationId xmlns:a16="http://schemas.microsoft.com/office/drawing/2014/main" id="{094C4787-4B51-4118-99BD-9EE988004554}"/>
                </a:ext>
                <a:ext uri="{C183D7F6-B498-43B3-948B-1728B52AA6E4}">
                  <adec:decorative xmlns:adec="http://schemas.microsoft.com/office/drawing/2017/decorative" val="1"/>
                </a:ext>
              </a:extLst>
            </p:cNvPr>
            <p:cNvSpPr/>
            <p:nvPr/>
          </p:nvSpPr>
          <p:spPr>
            <a:xfrm>
              <a:off x="707340" y="1408807"/>
              <a:ext cx="2280155" cy="246512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22" name="TextBox 21">
              <a:extLst>
                <a:ext uri="{FF2B5EF4-FFF2-40B4-BE49-F238E27FC236}">
                  <a16:creationId xmlns:a16="http://schemas.microsoft.com/office/drawing/2014/main" id="{6D627CE2-33EE-4691-B67D-FDF8AC4DC563}"/>
                </a:ext>
              </a:extLst>
            </p:cNvPr>
            <p:cNvSpPr txBox="1"/>
            <p:nvPr/>
          </p:nvSpPr>
          <p:spPr>
            <a:xfrm>
              <a:off x="738334" y="2014253"/>
              <a:ext cx="2211913" cy="12926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600" b="1" i="0" u="none" strike="noStrike" kern="0" cap="none" spc="0" normalizeH="0" baseline="0" noProof="0" dirty="0">
                  <a:ln>
                    <a:noFill/>
                  </a:ln>
                  <a:solidFill>
                    <a:srgbClr val="243A5E"/>
                  </a:solidFill>
                  <a:effectLst/>
                  <a:uLnTx/>
                  <a:uFillTx/>
                  <a:latin typeface="Segoe UI Semibold"/>
                  <a:ea typeface="+mn-lt"/>
                  <a:cs typeface="Segoe UI Semibold"/>
                </a:rPr>
                <a:t>Define Strategy</a:t>
              </a:r>
              <a:endParaRPr kumimoji="0" lang="en-US" sz="1600" b="1" i="0" u="none" strike="noStrike" kern="0" cap="none" spc="0" normalizeH="0" baseline="0" noProof="0" dirty="0">
                <a:ln>
                  <a:noFill/>
                </a:ln>
                <a:solidFill>
                  <a:srgbClr val="243A5E"/>
                </a:solidFill>
                <a:effectLst/>
                <a:uLnTx/>
                <a:uFillTx/>
                <a:latin typeface="Segoe UI Semibold" panose="020B0702040204020203" pitchFamily="34" charset="0"/>
                <a:ea typeface="+mn-lt"/>
                <a:cs typeface="Segoe UI Semibold" panose="020B07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400" b="1" i="0" u="none" strike="noStrike" kern="0" cap="none" spc="0" normalizeH="0" baseline="0" noProof="0" dirty="0">
                <a:ln>
                  <a:noFill/>
                </a:ln>
                <a:solidFill>
                  <a:srgbClr val="243A5E"/>
                </a:solidFill>
                <a:effectLst/>
                <a:uLnTx/>
                <a:uFillTx/>
                <a:latin typeface="Segoe UI Semibold" panose="020B0702040204020203" pitchFamily="34" charset="0"/>
                <a:ea typeface="+mn-lt"/>
                <a:cs typeface="Segoe UI Semibold" panose="020B0702040204020203" pitchFamily="34" charset="0"/>
              </a:endParaRP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FF0000"/>
                  </a:solidFill>
                  <a:effectLst/>
                  <a:uLnTx/>
                  <a:uFillTx/>
                  <a:ea typeface="+mn-lt"/>
                  <a:cs typeface="Calibri" panose="020F0502020204030204"/>
                </a:rPr>
                <a:t>Understand motivations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FF0000"/>
                  </a:solidFill>
                  <a:effectLst/>
                  <a:uLnTx/>
                  <a:uFillTx/>
                  <a:ea typeface="+mn-lt"/>
                  <a:cs typeface="Calibri" panose="020F0502020204030204"/>
                </a:rPr>
                <a:t>Business outcomes</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lumMod val="50000"/>
                    </a:srgbClr>
                  </a:solidFill>
                  <a:effectLst/>
                  <a:uLnTx/>
                  <a:uFillTx/>
                  <a:ea typeface="+mn-lt"/>
                  <a:cs typeface="Calibri" panose="020F0502020204030204"/>
                </a:rPr>
                <a:t>Business justification</a:t>
              </a:r>
            </a:p>
            <a:p>
              <a:pPr marL="171450" marR="0" lvl="0" indent="-171450" defTabSz="91440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0" cap="none" spc="0" normalizeH="0" baseline="0" noProof="0" dirty="0">
                  <a:ln>
                    <a:noFill/>
                  </a:ln>
                  <a:solidFill>
                    <a:srgbClr val="000000">
                      <a:lumMod val="50000"/>
                    </a:srgbClr>
                  </a:solidFill>
                  <a:effectLst/>
                  <a:uLnTx/>
                  <a:uFillTx/>
                  <a:ea typeface="+mn-lt"/>
                  <a:cs typeface="Calibri" panose="020F0502020204030204"/>
                </a:rPr>
                <a:t>Prioritize project</a:t>
              </a:r>
              <a:endParaRPr kumimoji="0" lang="en-US" sz="1200" b="0" i="0" u="none" strike="noStrike" kern="0" cap="none" spc="0" normalizeH="0" baseline="0" noProof="0" dirty="0">
                <a:ln>
                  <a:noFill/>
                </a:ln>
                <a:solidFill>
                  <a:srgbClr val="000000"/>
                </a:solidFill>
                <a:effectLst/>
                <a:uLnTx/>
                <a:uFillTx/>
              </a:endParaRPr>
            </a:p>
          </p:txBody>
        </p:sp>
        <p:sp>
          <p:nvSpPr>
            <p:cNvPr id="23" name="plan">
              <a:extLst>
                <a:ext uri="{FF2B5EF4-FFF2-40B4-BE49-F238E27FC236}">
                  <a16:creationId xmlns:a16="http://schemas.microsoft.com/office/drawing/2014/main" id="{9325B829-7C44-4998-B7D7-D0245D077D78}"/>
                </a:ext>
                <a:ext uri="{C183D7F6-B498-43B3-948B-1728B52AA6E4}">
                  <adec:decorative xmlns:adec="http://schemas.microsoft.com/office/drawing/2017/decorative" val="1"/>
                </a:ext>
              </a:extLst>
            </p:cNvPr>
            <p:cNvSpPr>
              <a:spLocks noChangeAspect="1" noEditPoints="1"/>
            </p:cNvSpPr>
            <p:nvPr/>
          </p:nvSpPr>
          <p:spPr bwMode="auto">
            <a:xfrm>
              <a:off x="1683398" y="1586859"/>
              <a:ext cx="328039" cy="329330"/>
            </a:xfrm>
            <a:custGeom>
              <a:avLst/>
              <a:gdLst>
                <a:gd name="T0" fmla="*/ 116 w 352"/>
                <a:gd name="T1" fmla="*/ 117 h 352"/>
                <a:gd name="T2" fmla="*/ 0 w 352"/>
                <a:gd name="T3" fmla="*/ 0 h 352"/>
                <a:gd name="T4" fmla="*/ 116 w 352"/>
                <a:gd name="T5" fmla="*/ 0 h 352"/>
                <a:gd name="T6" fmla="*/ 0 w 352"/>
                <a:gd name="T7" fmla="*/ 117 h 352"/>
                <a:gd name="T8" fmla="*/ 352 w 352"/>
                <a:gd name="T9" fmla="*/ 352 h 352"/>
                <a:gd name="T10" fmla="*/ 235 w 352"/>
                <a:gd name="T11" fmla="*/ 236 h 352"/>
                <a:gd name="T12" fmla="*/ 352 w 352"/>
                <a:gd name="T13" fmla="*/ 236 h 352"/>
                <a:gd name="T14" fmla="*/ 235 w 352"/>
                <a:gd name="T15" fmla="*/ 352 h 352"/>
                <a:gd name="T16" fmla="*/ 66 w 352"/>
                <a:gd name="T17" fmla="*/ 218 h 352"/>
                <a:gd name="T18" fmla="*/ 2 w 352"/>
                <a:gd name="T19" fmla="*/ 282 h 352"/>
                <a:gd name="T20" fmla="*/ 66 w 352"/>
                <a:gd name="T21" fmla="*/ 347 h 352"/>
                <a:gd name="T22" fmla="*/ 130 w 352"/>
                <a:gd name="T23" fmla="*/ 282 h 352"/>
                <a:gd name="T24" fmla="*/ 66 w 352"/>
                <a:gd name="T25" fmla="*/ 218 h 352"/>
                <a:gd name="T26" fmla="*/ 113 w 352"/>
                <a:gd name="T27" fmla="*/ 239 h 352"/>
                <a:gd name="T28" fmla="*/ 345 w 352"/>
                <a:gd name="T29" fmla="*/ 8 h 352"/>
                <a:gd name="T30" fmla="*/ 345 w 352"/>
                <a:gd name="T31" fmla="*/ 83 h 352"/>
                <a:gd name="T32" fmla="*/ 345 w 352"/>
                <a:gd name="T33" fmla="*/ 7 h 352"/>
                <a:gd name="T34" fmla="*/ 269 w 352"/>
                <a:gd name="T35" fmla="*/ 7 h 3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2" h="352">
                  <a:moveTo>
                    <a:pt x="116" y="117"/>
                  </a:moveTo>
                  <a:cubicBezTo>
                    <a:pt x="0" y="0"/>
                    <a:pt x="0" y="0"/>
                    <a:pt x="0" y="0"/>
                  </a:cubicBezTo>
                  <a:moveTo>
                    <a:pt x="116" y="0"/>
                  </a:moveTo>
                  <a:cubicBezTo>
                    <a:pt x="0" y="117"/>
                    <a:pt x="0" y="117"/>
                    <a:pt x="0" y="117"/>
                  </a:cubicBezTo>
                  <a:moveTo>
                    <a:pt x="352" y="352"/>
                  </a:moveTo>
                  <a:cubicBezTo>
                    <a:pt x="235" y="236"/>
                    <a:pt x="235" y="236"/>
                    <a:pt x="235" y="236"/>
                  </a:cubicBezTo>
                  <a:moveTo>
                    <a:pt x="352" y="236"/>
                  </a:moveTo>
                  <a:cubicBezTo>
                    <a:pt x="235" y="352"/>
                    <a:pt x="235" y="352"/>
                    <a:pt x="235" y="352"/>
                  </a:cubicBezTo>
                  <a:moveTo>
                    <a:pt x="66" y="218"/>
                  </a:moveTo>
                  <a:cubicBezTo>
                    <a:pt x="30" y="218"/>
                    <a:pt x="2" y="247"/>
                    <a:pt x="2" y="282"/>
                  </a:cubicBezTo>
                  <a:cubicBezTo>
                    <a:pt x="2" y="318"/>
                    <a:pt x="30" y="347"/>
                    <a:pt x="66" y="347"/>
                  </a:cubicBezTo>
                  <a:cubicBezTo>
                    <a:pt x="101" y="347"/>
                    <a:pt x="130" y="318"/>
                    <a:pt x="130" y="282"/>
                  </a:cubicBezTo>
                  <a:cubicBezTo>
                    <a:pt x="130" y="247"/>
                    <a:pt x="101" y="218"/>
                    <a:pt x="66" y="218"/>
                  </a:cubicBezTo>
                  <a:close/>
                  <a:moveTo>
                    <a:pt x="113" y="239"/>
                  </a:moveTo>
                  <a:cubicBezTo>
                    <a:pt x="345" y="8"/>
                    <a:pt x="345" y="8"/>
                    <a:pt x="345" y="8"/>
                  </a:cubicBezTo>
                  <a:moveTo>
                    <a:pt x="345" y="83"/>
                  </a:moveTo>
                  <a:cubicBezTo>
                    <a:pt x="345" y="7"/>
                    <a:pt x="345" y="7"/>
                    <a:pt x="345" y="7"/>
                  </a:cubicBezTo>
                  <a:cubicBezTo>
                    <a:pt x="269" y="7"/>
                    <a:pt x="269" y="7"/>
                    <a:pt x="269" y="7"/>
                  </a:cubicBezTo>
                </a:path>
              </a:pathLst>
            </a:custGeom>
            <a:noFill/>
            <a:ln w="19050" cap="sq">
              <a:solidFill>
                <a:srgbClr val="243A5E"/>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gradFill>
                  <a:gsLst>
                    <a:gs pos="0">
                      <a:srgbClr val="505050"/>
                    </a:gs>
                    <a:gs pos="100000">
                      <a:srgbClr val="505050"/>
                    </a:gs>
                  </a:gsLst>
                  <a:lin ang="5400000" scaled="1"/>
                </a:gradFill>
                <a:effectLst/>
                <a:uLnTx/>
                <a:uFillTx/>
              </a:endParaRPr>
            </a:p>
          </p:txBody>
        </p:sp>
        <p:sp>
          <p:nvSpPr>
            <p:cNvPr id="24" name="Rectangle: Rounded Corners 23">
              <a:extLst>
                <a:ext uri="{FF2B5EF4-FFF2-40B4-BE49-F238E27FC236}">
                  <a16:creationId xmlns:a16="http://schemas.microsoft.com/office/drawing/2014/main" id="{742C3197-E54B-4208-9E35-3DD39A38F9F3}"/>
                </a:ext>
                <a:ext uri="{C183D7F6-B498-43B3-948B-1728B52AA6E4}">
                  <adec:decorative xmlns:adec="http://schemas.microsoft.com/office/drawing/2017/decorative" val="1"/>
                </a:ext>
              </a:extLst>
            </p:cNvPr>
            <p:cNvSpPr/>
            <p:nvPr/>
          </p:nvSpPr>
          <p:spPr>
            <a:xfrm>
              <a:off x="4869461" y="4231488"/>
              <a:ext cx="5016084" cy="1677315"/>
            </a:xfrm>
            <a:prstGeom prst="roundRect">
              <a:avLst>
                <a:gd name="adj" fmla="val 2546"/>
              </a:avLst>
            </a:prstGeom>
            <a:solidFill>
              <a:srgbClr val="FFFFFF"/>
            </a:solidFill>
            <a:ln w="25400" cap="flat" cmpd="sng" algn="ctr">
              <a:solidFill>
                <a:srgbClr val="243A5E"/>
              </a:solidFill>
              <a:prstDash val="dash"/>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25" name="Rectangle: Rounded Corners 24">
              <a:extLst>
                <a:ext uri="{FF2B5EF4-FFF2-40B4-BE49-F238E27FC236}">
                  <a16:creationId xmlns:a16="http://schemas.microsoft.com/office/drawing/2014/main" id="{4E876A41-769C-4A62-929B-E677AE3ED18B}"/>
                </a:ext>
                <a:ext uri="{C183D7F6-B498-43B3-948B-1728B52AA6E4}">
                  <adec:decorative xmlns:adec="http://schemas.microsoft.com/office/drawing/2017/decorative" val="1"/>
                </a:ext>
              </a:extLst>
            </p:cNvPr>
            <p:cNvSpPr/>
            <p:nvPr/>
          </p:nvSpPr>
          <p:spPr>
            <a:xfrm>
              <a:off x="7457715" y="4357443"/>
              <a:ext cx="2280155" cy="142540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26" name="TextBox 25">
              <a:extLst>
                <a:ext uri="{FF2B5EF4-FFF2-40B4-BE49-F238E27FC236}">
                  <a16:creationId xmlns:a16="http://schemas.microsoft.com/office/drawing/2014/main" id="{49806DE2-8E40-43C6-ABA8-4A9AE9F3DA0B}"/>
                </a:ext>
              </a:extLst>
            </p:cNvPr>
            <p:cNvSpPr txBox="1"/>
            <p:nvPr/>
          </p:nvSpPr>
          <p:spPr>
            <a:xfrm>
              <a:off x="7464181" y="4974887"/>
              <a:ext cx="2267222" cy="79560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914400">
                <a:defRPr/>
              </a:pPr>
              <a:r>
                <a:rPr lang="en-US" sz="1600" b="1">
                  <a:solidFill>
                    <a:srgbClr val="243A5E"/>
                  </a:solidFill>
                  <a:latin typeface="Segoe UI Semibold" panose="020B0702040204020203" pitchFamily="34" charset="0"/>
                  <a:ea typeface="+mn-lt"/>
                  <a:cs typeface="Segoe UI Semibold" panose="020B0702040204020203" pitchFamily="34" charset="0"/>
                </a:rPr>
                <a:t>Manage</a:t>
              </a:r>
            </a:p>
            <a:p>
              <a:pPr algn="ctr">
                <a:lnSpc>
                  <a:spcPct val="90000"/>
                </a:lnSpc>
                <a:defRPr/>
              </a:pPr>
              <a:r>
                <a:rPr lang="en-US" sz="1100">
                  <a:solidFill>
                    <a:srgbClr val="000000"/>
                  </a:solidFill>
                  <a:ea typeface="+mn-lt"/>
                  <a:cs typeface="Segoe UI" panose="020B0502040204020203" pitchFamily="34" charset="0"/>
                </a:rPr>
                <a:t>Business commitments</a:t>
              </a:r>
            </a:p>
            <a:p>
              <a:pPr algn="ctr">
                <a:lnSpc>
                  <a:spcPct val="90000"/>
                </a:lnSpc>
                <a:defRPr/>
              </a:pPr>
              <a:r>
                <a:rPr lang="en-US" sz="1100">
                  <a:solidFill>
                    <a:srgbClr val="000000"/>
                  </a:solidFill>
                  <a:ea typeface="+mn-lt"/>
                  <a:cs typeface="Segoe UI" panose="020B0502040204020203" pitchFamily="34" charset="0"/>
                </a:rPr>
                <a:t>operations baseline •</a:t>
              </a:r>
              <a:br>
                <a:rPr lang="en-US" sz="1100">
                  <a:solidFill>
                    <a:srgbClr val="000000"/>
                  </a:solidFill>
                  <a:ea typeface="+mn-lt"/>
                  <a:cs typeface="Segoe UI" panose="020B0502040204020203" pitchFamily="34" charset="0"/>
                </a:rPr>
              </a:br>
              <a:r>
                <a:rPr lang="en-US" sz="1100">
                  <a:solidFill>
                    <a:srgbClr val="000000"/>
                  </a:solidFill>
                  <a:ea typeface="+mn-lt"/>
                  <a:cs typeface="Segoe UI" panose="020B0502040204020203" pitchFamily="34" charset="0"/>
                </a:rPr>
                <a:t>Ops maturity</a:t>
              </a:r>
            </a:p>
          </p:txBody>
        </p:sp>
        <p:sp>
          <p:nvSpPr>
            <p:cNvPr id="27" name="Trackers_EADF_bidi">
              <a:extLst>
                <a:ext uri="{FF2B5EF4-FFF2-40B4-BE49-F238E27FC236}">
                  <a16:creationId xmlns:a16="http://schemas.microsoft.com/office/drawing/2014/main" id="{C3D89622-D295-41D6-A4EE-9018C8B94845}"/>
                </a:ext>
                <a:ext uri="{C183D7F6-B498-43B3-948B-1728B52AA6E4}">
                  <adec:decorative xmlns:adec="http://schemas.microsoft.com/office/drawing/2017/decorative" val="1"/>
                </a:ext>
              </a:extLst>
            </p:cNvPr>
            <p:cNvSpPr>
              <a:spLocks noChangeAspect="1" noEditPoints="1"/>
            </p:cNvSpPr>
            <p:nvPr/>
          </p:nvSpPr>
          <p:spPr bwMode="auto">
            <a:xfrm>
              <a:off x="8465876" y="4520267"/>
              <a:ext cx="263832" cy="359746"/>
            </a:xfrm>
            <a:custGeom>
              <a:avLst/>
              <a:gdLst>
                <a:gd name="T0" fmla="*/ 1000 w 2750"/>
                <a:gd name="T1" fmla="*/ 375 h 3750"/>
                <a:gd name="T2" fmla="*/ 1375 w 2750"/>
                <a:gd name="T3" fmla="*/ 0 h 3750"/>
                <a:gd name="T4" fmla="*/ 1750 w 2750"/>
                <a:gd name="T5" fmla="*/ 375 h 3750"/>
                <a:gd name="T6" fmla="*/ 1750 w 2750"/>
                <a:gd name="T7" fmla="*/ 500 h 3750"/>
                <a:gd name="T8" fmla="*/ 2250 w 2750"/>
                <a:gd name="T9" fmla="*/ 500 h 3750"/>
                <a:gd name="T10" fmla="*/ 2250 w 2750"/>
                <a:gd name="T11" fmla="*/ 1000 h 3750"/>
                <a:gd name="T12" fmla="*/ 500 w 2750"/>
                <a:gd name="T13" fmla="*/ 1000 h 3750"/>
                <a:gd name="T14" fmla="*/ 500 w 2750"/>
                <a:gd name="T15" fmla="*/ 500 h 3750"/>
                <a:gd name="T16" fmla="*/ 1000 w 2750"/>
                <a:gd name="T17" fmla="*/ 500 h 3750"/>
                <a:gd name="T18" fmla="*/ 1000 w 2750"/>
                <a:gd name="T19" fmla="*/ 375 h 3750"/>
                <a:gd name="T20" fmla="*/ 500 w 2750"/>
                <a:gd name="T21" fmla="*/ 500 h 3750"/>
                <a:gd name="T22" fmla="*/ 0 w 2750"/>
                <a:gd name="T23" fmla="*/ 500 h 3750"/>
                <a:gd name="T24" fmla="*/ 0 w 2750"/>
                <a:gd name="T25" fmla="*/ 3750 h 3750"/>
                <a:gd name="T26" fmla="*/ 2750 w 2750"/>
                <a:gd name="T27" fmla="*/ 3750 h 3750"/>
                <a:gd name="T28" fmla="*/ 2750 w 2750"/>
                <a:gd name="T29" fmla="*/ 500 h 3750"/>
                <a:gd name="T30" fmla="*/ 2250 w 2750"/>
                <a:gd name="T31" fmla="*/ 500 h 3750"/>
                <a:gd name="T32" fmla="*/ 500 w 2750"/>
                <a:gd name="T33" fmla="*/ 1750 h 3750"/>
                <a:gd name="T34" fmla="*/ 1500 w 2750"/>
                <a:gd name="T35" fmla="*/ 1750 h 3750"/>
                <a:gd name="T36" fmla="*/ 1500 w 2750"/>
                <a:gd name="T37" fmla="*/ 2500 h 3750"/>
                <a:gd name="T38" fmla="*/ 500 w 2750"/>
                <a:gd name="T39" fmla="*/ 2500 h 3750"/>
                <a:gd name="T40" fmla="*/ 1500 w 2750"/>
                <a:gd name="T41" fmla="*/ 3250 h 3750"/>
                <a:gd name="T42" fmla="*/ 500 w 2750"/>
                <a:gd name="T43" fmla="*/ 3250 h 3750"/>
                <a:gd name="T44" fmla="*/ 1750 w 2750"/>
                <a:gd name="T45" fmla="*/ 1500 h 3750"/>
                <a:gd name="T46" fmla="*/ 2000 w 2750"/>
                <a:gd name="T47" fmla="*/ 1750 h 3750"/>
                <a:gd name="T48" fmla="*/ 2375 w 2750"/>
                <a:gd name="T49" fmla="*/ 1375 h 3750"/>
                <a:gd name="T50" fmla="*/ 1750 w 2750"/>
                <a:gd name="T51" fmla="*/ 2250 h 3750"/>
                <a:gd name="T52" fmla="*/ 2000 w 2750"/>
                <a:gd name="T53" fmla="*/ 2500 h 3750"/>
                <a:gd name="T54" fmla="*/ 2375 w 2750"/>
                <a:gd name="T55" fmla="*/ 2125 h 3750"/>
                <a:gd name="T56" fmla="*/ 1750 w 2750"/>
                <a:gd name="T57" fmla="*/ 3000 h 3750"/>
                <a:gd name="T58" fmla="*/ 2000 w 2750"/>
                <a:gd name="T59" fmla="*/ 3250 h 3750"/>
                <a:gd name="T60" fmla="*/ 2375 w 2750"/>
                <a:gd name="T61" fmla="*/ 2875 h 37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750" h="3750">
                  <a:moveTo>
                    <a:pt x="1000" y="375"/>
                  </a:moveTo>
                  <a:cubicBezTo>
                    <a:pt x="1000" y="168"/>
                    <a:pt x="1168" y="0"/>
                    <a:pt x="1375" y="0"/>
                  </a:cubicBezTo>
                  <a:cubicBezTo>
                    <a:pt x="1582" y="0"/>
                    <a:pt x="1750" y="168"/>
                    <a:pt x="1750" y="375"/>
                  </a:cubicBezTo>
                  <a:cubicBezTo>
                    <a:pt x="1750" y="500"/>
                    <a:pt x="1750" y="500"/>
                    <a:pt x="1750" y="500"/>
                  </a:cubicBezTo>
                  <a:cubicBezTo>
                    <a:pt x="2250" y="500"/>
                    <a:pt x="2250" y="500"/>
                    <a:pt x="2250" y="500"/>
                  </a:cubicBezTo>
                  <a:cubicBezTo>
                    <a:pt x="2250" y="1000"/>
                    <a:pt x="2250" y="1000"/>
                    <a:pt x="2250" y="1000"/>
                  </a:cubicBezTo>
                  <a:cubicBezTo>
                    <a:pt x="500" y="1000"/>
                    <a:pt x="500" y="1000"/>
                    <a:pt x="500" y="1000"/>
                  </a:cubicBezTo>
                  <a:cubicBezTo>
                    <a:pt x="500" y="500"/>
                    <a:pt x="500" y="500"/>
                    <a:pt x="500" y="500"/>
                  </a:cubicBezTo>
                  <a:cubicBezTo>
                    <a:pt x="1000" y="500"/>
                    <a:pt x="1000" y="500"/>
                    <a:pt x="1000" y="500"/>
                  </a:cubicBezTo>
                  <a:lnTo>
                    <a:pt x="1000" y="375"/>
                  </a:lnTo>
                  <a:close/>
                  <a:moveTo>
                    <a:pt x="500" y="500"/>
                  </a:moveTo>
                  <a:cubicBezTo>
                    <a:pt x="0" y="500"/>
                    <a:pt x="0" y="500"/>
                    <a:pt x="0" y="500"/>
                  </a:cubicBezTo>
                  <a:cubicBezTo>
                    <a:pt x="0" y="3750"/>
                    <a:pt x="0" y="3750"/>
                    <a:pt x="0" y="3750"/>
                  </a:cubicBezTo>
                  <a:cubicBezTo>
                    <a:pt x="2750" y="3750"/>
                    <a:pt x="2750" y="3750"/>
                    <a:pt x="2750" y="3750"/>
                  </a:cubicBezTo>
                  <a:cubicBezTo>
                    <a:pt x="2750" y="500"/>
                    <a:pt x="2750" y="500"/>
                    <a:pt x="2750" y="500"/>
                  </a:cubicBezTo>
                  <a:cubicBezTo>
                    <a:pt x="2250" y="500"/>
                    <a:pt x="2250" y="500"/>
                    <a:pt x="2250" y="500"/>
                  </a:cubicBezTo>
                  <a:moveTo>
                    <a:pt x="500" y="1750"/>
                  </a:moveTo>
                  <a:cubicBezTo>
                    <a:pt x="1500" y="1750"/>
                    <a:pt x="1500" y="1750"/>
                    <a:pt x="1500" y="1750"/>
                  </a:cubicBezTo>
                  <a:moveTo>
                    <a:pt x="1500" y="2500"/>
                  </a:moveTo>
                  <a:cubicBezTo>
                    <a:pt x="500" y="2500"/>
                    <a:pt x="500" y="2500"/>
                    <a:pt x="500" y="2500"/>
                  </a:cubicBezTo>
                  <a:moveTo>
                    <a:pt x="1500" y="3250"/>
                  </a:moveTo>
                  <a:cubicBezTo>
                    <a:pt x="500" y="3250"/>
                    <a:pt x="500" y="3250"/>
                    <a:pt x="500" y="3250"/>
                  </a:cubicBezTo>
                  <a:moveTo>
                    <a:pt x="1750" y="1500"/>
                  </a:moveTo>
                  <a:cubicBezTo>
                    <a:pt x="2000" y="1750"/>
                    <a:pt x="2000" y="1750"/>
                    <a:pt x="2000" y="1750"/>
                  </a:cubicBezTo>
                  <a:cubicBezTo>
                    <a:pt x="2375" y="1375"/>
                    <a:pt x="2375" y="1375"/>
                    <a:pt x="2375" y="1375"/>
                  </a:cubicBezTo>
                  <a:moveTo>
                    <a:pt x="1750" y="2250"/>
                  </a:moveTo>
                  <a:cubicBezTo>
                    <a:pt x="2000" y="2500"/>
                    <a:pt x="2000" y="2500"/>
                    <a:pt x="2000" y="2500"/>
                  </a:cubicBezTo>
                  <a:cubicBezTo>
                    <a:pt x="2375" y="2125"/>
                    <a:pt x="2375" y="2125"/>
                    <a:pt x="2375" y="2125"/>
                  </a:cubicBezTo>
                  <a:moveTo>
                    <a:pt x="1750" y="3000"/>
                  </a:moveTo>
                  <a:cubicBezTo>
                    <a:pt x="2000" y="3250"/>
                    <a:pt x="2000" y="3250"/>
                    <a:pt x="2000" y="3250"/>
                  </a:cubicBezTo>
                  <a:cubicBezTo>
                    <a:pt x="2375" y="2875"/>
                    <a:pt x="2375" y="2875"/>
                    <a:pt x="2375" y="2875"/>
                  </a:cubicBezTo>
                </a:path>
              </a:pathLst>
            </a:custGeom>
            <a:noFill/>
            <a:ln w="19050" cap="flat">
              <a:solidFill>
                <a:srgbClr val="243A5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000000"/>
                </a:solidFill>
                <a:effectLst/>
                <a:uLnTx/>
                <a:uFillTx/>
              </a:endParaRPr>
            </a:p>
          </p:txBody>
        </p:sp>
        <p:sp>
          <p:nvSpPr>
            <p:cNvPr id="28" name="Rectangle: Rounded Corners 27">
              <a:extLst>
                <a:ext uri="{FF2B5EF4-FFF2-40B4-BE49-F238E27FC236}">
                  <a16:creationId xmlns:a16="http://schemas.microsoft.com/office/drawing/2014/main" id="{9FF7E73B-EBA9-4F62-B1A0-16609D96D1D7}"/>
                </a:ext>
                <a:ext uri="{C183D7F6-B498-43B3-948B-1728B52AA6E4}">
                  <adec:decorative xmlns:adec="http://schemas.microsoft.com/office/drawing/2017/decorative" val="1"/>
                </a:ext>
              </a:extLst>
            </p:cNvPr>
            <p:cNvSpPr/>
            <p:nvPr/>
          </p:nvSpPr>
          <p:spPr>
            <a:xfrm>
              <a:off x="5017136" y="4357443"/>
              <a:ext cx="2280155" cy="1425404"/>
            </a:xfrm>
            <a:prstGeom prst="roundRect">
              <a:avLst>
                <a:gd name="adj" fmla="val 2546"/>
              </a:avLst>
            </a:prstGeom>
            <a:solidFill>
              <a:srgbClr val="FFFFFF"/>
            </a:solidFill>
            <a:ln w="25400" cap="flat" cmpd="sng" algn="ctr">
              <a:solidFill>
                <a:srgbClr val="243A5E"/>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rgbClr val="FFFFFF"/>
                </a:solidFill>
                <a:effectLst/>
                <a:uLnTx/>
                <a:uFillTx/>
                <a:latin typeface="Segoe UI"/>
                <a:ea typeface="+mn-ea"/>
                <a:cs typeface="+mn-cs"/>
              </a:endParaRPr>
            </a:p>
          </p:txBody>
        </p:sp>
        <p:sp>
          <p:nvSpPr>
            <p:cNvPr id="29" name="TextBox 28">
              <a:extLst>
                <a:ext uri="{FF2B5EF4-FFF2-40B4-BE49-F238E27FC236}">
                  <a16:creationId xmlns:a16="http://schemas.microsoft.com/office/drawing/2014/main" id="{29444E99-C622-438C-98F3-D1C01C869B84}"/>
                </a:ext>
              </a:extLst>
            </p:cNvPr>
            <p:cNvSpPr txBox="1"/>
            <p:nvPr/>
          </p:nvSpPr>
          <p:spPr>
            <a:xfrm>
              <a:off x="5130804" y="4974887"/>
              <a:ext cx="2052818" cy="77098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defTabSz="914400">
                <a:lnSpc>
                  <a:spcPct val="90000"/>
                </a:lnSpc>
                <a:defRPr/>
              </a:pPr>
              <a:r>
                <a:rPr lang="en-US" sz="1600" b="1">
                  <a:solidFill>
                    <a:srgbClr val="243A5E"/>
                  </a:solidFill>
                  <a:latin typeface="Segoe UI Semibold" panose="020B0702040204020203" pitchFamily="34" charset="0"/>
                  <a:ea typeface="+mn-lt"/>
                  <a:cs typeface="Segoe UI Semibold" panose="020B0702040204020203" pitchFamily="34" charset="0"/>
                </a:rPr>
                <a:t>Govern</a:t>
              </a:r>
            </a:p>
            <a:p>
              <a:pPr algn="ctr">
                <a:lnSpc>
                  <a:spcPct val="90000"/>
                </a:lnSpc>
                <a:defRPr/>
              </a:pPr>
              <a:r>
                <a:rPr lang="en-US" sz="1100">
                  <a:solidFill>
                    <a:srgbClr val="000000"/>
                  </a:solidFill>
                  <a:ea typeface="+mn-lt"/>
                  <a:cs typeface="Segoe UI" panose="020B0502040204020203" pitchFamily="34" charset="0"/>
                </a:rPr>
                <a:t>Methodology • Benchmark</a:t>
              </a:r>
            </a:p>
            <a:p>
              <a:pPr algn="ctr">
                <a:lnSpc>
                  <a:spcPct val="90000"/>
                </a:lnSpc>
                <a:defRPr/>
              </a:pPr>
              <a:r>
                <a:rPr lang="en-US" sz="1100">
                  <a:solidFill>
                    <a:srgbClr val="000000"/>
                  </a:solidFill>
                  <a:ea typeface="+mn-lt"/>
                  <a:cs typeface="Segoe UI" panose="020B0502040204020203" pitchFamily="34" charset="0"/>
                </a:rPr>
                <a:t>initial best practice • Governance maturity</a:t>
              </a:r>
            </a:p>
          </p:txBody>
        </p:sp>
        <p:sp>
          <p:nvSpPr>
            <p:cNvPr id="30" name="Org_ECA6">
              <a:extLst>
                <a:ext uri="{FF2B5EF4-FFF2-40B4-BE49-F238E27FC236}">
                  <a16:creationId xmlns:a16="http://schemas.microsoft.com/office/drawing/2014/main" id="{CD9805DF-1FFC-4175-899B-9A33A494EB42}"/>
                </a:ext>
                <a:ext uri="{C183D7F6-B498-43B3-948B-1728B52AA6E4}">
                  <adec:decorative xmlns:adec="http://schemas.microsoft.com/office/drawing/2017/decorative" val="1"/>
                </a:ext>
              </a:extLst>
            </p:cNvPr>
            <p:cNvSpPr>
              <a:spLocks noChangeAspect="1" noEditPoints="1"/>
            </p:cNvSpPr>
            <p:nvPr/>
          </p:nvSpPr>
          <p:spPr bwMode="auto">
            <a:xfrm>
              <a:off x="5977428" y="4520267"/>
              <a:ext cx="359570" cy="359746"/>
            </a:xfrm>
            <a:custGeom>
              <a:avLst/>
              <a:gdLst>
                <a:gd name="T0" fmla="*/ 1177 w 4117"/>
                <a:gd name="T1" fmla="*/ 4119 h 4119"/>
                <a:gd name="T2" fmla="*/ 0 w 4117"/>
                <a:gd name="T3" fmla="*/ 4119 h 4119"/>
                <a:gd name="T4" fmla="*/ 0 w 4117"/>
                <a:gd name="T5" fmla="*/ 2942 h 4119"/>
                <a:gd name="T6" fmla="*/ 1177 w 4117"/>
                <a:gd name="T7" fmla="*/ 2942 h 4119"/>
                <a:gd name="T8" fmla="*/ 1177 w 4117"/>
                <a:gd name="T9" fmla="*/ 4119 h 4119"/>
                <a:gd name="T10" fmla="*/ 4117 w 4117"/>
                <a:gd name="T11" fmla="*/ 2942 h 4119"/>
                <a:gd name="T12" fmla="*/ 2941 w 4117"/>
                <a:gd name="T13" fmla="*/ 2942 h 4119"/>
                <a:gd name="T14" fmla="*/ 2941 w 4117"/>
                <a:gd name="T15" fmla="*/ 4119 h 4119"/>
                <a:gd name="T16" fmla="*/ 4117 w 4117"/>
                <a:gd name="T17" fmla="*/ 4119 h 4119"/>
                <a:gd name="T18" fmla="*/ 4117 w 4117"/>
                <a:gd name="T19" fmla="*/ 2942 h 4119"/>
                <a:gd name="T20" fmla="*/ 2647 w 4117"/>
                <a:gd name="T21" fmla="*/ 0 h 4119"/>
                <a:gd name="T22" fmla="*/ 1471 w 4117"/>
                <a:gd name="T23" fmla="*/ 0 h 4119"/>
                <a:gd name="T24" fmla="*/ 1471 w 4117"/>
                <a:gd name="T25" fmla="*/ 1177 h 4119"/>
                <a:gd name="T26" fmla="*/ 2647 w 4117"/>
                <a:gd name="T27" fmla="*/ 1177 h 4119"/>
                <a:gd name="T28" fmla="*/ 2647 w 4117"/>
                <a:gd name="T29" fmla="*/ 0 h 4119"/>
                <a:gd name="T30" fmla="*/ 2059 w 4117"/>
                <a:gd name="T31" fmla="*/ 1177 h 4119"/>
                <a:gd name="T32" fmla="*/ 2059 w 4117"/>
                <a:gd name="T33" fmla="*/ 2060 h 4119"/>
                <a:gd name="T34" fmla="*/ 3529 w 4117"/>
                <a:gd name="T35" fmla="*/ 2942 h 4119"/>
                <a:gd name="T36" fmla="*/ 3529 w 4117"/>
                <a:gd name="T37" fmla="*/ 2060 h 4119"/>
                <a:gd name="T38" fmla="*/ 588 w 4117"/>
                <a:gd name="T39" fmla="*/ 2060 h 4119"/>
                <a:gd name="T40" fmla="*/ 588 w 4117"/>
                <a:gd name="T41" fmla="*/ 2942 h 41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117" h="4119">
                  <a:moveTo>
                    <a:pt x="1177" y="4119"/>
                  </a:moveTo>
                  <a:lnTo>
                    <a:pt x="0" y="4119"/>
                  </a:lnTo>
                  <a:lnTo>
                    <a:pt x="0" y="2942"/>
                  </a:lnTo>
                  <a:lnTo>
                    <a:pt x="1177" y="2942"/>
                  </a:lnTo>
                  <a:lnTo>
                    <a:pt x="1177" y="4119"/>
                  </a:lnTo>
                  <a:moveTo>
                    <a:pt x="4117" y="2942"/>
                  </a:moveTo>
                  <a:lnTo>
                    <a:pt x="2941" y="2942"/>
                  </a:lnTo>
                  <a:lnTo>
                    <a:pt x="2941" y="4119"/>
                  </a:lnTo>
                  <a:lnTo>
                    <a:pt x="4117" y="4119"/>
                  </a:lnTo>
                  <a:lnTo>
                    <a:pt x="4117" y="2942"/>
                  </a:lnTo>
                  <a:moveTo>
                    <a:pt x="2647" y="0"/>
                  </a:moveTo>
                  <a:lnTo>
                    <a:pt x="1471" y="0"/>
                  </a:lnTo>
                  <a:lnTo>
                    <a:pt x="1471" y="1177"/>
                  </a:lnTo>
                  <a:lnTo>
                    <a:pt x="2647" y="1177"/>
                  </a:lnTo>
                  <a:lnTo>
                    <a:pt x="2647" y="0"/>
                  </a:lnTo>
                  <a:moveTo>
                    <a:pt x="2059" y="1177"/>
                  </a:moveTo>
                  <a:lnTo>
                    <a:pt x="2059" y="2060"/>
                  </a:lnTo>
                  <a:moveTo>
                    <a:pt x="3529" y="2942"/>
                  </a:moveTo>
                  <a:lnTo>
                    <a:pt x="3529" y="2060"/>
                  </a:lnTo>
                  <a:lnTo>
                    <a:pt x="588" y="2060"/>
                  </a:lnTo>
                  <a:lnTo>
                    <a:pt x="588" y="2942"/>
                  </a:lnTo>
                </a:path>
              </a:pathLst>
            </a:custGeom>
            <a:noFill/>
            <a:ln w="19050" cap="sq">
              <a:solidFill>
                <a:srgbClr val="243A5E"/>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endParaRPr>
            </a:p>
          </p:txBody>
        </p:sp>
        <p:sp>
          <p:nvSpPr>
            <p:cNvPr id="31" name="TextBox 30">
              <a:extLst>
                <a:ext uri="{FF2B5EF4-FFF2-40B4-BE49-F238E27FC236}">
                  <a16:creationId xmlns:a16="http://schemas.microsoft.com/office/drawing/2014/main" id="{58990A2E-2A20-4CB5-9C04-A42396138D68}"/>
                </a:ext>
              </a:extLst>
            </p:cNvPr>
            <p:cNvSpPr txBox="1"/>
            <p:nvPr/>
          </p:nvSpPr>
          <p:spPr>
            <a:xfrm>
              <a:off x="9417990" y="2094664"/>
              <a:ext cx="165032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400">
                <a:defRPr/>
              </a:pPr>
              <a:r>
                <a:rPr lang="en-US" sz="1200" b="1" dirty="0">
                  <a:solidFill>
                    <a:srgbClr val="243A5E"/>
                  </a:solidFill>
                  <a:latin typeface="Segoe UI Semibold" panose="020B0702040204020203" pitchFamily="34" charset="0"/>
                  <a:ea typeface="+mn-lt"/>
                  <a:cs typeface="Segoe UI Semibold" panose="020B0702040204020203" pitchFamily="34" charset="0"/>
                </a:rPr>
                <a:t>Migrate</a:t>
              </a:r>
            </a:p>
            <a:p>
              <a:pPr>
                <a:defRPr/>
              </a:pPr>
              <a:r>
                <a:rPr lang="en-US" sz="1000" dirty="0">
                  <a:solidFill>
                    <a:srgbClr val="000000"/>
                  </a:solidFill>
                  <a:ea typeface="+mn-lt"/>
                  <a:cs typeface="Segoe UI" panose="020B0502040204020203" pitchFamily="34" charset="0"/>
                </a:rPr>
                <a:t>• First workload migration</a:t>
              </a:r>
            </a:p>
            <a:p>
              <a:pPr>
                <a:defRPr/>
              </a:pPr>
              <a:r>
                <a:rPr lang="en-US" sz="1000" dirty="0">
                  <a:solidFill>
                    <a:srgbClr val="000000"/>
                  </a:solidFill>
                  <a:ea typeface="+mn-lt"/>
                  <a:cs typeface="Segoe UI" panose="020B0502040204020203" pitchFamily="34" charset="0"/>
                </a:rPr>
                <a:t>• </a:t>
              </a:r>
              <a:r>
                <a:rPr lang="en-US" sz="1000" dirty="0">
                  <a:solidFill>
                    <a:srgbClr val="FF0000"/>
                  </a:solidFill>
                  <a:ea typeface="+mn-lt"/>
                  <a:cs typeface="Segoe UI" panose="020B0502040204020203" pitchFamily="34" charset="0"/>
                </a:rPr>
                <a:t>Expanded scenarios</a:t>
              </a:r>
            </a:p>
            <a:p>
              <a:pPr>
                <a:defRPr/>
              </a:pPr>
              <a:r>
                <a:rPr lang="en-US" sz="1000" dirty="0">
                  <a:solidFill>
                    <a:srgbClr val="000000"/>
                  </a:solidFill>
                  <a:ea typeface="+mn-lt"/>
                  <a:cs typeface="Segoe UI" panose="020B0502040204020203" pitchFamily="34" charset="0"/>
                </a:rPr>
                <a:t>• Best practice validation</a:t>
              </a:r>
            </a:p>
            <a:p>
              <a:pPr>
                <a:defRPr/>
              </a:pPr>
              <a:r>
                <a:rPr lang="en-US" sz="1000" dirty="0">
                  <a:solidFill>
                    <a:srgbClr val="FF0000"/>
                  </a:solidFill>
                  <a:ea typeface="+mn-lt"/>
                  <a:cs typeface="Segoe UI" panose="020B0502040204020203" pitchFamily="34" charset="0"/>
                </a:rPr>
                <a:t>• Process improvements</a:t>
              </a:r>
            </a:p>
          </p:txBody>
        </p:sp>
        <p:sp>
          <p:nvSpPr>
            <p:cNvPr id="32" name="TextBox 31">
              <a:extLst>
                <a:ext uri="{FF2B5EF4-FFF2-40B4-BE49-F238E27FC236}">
                  <a16:creationId xmlns:a16="http://schemas.microsoft.com/office/drawing/2014/main" id="{338A3192-2AB8-4B33-ABA9-5FFAE72DEB72}"/>
                </a:ext>
              </a:extLst>
            </p:cNvPr>
            <p:cNvSpPr txBox="1"/>
            <p:nvPr/>
          </p:nvSpPr>
          <p:spPr>
            <a:xfrm>
              <a:off x="9425020" y="2937154"/>
              <a:ext cx="1610929" cy="8925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defTabSz="914400">
                <a:defRPr/>
              </a:pPr>
              <a:r>
                <a:rPr lang="en-US" sz="1200" b="1" dirty="0">
                  <a:solidFill>
                    <a:srgbClr val="243A5E"/>
                  </a:solidFill>
                  <a:latin typeface="Segoe UI Semibold" panose="020B0702040204020203" pitchFamily="34" charset="0"/>
                  <a:ea typeface="+mn-lt"/>
                  <a:cs typeface="Segoe UI Semibold" panose="020B0702040204020203" pitchFamily="34" charset="0"/>
                </a:rPr>
                <a:t>Innovate</a:t>
              </a:r>
            </a:p>
            <a:p>
              <a:pPr>
                <a:defRPr/>
              </a:pPr>
              <a:r>
                <a:rPr lang="en-US" sz="1000" dirty="0">
                  <a:solidFill>
                    <a:srgbClr val="000000"/>
                  </a:solidFill>
                  <a:ea typeface="+mn-lt"/>
                  <a:cs typeface="Segoe UI" panose="020B0502040204020203" pitchFamily="34" charset="0"/>
                </a:rPr>
                <a:t>• Innovation guide</a:t>
              </a:r>
            </a:p>
            <a:p>
              <a:pPr>
                <a:defRPr/>
              </a:pPr>
              <a:r>
                <a:rPr lang="en-US" sz="1000" dirty="0">
                  <a:solidFill>
                    <a:srgbClr val="000000"/>
                  </a:solidFill>
                  <a:ea typeface="+mn-lt"/>
                  <a:cs typeface="Segoe UI" panose="020B0502040204020203" pitchFamily="34" charset="0"/>
                </a:rPr>
                <a:t>• </a:t>
              </a:r>
              <a:r>
                <a:rPr lang="en-US" sz="1000" dirty="0">
                  <a:solidFill>
                    <a:srgbClr val="FF0000"/>
                  </a:solidFill>
                  <a:ea typeface="+mn-lt"/>
                  <a:cs typeface="Segoe UI" panose="020B0502040204020203" pitchFamily="34" charset="0"/>
                </a:rPr>
                <a:t>Expanded scenarios</a:t>
              </a:r>
            </a:p>
            <a:p>
              <a:pPr>
                <a:defRPr/>
              </a:pPr>
              <a:r>
                <a:rPr lang="en-US" sz="1000" dirty="0">
                  <a:solidFill>
                    <a:srgbClr val="000000"/>
                  </a:solidFill>
                  <a:ea typeface="+mn-lt"/>
                  <a:cs typeface="Segoe UI" panose="020B0502040204020203" pitchFamily="34" charset="0"/>
                </a:rPr>
                <a:t>• Best practice validation</a:t>
              </a:r>
            </a:p>
            <a:p>
              <a:pPr>
                <a:defRPr/>
              </a:pPr>
              <a:r>
                <a:rPr lang="en-US" sz="1000" dirty="0">
                  <a:solidFill>
                    <a:srgbClr val="000000"/>
                  </a:solidFill>
                  <a:ea typeface="+mn-lt"/>
                  <a:cs typeface="Segoe UI" panose="020B0502040204020203" pitchFamily="34" charset="0"/>
                </a:rPr>
                <a:t>• </a:t>
              </a:r>
              <a:r>
                <a:rPr lang="en-US" sz="1000" dirty="0">
                  <a:solidFill>
                    <a:srgbClr val="FF0000"/>
                  </a:solidFill>
                  <a:ea typeface="+mn-lt"/>
                  <a:cs typeface="Segoe UI" panose="020B0502040204020203" pitchFamily="34" charset="0"/>
                </a:rPr>
                <a:t>Process improvements</a:t>
              </a:r>
            </a:p>
          </p:txBody>
        </p:sp>
        <p:sp>
          <p:nvSpPr>
            <p:cNvPr id="33" name="arrow_25">
              <a:extLst>
                <a:ext uri="{FF2B5EF4-FFF2-40B4-BE49-F238E27FC236}">
                  <a16:creationId xmlns:a16="http://schemas.microsoft.com/office/drawing/2014/main" id="{4FCFEBA1-8B10-44BA-816C-318D6C0E95DB}"/>
                </a:ext>
                <a:ext uri="{C183D7F6-B498-43B3-948B-1728B52AA6E4}">
                  <adec:decorative xmlns:adec="http://schemas.microsoft.com/office/drawing/2017/decorative" val="1"/>
                </a:ext>
              </a:extLst>
            </p:cNvPr>
            <p:cNvSpPr>
              <a:spLocks noChangeAspect="1" noEditPoints="1"/>
            </p:cNvSpPr>
            <p:nvPr/>
          </p:nvSpPr>
          <p:spPr bwMode="auto">
            <a:xfrm>
              <a:off x="9202122" y="2195021"/>
              <a:ext cx="155639" cy="171100"/>
            </a:xfrm>
            <a:custGeom>
              <a:avLst/>
              <a:gdLst>
                <a:gd name="T0" fmla="*/ 58 w 219"/>
                <a:gd name="T1" fmla="*/ 0 h 242"/>
                <a:gd name="T2" fmla="*/ 219 w 219"/>
                <a:gd name="T3" fmla="*/ 0 h 242"/>
                <a:gd name="T4" fmla="*/ 219 w 219"/>
                <a:gd name="T5" fmla="*/ 157 h 242"/>
                <a:gd name="T6" fmla="*/ 219 w 219"/>
                <a:gd name="T7" fmla="*/ 0 h 242"/>
                <a:gd name="T8" fmla="*/ 4 w 219"/>
                <a:gd name="T9" fmla="*/ 233 h 242"/>
                <a:gd name="T10" fmla="*/ 0 w 219"/>
                <a:gd name="T11" fmla="*/ 242 h 242"/>
                <a:gd name="T12" fmla="*/ 0 w 219"/>
                <a:gd name="T13" fmla="*/ 242 h 242"/>
                <a:gd name="T14" fmla="*/ 0 w 219"/>
                <a:gd name="T15" fmla="*/ 242 h 24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9" h="242">
                  <a:moveTo>
                    <a:pt x="58" y="0"/>
                  </a:moveTo>
                  <a:cubicBezTo>
                    <a:pt x="219" y="0"/>
                    <a:pt x="219" y="0"/>
                    <a:pt x="219" y="0"/>
                  </a:cubicBezTo>
                  <a:cubicBezTo>
                    <a:pt x="219" y="157"/>
                    <a:pt x="219" y="157"/>
                    <a:pt x="219" y="157"/>
                  </a:cubicBezTo>
                  <a:moveTo>
                    <a:pt x="219" y="0"/>
                  </a:moveTo>
                  <a:cubicBezTo>
                    <a:pt x="133" y="61"/>
                    <a:pt x="54" y="143"/>
                    <a:pt x="4" y="233"/>
                  </a:cubicBezTo>
                  <a:cubicBezTo>
                    <a:pt x="0" y="242"/>
                    <a:pt x="0" y="242"/>
                    <a:pt x="0" y="242"/>
                  </a:cubicBezTo>
                  <a:cubicBezTo>
                    <a:pt x="0" y="242"/>
                    <a:pt x="0" y="242"/>
                    <a:pt x="0" y="242"/>
                  </a:cubicBezTo>
                  <a:cubicBezTo>
                    <a:pt x="0" y="242"/>
                    <a:pt x="0" y="242"/>
                    <a:pt x="0" y="242"/>
                  </a:cubicBezTo>
                </a:path>
              </a:pathLst>
            </a:custGeom>
            <a:noFill/>
            <a:ln w="19050" cap="sq">
              <a:solidFill>
                <a:srgbClr val="243A5E"/>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endParaRPr>
            </a:p>
          </p:txBody>
        </p:sp>
        <p:sp>
          <p:nvSpPr>
            <p:cNvPr id="34" name="circle_2">
              <a:extLst>
                <a:ext uri="{FF2B5EF4-FFF2-40B4-BE49-F238E27FC236}">
                  <a16:creationId xmlns:a16="http://schemas.microsoft.com/office/drawing/2014/main" id="{D34F927A-DB78-4325-9A94-8EE68DF3BDAE}"/>
                </a:ext>
                <a:ext uri="{C183D7F6-B498-43B3-948B-1728B52AA6E4}">
                  <adec:decorative xmlns:adec="http://schemas.microsoft.com/office/drawing/2017/decorative" val="1"/>
                </a:ext>
              </a:extLst>
            </p:cNvPr>
            <p:cNvSpPr>
              <a:spLocks noChangeAspect="1" noEditPoints="1"/>
            </p:cNvSpPr>
            <p:nvPr/>
          </p:nvSpPr>
          <p:spPr bwMode="auto">
            <a:xfrm>
              <a:off x="9159902" y="3027281"/>
              <a:ext cx="240079" cy="226741"/>
            </a:xfrm>
            <a:custGeom>
              <a:avLst/>
              <a:gdLst>
                <a:gd name="T0" fmla="*/ 0 w 335"/>
                <a:gd name="T1" fmla="*/ 205 h 316"/>
                <a:gd name="T2" fmla="*/ 111 w 335"/>
                <a:gd name="T3" fmla="*/ 94 h 316"/>
                <a:gd name="T4" fmla="*/ 222 w 335"/>
                <a:gd name="T5" fmla="*/ 205 h 316"/>
                <a:gd name="T6" fmla="*/ 111 w 335"/>
                <a:gd name="T7" fmla="*/ 316 h 316"/>
                <a:gd name="T8" fmla="*/ 0 w 335"/>
                <a:gd name="T9" fmla="*/ 205 h 316"/>
                <a:gd name="T10" fmla="*/ 224 w 335"/>
                <a:gd name="T11" fmla="*/ 316 h 316"/>
                <a:gd name="T12" fmla="*/ 335 w 335"/>
                <a:gd name="T13" fmla="*/ 205 h 316"/>
                <a:gd name="T14" fmla="*/ 224 w 335"/>
                <a:gd name="T15" fmla="*/ 94 h 316"/>
                <a:gd name="T16" fmla="*/ 113 w 335"/>
                <a:gd name="T17" fmla="*/ 205 h 316"/>
                <a:gd name="T18" fmla="*/ 224 w 335"/>
                <a:gd name="T19" fmla="*/ 316 h 316"/>
                <a:gd name="T20" fmla="*/ 167 w 335"/>
                <a:gd name="T21" fmla="*/ 223 h 316"/>
                <a:gd name="T22" fmla="*/ 279 w 335"/>
                <a:gd name="T23" fmla="*/ 111 h 316"/>
                <a:gd name="T24" fmla="*/ 167 w 335"/>
                <a:gd name="T25" fmla="*/ 0 h 316"/>
                <a:gd name="T26" fmla="*/ 56 w 335"/>
                <a:gd name="T27" fmla="*/ 111 h 316"/>
                <a:gd name="T28" fmla="*/ 167 w 335"/>
                <a:gd name="T29" fmla="*/ 223 h 3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35" h="316">
                  <a:moveTo>
                    <a:pt x="0" y="205"/>
                  </a:moveTo>
                  <a:cubicBezTo>
                    <a:pt x="0" y="143"/>
                    <a:pt x="49" y="94"/>
                    <a:pt x="111" y="94"/>
                  </a:cubicBezTo>
                  <a:cubicBezTo>
                    <a:pt x="172" y="94"/>
                    <a:pt x="222" y="143"/>
                    <a:pt x="222" y="205"/>
                  </a:cubicBezTo>
                  <a:cubicBezTo>
                    <a:pt x="222" y="266"/>
                    <a:pt x="172" y="316"/>
                    <a:pt x="111" y="316"/>
                  </a:cubicBezTo>
                  <a:cubicBezTo>
                    <a:pt x="49" y="316"/>
                    <a:pt x="0" y="266"/>
                    <a:pt x="0" y="205"/>
                  </a:cubicBezTo>
                  <a:close/>
                  <a:moveTo>
                    <a:pt x="224" y="316"/>
                  </a:moveTo>
                  <a:cubicBezTo>
                    <a:pt x="285" y="316"/>
                    <a:pt x="335" y="266"/>
                    <a:pt x="335" y="205"/>
                  </a:cubicBezTo>
                  <a:cubicBezTo>
                    <a:pt x="335" y="143"/>
                    <a:pt x="285" y="94"/>
                    <a:pt x="224" y="94"/>
                  </a:cubicBezTo>
                  <a:cubicBezTo>
                    <a:pt x="162" y="94"/>
                    <a:pt x="113" y="143"/>
                    <a:pt x="113" y="205"/>
                  </a:cubicBezTo>
                  <a:cubicBezTo>
                    <a:pt x="113" y="266"/>
                    <a:pt x="162" y="316"/>
                    <a:pt x="224" y="316"/>
                  </a:cubicBezTo>
                  <a:close/>
                  <a:moveTo>
                    <a:pt x="167" y="223"/>
                  </a:moveTo>
                  <a:cubicBezTo>
                    <a:pt x="229" y="223"/>
                    <a:pt x="279" y="173"/>
                    <a:pt x="279" y="111"/>
                  </a:cubicBezTo>
                  <a:cubicBezTo>
                    <a:pt x="279" y="50"/>
                    <a:pt x="229" y="0"/>
                    <a:pt x="167" y="0"/>
                  </a:cubicBezTo>
                  <a:cubicBezTo>
                    <a:pt x="106" y="0"/>
                    <a:pt x="56" y="50"/>
                    <a:pt x="56" y="111"/>
                  </a:cubicBezTo>
                  <a:cubicBezTo>
                    <a:pt x="56" y="173"/>
                    <a:pt x="106" y="223"/>
                    <a:pt x="167" y="223"/>
                  </a:cubicBezTo>
                  <a:close/>
                </a:path>
              </a:pathLst>
            </a:custGeom>
            <a:noFill/>
            <a:ln w="19050" cap="sq">
              <a:solidFill>
                <a:srgbClr val="243A5E"/>
              </a:solidFill>
              <a:prstDash val="solid"/>
              <a:miter lim="800000"/>
              <a:headEnd/>
              <a:tailEnd/>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gradFill>
                  <a:gsLst>
                    <a:gs pos="0">
                      <a:srgbClr val="505050"/>
                    </a:gs>
                    <a:gs pos="100000">
                      <a:srgbClr val="505050"/>
                    </a:gs>
                  </a:gsLst>
                  <a:lin ang="5400000" scaled="1"/>
                </a:gradFill>
                <a:effectLst/>
                <a:uLnTx/>
                <a:uFillTx/>
              </a:endParaRPr>
            </a:p>
          </p:txBody>
        </p:sp>
        <p:cxnSp>
          <p:nvCxnSpPr>
            <p:cNvPr id="35" name="Straight Arrow Connector 34" descr="Right facing arrow">
              <a:extLst>
                <a:ext uri="{FF2B5EF4-FFF2-40B4-BE49-F238E27FC236}">
                  <a16:creationId xmlns:a16="http://schemas.microsoft.com/office/drawing/2014/main" id="{BCA5DFB3-0C94-4A62-97FF-FEEF624F18A1}"/>
                </a:ext>
              </a:extLst>
            </p:cNvPr>
            <p:cNvCxnSpPr>
              <a:cxnSpLocks/>
              <a:endCxn id="14" idx="1"/>
            </p:cNvCxnSpPr>
            <p:nvPr/>
          </p:nvCxnSpPr>
          <p:spPr>
            <a:xfrm>
              <a:off x="2995613" y="2641369"/>
              <a:ext cx="475985" cy="0"/>
            </a:xfrm>
            <a:prstGeom prst="straightConnector1">
              <a:avLst/>
            </a:prstGeom>
            <a:noFill/>
            <a:ln w="25400" cap="flat" cmpd="sng" algn="ctr">
              <a:solidFill>
                <a:srgbClr val="0078D4"/>
              </a:solidFill>
              <a:prstDash val="solid"/>
              <a:headEnd type="none" w="med" len="sm"/>
              <a:tailEnd type="arrow" w="med" len="sm"/>
            </a:ln>
            <a:effectLst/>
          </p:spPr>
        </p:cxnSp>
        <p:cxnSp>
          <p:nvCxnSpPr>
            <p:cNvPr id="36" name="Straight Arrow Connector 35" descr="Right facing arrow">
              <a:extLst>
                <a:ext uri="{FF2B5EF4-FFF2-40B4-BE49-F238E27FC236}">
                  <a16:creationId xmlns:a16="http://schemas.microsoft.com/office/drawing/2014/main" id="{BB768B92-8ED7-46E9-B527-1A22BC8985A2}"/>
                </a:ext>
              </a:extLst>
            </p:cNvPr>
            <p:cNvCxnSpPr>
              <a:cxnSpLocks/>
              <a:endCxn id="12" idx="1"/>
            </p:cNvCxnSpPr>
            <p:nvPr/>
          </p:nvCxnSpPr>
          <p:spPr>
            <a:xfrm>
              <a:off x="5751513" y="2641369"/>
              <a:ext cx="462615" cy="0"/>
            </a:xfrm>
            <a:prstGeom prst="straightConnector1">
              <a:avLst/>
            </a:prstGeom>
            <a:noFill/>
            <a:ln w="25400" cap="flat" cmpd="sng" algn="ctr">
              <a:solidFill>
                <a:srgbClr val="0078D4"/>
              </a:solidFill>
              <a:prstDash val="solid"/>
              <a:headEnd type="none" w="med" len="sm"/>
              <a:tailEnd type="arrow" w="med" len="sm"/>
            </a:ln>
            <a:effectLst/>
          </p:spPr>
        </p:cxnSp>
        <p:cxnSp>
          <p:nvCxnSpPr>
            <p:cNvPr id="37" name="Straight Arrow Connector 36" descr="Right facing arrow">
              <a:extLst>
                <a:ext uri="{FF2B5EF4-FFF2-40B4-BE49-F238E27FC236}">
                  <a16:creationId xmlns:a16="http://schemas.microsoft.com/office/drawing/2014/main" id="{86A4E3E1-E05F-469B-8A65-F33EE1F45E78}"/>
                </a:ext>
              </a:extLst>
            </p:cNvPr>
            <p:cNvCxnSpPr>
              <a:cxnSpLocks/>
            </p:cNvCxnSpPr>
            <p:nvPr/>
          </p:nvCxnSpPr>
          <p:spPr>
            <a:xfrm flipV="1">
              <a:off x="8495355" y="2421893"/>
              <a:ext cx="435737" cy="158274"/>
            </a:xfrm>
            <a:prstGeom prst="straightConnector1">
              <a:avLst/>
            </a:prstGeom>
            <a:noFill/>
            <a:ln w="25400" cap="flat" cmpd="sng" algn="ctr">
              <a:solidFill>
                <a:srgbClr val="0078D4"/>
              </a:solidFill>
              <a:prstDash val="solid"/>
              <a:headEnd type="none" w="med" len="sm"/>
              <a:tailEnd type="arrow" w="med" len="sm"/>
            </a:ln>
            <a:effectLst/>
          </p:spPr>
        </p:cxnSp>
        <p:cxnSp>
          <p:nvCxnSpPr>
            <p:cNvPr id="38" name="Straight Arrow Connector 37" descr="Right facing arrow">
              <a:extLst>
                <a:ext uri="{FF2B5EF4-FFF2-40B4-BE49-F238E27FC236}">
                  <a16:creationId xmlns:a16="http://schemas.microsoft.com/office/drawing/2014/main" id="{60377E5F-C7D2-46AA-A79B-8F1E171DBAC9}"/>
                </a:ext>
              </a:extLst>
            </p:cNvPr>
            <p:cNvCxnSpPr>
              <a:cxnSpLocks/>
            </p:cNvCxnSpPr>
            <p:nvPr/>
          </p:nvCxnSpPr>
          <p:spPr>
            <a:xfrm>
              <a:off x="8489950" y="2685819"/>
              <a:ext cx="396770" cy="316007"/>
            </a:xfrm>
            <a:prstGeom prst="straightConnector1">
              <a:avLst/>
            </a:prstGeom>
            <a:noFill/>
            <a:ln w="25400" cap="flat" cmpd="sng" algn="ctr">
              <a:solidFill>
                <a:srgbClr val="0078D4"/>
              </a:solidFill>
              <a:prstDash val="solid"/>
              <a:headEnd type="none" w="med" len="sm"/>
              <a:tailEnd type="arrow" w="med" len="sm"/>
            </a:ln>
            <a:effectLst/>
          </p:spPr>
        </p:cxnSp>
        <mc:AlternateContent xmlns:mc="http://schemas.openxmlformats.org/markup-compatibility/2006" xmlns:p14="http://schemas.microsoft.com/office/powerpoint/2010/main">
          <mc:Choice Requires="p14">
            <p:contentPart p14:bwMode="auto" r:id="rId4">
              <p14:nvContentPartPr>
                <p14:cNvPr id="39" name="Ink 38">
                  <a:extLst>
                    <a:ext uri="{FF2B5EF4-FFF2-40B4-BE49-F238E27FC236}">
                      <a16:creationId xmlns:a16="http://schemas.microsoft.com/office/drawing/2014/main" id="{2C48FE22-2F4B-41DF-9E00-B6B3EDDB2505}"/>
                    </a:ext>
                  </a:extLst>
                </p14:cNvPr>
                <p14:cNvContentPartPr/>
                <p14:nvPr/>
              </p14:nvContentPartPr>
              <p14:xfrm>
                <a:off x="2012896" y="1719246"/>
                <a:ext cx="9524" cy="28575"/>
              </p14:xfrm>
            </p:contentPart>
          </mc:Choice>
          <mc:Fallback xmlns="">
            <p:pic>
              <p:nvPicPr>
                <p:cNvPr id="39" name="Ink 38">
                  <a:extLst>
                    <a:ext uri="{FF2B5EF4-FFF2-40B4-BE49-F238E27FC236}">
                      <a16:creationId xmlns:a16="http://schemas.microsoft.com/office/drawing/2014/main" id="{2C48FE22-2F4B-41DF-9E00-B6B3EDDB2505}"/>
                    </a:ext>
                  </a:extLst>
                </p:cNvPr>
                <p:cNvPicPr/>
                <p:nvPr/>
              </p:nvPicPr>
              <p:blipFill>
                <a:blip r:embed="rId5"/>
                <a:stretch>
                  <a:fillRect/>
                </a:stretch>
              </p:blipFill>
              <p:spPr>
                <a:xfrm>
                  <a:off x="2000991" y="1703371"/>
                  <a:ext cx="33096" cy="60008"/>
                </a:xfrm>
                <a:prstGeom prst="rect">
                  <a:avLst/>
                </a:prstGeom>
              </p:spPr>
            </p:pic>
          </mc:Fallback>
        </mc:AlternateContent>
      </p:grpSp>
    </p:spTree>
    <p:extLst>
      <p:ext uri="{BB962C8B-B14F-4D97-AF65-F5344CB8AC3E}">
        <p14:creationId xmlns:p14="http://schemas.microsoft.com/office/powerpoint/2010/main" val="74373474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FABA0-BD48-F087-EBB9-C8C8004A1538}"/>
              </a:ext>
            </a:extLst>
          </p:cNvPr>
          <p:cNvSpPr>
            <a:spLocks noGrp="1"/>
          </p:cNvSpPr>
          <p:nvPr>
            <p:ph type="title"/>
          </p:nvPr>
        </p:nvSpPr>
        <p:spPr/>
        <p:txBody>
          <a:bodyPr/>
          <a:lstStyle/>
          <a:p>
            <a:r>
              <a:rPr lang="en-HK" dirty="0"/>
              <a:t>Planning</a:t>
            </a:r>
          </a:p>
        </p:txBody>
      </p:sp>
      <p:sp>
        <p:nvSpPr>
          <p:cNvPr id="3" name="TextBox 2">
            <a:extLst>
              <a:ext uri="{FF2B5EF4-FFF2-40B4-BE49-F238E27FC236}">
                <a16:creationId xmlns:a16="http://schemas.microsoft.com/office/drawing/2014/main" id="{988A5A08-B549-042F-8AFA-1EF345604CF6}"/>
              </a:ext>
            </a:extLst>
          </p:cNvPr>
          <p:cNvSpPr txBox="1"/>
          <p:nvPr/>
        </p:nvSpPr>
        <p:spPr>
          <a:xfrm>
            <a:off x="418643" y="1120690"/>
            <a:ext cx="6508833" cy="3902607"/>
          </a:xfrm>
          <a:prstGeom prst="rect">
            <a:avLst/>
          </a:prstGeom>
          <a:noFill/>
        </p:spPr>
        <p:txBody>
          <a:bodyPr wrap="none" lIns="182880" tIns="146304" rIns="182880" bIns="146304" rtlCol="0">
            <a:spAutoFit/>
          </a:bodyPr>
          <a:lstStyle/>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Azure suggest Power-Of-10 Approach</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Decisions</a:t>
            </a:r>
          </a:p>
          <a:p>
            <a:pPr marL="1257267" lvl="2"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Items to be migrated</a:t>
            </a:r>
          </a:p>
          <a:p>
            <a:pPr marL="1257267" lvl="2"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Migration approach</a:t>
            </a:r>
          </a:p>
          <a:p>
            <a:pPr marL="1257267" lvl="2"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Requirements</a:t>
            </a:r>
          </a:p>
          <a:p>
            <a:pPr marL="1714450" lvl="3"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highlight>
                  <a:srgbClr val="FFFF00"/>
                </a:highlight>
              </a:rPr>
              <a:t>Compliance</a:t>
            </a:r>
          </a:p>
          <a:p>
            <a:pPr marL="1714450" lvl="3"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SLA</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Don’t missing dependants components</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Cloud Adoption Strategy Evaluator</a:t>
            </a:r>
          </a:p>
        </p:txBody>
      </p:sp>
    </p:spTree>
    <p:extLst>
      <p:ext uri="{BB962C8B-B14F-4D97-AF65-F5344CB8AC3E}">
        <p14:creationId xmlns:p14="http://schemas.microsoft.com/office/powerpoint/2010/main" val="528776533"/>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F2F45-9BA0-43DC-A797-0265D9D7AD1E}"/>
              </a:ext>
            </a:extLst>
          </p:cNvPr>
          <p:cNvSpPr>
            <a:spLocks noGrp="1"/>
          </p:cNvSpPr>
          <p:nvPr>
            <p:ph type="title"/>
          </p:nvPr>
        </p:nvSpPr>
        <p:spPr/>
        <p:txBody>
          <a:bodyPr/>
          <a:lstStyle/>
          <a:p>
            <a:r>
              <a:rPr lang="en-US" sz="3100" dirty="0">
                <a:solidFill>
                  <a:schemeClr val="tx2">
                    <a:lumMod val="50000"/>
                  </a:schemeClr>
                </a:solidFill>
                <a:hlinkClick r:id="rId3">
                  <a:extLst>
                    <a:ext uri="{A12FA001-AC4F-418D-AE19-62706E023703}">
                      <ahyp:hlinkClr xmlns:ahyp="http://schemas.microsoft.com/office/drawing/2018/hyperlinkcolor" val="tx"/>
                    </a:ext>
                  </a:extLst>
                </a:hlinkClick>
              </a:rPr>
              <a:t>Focus on migration efforts</a:t>
            </a:r>
            <a:endParaRPr lang="en-US" sz="3100" dirty="0">
              <a:solidFill>
                <a:schemeClr val="tx2">
                  <a:lumMod val="50000"/>
                </a:schemeClr>
              </a:solidFill>
            </a:endParaRPr>
          </a:p>
        </p:txBody>
      </p:sp>
      <p:pic>
        <p:nvPicPr>
          <p:cNvPr id="4" name="Picture 3" descr="Plan, ready, and adopt in migration waves or releases. ">
            <a:extLst>
              <a:ext uri="{FF2B5EF4-FFF2-40B4-BE49-F238E27FC236}">
                <a16:creationId xmlns:a16="http://schemas.microsoft.com/office/drawing/2014/main" id="{BD4435AE-4F9D-4F31-A303-D0D65F6EF48B}"/>
              </a:ext>
            </a:extLst>
          </p:cNvPr>
          <p:cNvPicPr>
            <a:picLocks noChangeAspect="1"/>
          </p:cNvPicPr>
          <p:nvPr/>
        </p:nvPicPr>
        <p:blipFill>
          <a:blip r:embed="rId4"/>
          <a:stretch>
            <a:fillRect/>
          </a:stretch>
        </p:blipFill>
        <p:spPr>
          <a:xfrm>
            <a:off x="595957" y="1502530"/>
            <a:ext cx="11103879" cy="4427622"/>
          </a:xfrm>
          <a:prstGeom prst="rect">
            <a:avLst/>
          </a:prstGeom>
        </p:spPr>
      </p:pic>
      <p:sp>
        <p:nvSpPr>
          <p:cNvPr id="3" name="Rectangle 2">
            <a:extLst>
              <a:ext uri="{FF2B5EF4-FFF2-40B4-BE49-F238E27FC236}">
                <a16:creationId xmlns:a16="http://schemas.microsoft.com/office/drawing/2014/main" id="{2EA8F30C-DDB2-417E-A1ED-53138C976E43}"/>
              </a:ext>
              <a:ext uri="{C183D7F6-B498-43B3-948B-1728B52AA6E4}">
                <adec:decorative xmlns:adec="http://schemas.microsoft.com/office/drawing/2017/decorative" val="1"/>
              </a:ext>
            </a:extLst>
          </p:cNvPr>
          <p:cNvSpPr/>
          <p:nvPr/>
        </p:nvSpPr>
        <p:spPr bwMode="auto">
          <a:xfrm>
            <a:off x="418643" y="1155560"/>
            <a:ext cx="11458509" cy="4903596"/>
          </a:xfrm>
          <a:prstGeom prst="rect">
            <a:avLst/>
          </a:prstGeom>
          <a:noFill/>
          <a:ln>
            <a:solidFill>
              <a:schemeClr val="bg1">
                <a:lumMod val="8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Tree>
    <p:extLst>
      <p:ext uri="{BB962C8B-B14F-4D97-AF65-F5344CB8AC3E}">
        <p14:creationId xmlns:p14="http://schemas.microsoft.com/office/powerpoint/2010/main" val="1516083473"/>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FABA0-BD48-F087-EBB9-C8C8004A1538}"/>
              </a:ext>
            </a:extLst>
          </p:cNvPr>
          <p:cNvSpPr>
            <a:spLocks noGrp="1"/>
          </p:cNvSpPr>
          <p:nvPr>
            <p:ph type="title"/>
          </p:nvPr>
        </p:nvSpPr>
        <p:spPr/>
        <p:txBody>
          <a:bodyPr/>
          <a:lstStyle/>
          <a:p>
            <a:r>
              <a:rPr lang="en-HK" dirty="0"/>
              <a:t>Azure Landing Zone (</a:t>
            </a:r>
            <a:r>
              <a:rPr lang="en-HK" dirty="0">
                <a:hlinkClick r:id="rId3" action="ppaction://hlinksldjump"/>
              </a:rPr>
              <a:t>*</a:t>
            </a:r>
            <a:r>
              <a:rPr lang="en-HK" dirty="0"/>
              <a:t>)</a:t>
            </a:r>
          </a:p>
        </p:txBody>
      </p:sp>
      <p:sp>
        <p:nvSpPr>
          <p:cNvPr id="3" name="TextBox 2">
            <a:extLst>
              <a:ext uri="{FF2B5EF4-FFF2-40B4-BE49-F238E27FC236}">
                <a16:creationId xmlns:a16="http://schemas.microsoft.com/office/drawing/2014/main" id="{988A5A08-B549-042F-8AFA-1EF345604CF6}"/>
              </a:ext>
            </a:extLst>
          </p:cNvPr>
          <p:cNvSpPr txBox="1"/>
          <p:nvPr/>
        </p:nvSpPr>
        <p:spPr>
          <a:xfrm>
            <a:off x="418643" y="1120690"/>
            <a:ext cx="5256054" cy="5130635"/>
          </a:xfrm>
          <a:prstGeom prst="rect">
            <a:avLst/>
          </a:prstGeom>
          <a:noFill/>
        </p:spPr>
        <p:txBody>
          <a:bodyPr wrap="non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Fast provision the Azure services</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Speed up</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Standardize</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Easy Config.</a:t>
            </a:r>
          </a:p>
          <a:p>
            <a:pPr marL="800083" lvl="1"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Adapt to fast business change</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5 Areas</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Workload</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Security</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Governance</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Networking</a:t>
            </a:r>
          </a:p>
          <a:p>
            <a:pPr marL="800083" lvl="1"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Identity</a:t>
            </a:r>
          </a:p>
          <a:p>
            <a:pPr marL="342900" indent="-342900">
              <a:lnSpc>
                <a:spcPct val="90000"/>
              </a:lnSpc>
              <a:spcAft>
                <a:spcPts val="600"/>
              </a:spcAft>
              <a:buFont typeface="Arial" panose="020B0604020202020204" pitchFamily="34" charset="0"/>
              <a:buChar char="•"/>
            </a:pPr>
            <a:endParaRPr lang="en-HK" sz="2400" dirty="0">
              <a:gradFill>
                <a:gsLst>
                  <a:gs pos="2917">
                    <a:schemeClr val="tx1"/>
                  </a:gs>
                  <a:gs pos="30000">
                    <a:schemeClr val="tx1"/>
                  </a:gs>
                </a:gsLst>
                <a:lin ang="5400000" scaled="0"/>
              </a:gradFill>
            </a:endParaRPr>
          </a:p>
        </p:txBody>
      </p:sp>
      <p:pic>
        <p:nvPicPr>
          <p:cNvPr id="8194" name="Picture 2" descr="A conceptual architecture diagram of an Azure landing zone.">
            <a:extLst>
              <a:ext uri="{FF2B5EF4-FFF2-40B4-BE49-F238E27FC236}">
                <a16:creationId xmlns:a16="http://schemas.microsoft.com/office/drawing/2014/main" id="{96662197-665D-3353-19F2-B3F51759C71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4159" y="1250722"/>
            <a:ext cx="5385752" cy="40753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2227614"/>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1" y="2034737"/>
            <a:ext cx="5807732" cy="1793104"/>
          </a:xfrm>
        </p:spPr>
        <p:txBody>
          <a:bodyPr wrap="square" anchor="b">
            <a:normAutofit/>
          </a:bodyPr>
          <a:lstStyle/>
          <a:p>
            <a:pPr>
              <a:lnSpc>
                <a:spcPct val="100000"/>
              </a:lnSpc>
            </a:pPr>
            <a:r>
              <a:rPr lang="en-US" sz="4400" b="1" dirty="0"/>
              <a:t>Cloud Migration Tools</a:t>
            </a:r>
          </a:p>
        </p:txBody>
      </p:sp>
    </p:spTree>
    <p:extLst>
      <p:ext uri="{BB962C8B-B14F-4D97-AF65-F5344CB8AC3E}">
        <p14:creationId xmlns:p14="http://schemas.microsoft.com/office/powerpoint/2010/main" val="2132018427"/>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FABA0-BD48-F087-EBB9-C8C8004A1538}"/>
              </a:ext>
            </a:extLst>
          </p:cNvPr>
          <p:cNvSpPr>
            <a:spLocks noGrp="1"/>
          </p:cNvSpPr>
          <p:nvPr>
            <p:ph type="title"/>
          </p:nvPr>
        </p:nvSpPr>
        <p:spPr>
          <a:xfrm>
            <a:off x="418643" y="197332"/>
            <a:ext cx="11341268" cy="680196"/>
          </a:xfrm>
        </p:spPr>
        <p:txBody>
          <a:bodyPr/>
          <a:lstStyle/>
          <a:p>
            <a:r>
              <a:rPr lang="en-HK" dirty="0"/>
              <a:t>Migration Stages</a:t>
            </a:r>
          </a:p>
        </p:txBody>
      </p:sp>
      <p:sp>
        <p:nvSpPr>
          <p:cNvPr id="3" name="TextBox 2">
            <a:extLst>
              <a:ext uri="{FF2B5EF4-FFF2-40B4-BE49-F238E27FC236}">
                <a16:creationId xmlns:a16="http://schemas.microsoft.com/office/drawing/2014/main" id="{988A5A08-B549-042F-8AFA-1EF345604CF6}"/>
              </a:ext>
            </a:extLst>
          </p:cNvPr>
          <p:cNvSpPr txBox="1"/>
          <p:nvPr/>
        </p:nvSpPr>
        <p:spPr>
          <a:xfrm>
            <a:off x="418643" y="877528"/>
            <a:ext cx="7416069" cy="5949321"/>
          </a:xfrm>
          <a:prstGeom prst="rect">
            <a:avLst/>
          </a:prstGeom>
          <a:noFill/>
        </p:spPr>
        <p:txBody>
          <a:bodyPr wrap="non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4 stages</a:t>
            </a:r>
          </a:p>
          <a:p>
            <a:pPr marL="914383" lvl="1"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Assess your on-premises environment</a:t>
            </a:r>
          </a:p>
          <a:p>
            <a:pPr marL="1371567" lvl="2" indent="-457200">
              <a:lnSpc>
                <a:spcPct val="90000"/>
              </a:lnSpc>
              <a:spcAft>
                <a:spcPts val="600"/>
              </a:spcAft>
              <a:buFont typeface="Arial" panose="020B0604020202020204" pitchFamily="34" charset="0"/>
              <a:buChar char="•"/>
            </a:pPr>
            <a:r>
              <a:rPr lang="en-HK" sz="2400" dirty="0">
                <a:gradFill>
                  <a:gsLst>
                    <a:gs pos="2917">
                      <a:schemeClr val="tx1"/>
                    </a:gs>
                    <a:gs pos="30000">
                      <a:schemeClr val="tx1"/>
                    </a:gs>
                  </a:gsLst>
                  <a:lin ang="5400000" scaled="0"/>
                </a:gradFill>
              </a:rPr>
              <a:t>4 R’s approach</a:t>
            </a:r>
          </a:p>
          <a:p>
            <a:pPr marL="914383" lvl="1"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Migrate your workloads</a:t>
            </a:r>
          </a:p>
          <a:p>
            <a:pPr marL="1371567" lvl="2"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Deploy cloud infrastructure targets</a:t>
            </a:r>
          </a:p>
          <a:p>
            <a:pPr marL="1371567" lvl="2"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Migrate workloads </a:t>
            </a:r>
            <a:r>
              <a:rPr lang="en-HK" sz="2400" dirty="0">
                <a:gradFill>
                  <a:gsLst>
                    <a:gs pos="2917">
                      <a:schemeClr val="tx1"/>
                    </a:gs>
                    <a:gs pos="30000">
                      <a:schemeClr val="tx1"/>
                    </a:gs>
                  </a:gsLst>
                  <a:lin ang="5400000" scaled="0"/>
                </a:gradFill>
                <a:highlight>
                  <a:srgbClr val="FFFF00"/>
                </a:highlight>
              </a:rPr>
              <a:t>by tools/services</a:t>
            </a:r>
          </a:p>
          <a:p>
            <a:pPr marL="1828750" lvl="3"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Server</a:t>
            </a:r>
          </a:p>
          <a:p>
            <a:pPr marL="1828750" lvl="3"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Apps</a:t>
            </a:r>
          </a:p>
          <a:p>
            <a:pPr marL="1828750" lvl="3"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DB</a:t>
            </a:r>
          </a:p>
          <a:p>
            <a:pPr marL="1828750" lvl="3"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Data</a:t>
            </a:r>
          </a:p>
          <a:p>
            <a:pPr marL="1371567" lvl="2"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Decommission on-premises infrastructure</a:t>
            </a:r>
          </a:p>
          <a:p>
            <a:pPr marL="1828750" lvl="3"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Archive and Backup</a:t>
            </a:r>
          </a:p>
          <a:p>
            <a:pPr marL="914383" lvl="1"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Optimize the migrated workloads</a:t>
            </a:r>
          </a:p>
          <a:p>
            <a:pPr marL="914383" lvl="1" indent="-457200">
              <a:lnSpc>
                <a:spcPct val="90000"/>
              </a:lnSpc>
              <a:spcAft>
                <a:spcPts val="600"/>
              </a:spcAft>
              <a:buFont typeface="+mj-lt"/>
              <a:buAutoNum type="arabicPeriod"/>
            </a:pPr>
            <a:r>
              <a:rPr lang="en-HK" sz="2400" dirty="0">
                <a:gradFill>
                  <a:gsLst>
                    <a:gs pos="2917">
                      <a:schemeClr val="tx1"/>
                    </a:gs>
                    <a:gs pos="30000">
                      <a:schemeClr val="tx1"/>
                    </a:gs>
                  </a:gsLst>
                  <a:lin ang="5400000" scaled="0"/>
                </a:gradFill>
              </a:rPr>
              <a:t>Monitor your workloads</a:t>
            </a:r>
          </a:p>
        </p:txBody>
      </p:sp>
    </p:spTree>
    <p:extLst>
      <p:ext uri="{BB962C8B-B14F-4D97-AF65-F5344CB8AC3E}">
        <p14:creationId xmlns:p14="http://schemas.microsoft.com/office/powerpoint/2010/main" val="1603795747"/>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3">
            <a:extLst>
              <a:ext uri="{FF2B5EF4-FFF2-40B4-BE49-F238E27FC236}">
                <a16:creationId xmlns:a16="http://schemas.microsoft.com/office/drawing/2014/main" id="{E307D465-5D56-0B41-96C4-901FFC2422DF}"/>
              </a:ext>
            </a:extLst>
          </p:cNvPr>
          <p:cNvSpPr>
            <a:spLocks noGrp="1"/>
          </p:cNvSpPr>
          <p:nvPr>
            <p:ph type="title"/>
          </p:nvPr>
        </p:nvSpPr>
        <p:spPr/>
        <p:txBody>
          <a:bodyPr/>
          <a:lstStyle/>
          <a:p>
            <a:r>
              <a:rPr lang="en-US" dirty="0"/>
              <a:t>Determine your migration strategy</a:t>
            </a:r>
          </a:p>
        </p:txBody>
      </p:sp>
      <p:sp>
        <p:nvSpPr>
          <p:cNvPr id="3" name="Content Placeholder 2">
            <a:extLst>
              <a:ext uri="{FF2B5EF4-FFF2-40B4-BE49-F238E27FC236}">
                <a16:creationId xmlns:a16="http://schemas.microsoft.com/office/drawing/2014/main" id="{AA185E1C-174B-427E-8173-3D6B22758871}"/>
              </a:ext>
            </a:extLst>
          </p:cNvPr>
          <p:cNvSpPr>
            <a:spLocks noGrp="1"/>
          </p:cNvSpPr>
          <p:nvPr>
            <p:ph type="body" sz="quarter" idx="10"/>
          </p:nvPr>
        </p:nvSpPr>
        <p:spPr>
          <a:xfrm>
            <a:off x="432089" y="1083334"/>
            <a:ext cx="11341268" cy="400110"/>
          </a:xfrm>
        </p:spPr>
        <p:txBody>
          <a:bodyPr/>
          <a:lstStyle/>
          <a:p>
            <a:r>
              <a:rPr lang="en-US" dirty="0"/>
              <a:t>Select a strategy that meets your goals – you may need several strategies</a:t>
            </a:r>
          </a:p>
        </p:txBody>
      </p:sp>
      <p:graphicFrame>
        <p:nvGraphicFramePr>
          <p:cNvPr id="4" name="Table 4">
            <a:extLst>
              <a:ext uri="{FF2B5EF4-FFF2-40B4-BE49-F238E27FC236}">
                <a16:creationId xmlns:a16="http://schemas.microsoft.com/office/drawing/2014/main" id="{EF48A298-25F0-47D0-973F-2323C4514070}"/>
              </a:ext>
            </a:extLst>
          </p:cNvPr>
          <p:cNvGraphicFramePr>
            <a:graphicFrameLocks noGrp="1"/>
          </p:cNvGraphicFramePr>
          <p:nvPr/>
        </p:nvGraphicFramePr>
        <p:xfrm>
          <a:off x="1090246" y="1726174"/>
          <a:ext cx="10465474" cy="4419600"/>
        </p:xfrm>
        <a:graphic>
          <a:graphicData uri="http://schemas.openxmlformats.org/drawingml/2006/table">
            <a:tbl>
              <a:tblPr firstRow="1" bandRow="1">
                <a:tableStyleId>{5C22544A-7EE6-4342-B048-85BDC9FD1C3A}</a:tableStyleId>
              </a:tblPr>
              <a:tblGrid>
                <a:gridCol w="1524840">
                  <a:extLst>
                    <a:ext uri="{9D8B030D-6E8A-4147-A177-3AD203B41FA5}">
                      <a16:colId xmlns:a16="http://schemas.microsoft.com/office/drawing/2014/main" val="1587117892"/>
                    </a:ext>
                  </a:extLst>
                </a:gridCol>
                <a:gridCol w="8940634">
                  <a:extLst>
                    <a:ext uri="{9D8B030D-6E8A-4147-A177-3AD203B41FA5}">
                      <a16:colId xmlns:a16="http://schemas.microsoft.com/office/drawing/2014/main" val="540355312"/>
                    </a:ext>
                  </a:extLst>
                </a:gridCol>
              </a:tblGrid>
              <a:tr h="370840">
                <a:tc>
                  <a:txBody>
                    <a:bodyPr/>
                    <a:lstStyle/>
                    <a:p>
                      <a:pPr algn="ctr"/>
                      <a:r>
                        <a:rPr lang="en-US" sz="2000" dirty="0"/>
                        <a:t>Pattern</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2000" dirty="0"/>
                        <a:t>When to use</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845849937"/>
                  </a:ext>
                </a:extLst>
              </a:tr>
              <a:tr h="370840">
                <a:tc>
                  <a:txBody>
                    <a:bodyPr/>
                    <a:lstStyle/>
                    <a:p>
                      <a:r>
                        <a:rPr lang="en-US" sz="2000" dirty="0"/>
                        <a:t>Rehost</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Move workloads quickly to the cloud</a:t>
                      </a:r>
                    </a:p>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Don't need immediate changes to app capabilities</a:t>
                      </a:r>
                      <a:endParaRPr lang="en-US" sz="2000" dirty="0"/>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794147260"/>
                  </a:ext>
                </a:extLst>
              </a:tr>
              <a:tr h="370840">
                <a:tc>
                  <a:txBody>
                    <a:bodyPr/>
                    <a:lstStyle/>
                    <a:p>
                      <a:r>
                        <a:rPr lang="en-US" sz="2000" dirty="0"/>
                        <a:t>Refactor</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Apply Azure DevOps practices or using a container strategy for workloads. </a:t>
                      </a:r>
                    </a:p>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Consider the portability of your existing code base and available development skills.</a:t>
                      </a:r>
                      <a:endParaRPr lang="en-US" sz="2000" dirty="0"/>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32104101"/>
                  </a:ext>
                </a:extLst>
              </a:tr>
              <a:tr h="370840">
                <a:tc>
                  <a:txBody>
                    <a:bodyPr/>
                    <a:lstStyle/>
                    <a:p>
                      <a:r>
                        <a:rPr lang="en-US" sz="2000" dirty="0"/>
                        <a:t>Rearchitect</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Use existing application investments, </a:t>
                      </a:r>
                    </a:p>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Apps need major revisions for new features and to work effectively on a cloud platform.</a:t>
                      </a:r>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5349120"/>
                  </a:ext>
                </a:extLst>
              </a:tr>
              <a:tr h="370840">
                <a:tc>
                  <a:txBody>
                    <a:bodyPr/>
                    <a:lstStyle/>
                    <a:p>
                      <a:r>
                        <a:rPr lang="en-US" sz="2000" dirty="0"/>
                        <a:t>Rebuild (new)</a:t>
                      </a:r>
                    </a:p>
                  </a:txBody>
                  <a:tcPr anchor="ct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Rapid development and existing apps have limited functionality and lifespan. </a:t>
                      </a:r>
                    </a:p>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Expedite business innovation by using Azure DevOps practices. </a:t>
                      </a:r>
                    </a:p>
                    <a:p>
                      <a:pPr marL="285750" indent="-285750">
                        <a:buFont typeface="Arial" panose="020B0604020202020204" pitchFamily="34" charset="0"/>
                        <a:buChar char="•"/>
                      </a:pPr>
                      <a:r>
                        <a:rPr lang="en-US" sz="2000" b="0" i="0" kern="1200" dirty="0">
                          <a:solidFill>
                            <a:schemeClr val="dk1"/>
                          </a:solidFill>
                          <a:effectLst/>
                          <a:latin typeface="+mn-lt"/>
                          <a:ea typeface="+mn-ea"/>
                          <a:cs typeface="+mn-cs"/>
                        </a:rPr>
                        <a:t>Legacy apps as no code or low apps in the cloud.</a:t>
                      </a:r>
                      <a:endParaRPr lang="en-US" sz="2000" dirty="0"/>
                    </a:p>
                  </a:txBody>
                  <a:tcPr>
                    <a:lnL w="12700" cap="flat" cmpd="sng" algn="ctr">
                      <a:solidFill>
                        <a:schemeClr val="bg1">
                          <a:lumMod val="95000"/>
                        </a:schemeClr>
                      </a:solidFill>
                      <a:prstDash val="solid"/>
                      <a:round/>
                      <a:headEnd type="none" w="med" len="med"/>
                      <a:tailEnd type="none" w="med" len="med"/>
                    </a:lnL>
                    <a:lnR w="12700" cap="flat" cmpd="sng" algn="ctr">
                      <a:solidFill>
                        <a:schemeClr val="bg1">
                          <a:lumMod val="95000"/>
                        </a:schemeClr>
                      </a:solidFill>
                      <a:prstDash val="solid"/>
                      <a:round/>
                      <a:headEnd type="none" w="med" len="med"/>
                      <a:tailEnd type="none" w="med" len="med"/>
                    </a:lnR>
                    <a:lnT w="12700" cap="flat" cmpd="sng" algn="ctr">
                      <a:solidFill>
                        <a:schemeClr val="bg1">
                          <a:lumMod val="95000"/>
                        </a:schemeClr>
                      </a:solidFill>
                      <a:prstDash val="solid"/>
                      <a:round/>
                      <a:headEnd type="none" w="med" len="med"/>
                      <a:tailEnd type="none" w="med" len="med"/>
                    </a:lnT>
                    <a:lnB w="12700" cap="flat" cmpd="sng" algn="ctr">
                      <a:solidFill>
                        <a:schemeClr val="bg1">
                          <a:lumMod val="9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370101086"/>
                  </a:ext>
                </a:extLst>
              </a:tr>
            </a:tbl>
          </a:graphicData>
        </a:graphic>
      </p:graphicFrame>
      <p:grpSp>
        <p:nvGrpSpPr>
          <p:cNvPr id="2" name="Group 1">
            <a:extLst>
              <a:ext uri="{FF2B5EF4-FFF2-40B4-BE49-F238E27FC236}">
                <a16:creationId xmlns:a16="http://schemas.microsoft.com/office/drawing/2014/main" id="{58E7E6A4-FAA9-4421-B22B-CEB3A5CCCF84}"/>
              </a:ext>
              <a:ext uri="{C183D7F6-B498-43B3-948B-1728B52AA6E4}">
                <adec:decorative xmlns:adec="http://schemas.microsoft.com/office/drawing/2017/decorative" val="1"/>
              </a:ext>
            </a:extLst>
          </p:cNvPr>
          <p:cNvGrpSpPr/>
          <p:nvPr/>
        </p:nvGrpSpPr>
        <p:grpSpPr>
          <a:xfrm>
            <a:off x="418643" y="2141156"/>
            <a:ext cx="727821" cy="3638413"/>
            <a:chOff x="418643" y="2141156"/>
            <a:chExt cx="727821" cy="3638413"/>
          </a:xfrm>
        </p:grpSpPr>
        <p:pic>
          <p:nvPicPr>
            <p:cNvPr id="3076" name="Picture 4" descr="Web design">
              <a:extLst>
                <a:ext uri="{FF2B5EF4-FFF2-40B4-BE49-F238E27FC236}">
                  <a16:creationId xmlns:a16="http://schemas.microsoft.com/office/drawing/2014/main" id="{772DE6FC-0BCF-414E-8C4B-C7CBA7F7193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643" y="3080013"/>
              <a:ext cx="714375" cy="5238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Playbook">
              <a:extLst>
                <a:ext uri="{FF2B5EF4-FFF2-40B4-BE49-F238E27FC236}">
                  <a16:creationId xmlns:a16="http://schemas.microsoft.com/office/drawing/2014/main" id="{1F0CA4E4-62AD-4B0A-B91D-EF55A2AD4FF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8643" y="4116979"/>
              <a:ext cx="714375" cy="523875"/>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Share">
              <a:extLst>
                <a:ext uri="{FF2B5EF4-FFF2-40B4-BE49-F238E27FC236}">
                  <a16:creationId xmlns:a16="http://schemas.microsoft.com/office/drawing/2014/main" id="{0D89F222-3EE0-4EA4-8842-9081514D98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089" y="2141156"/>
              <a:ext cx="714375" cy="523875"/>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Power">
              <a:extLst>
                <a:ext uri="{FF2B5EF4-FFF2-40B4-BE49-F238E27FC236}">
                  <a16:creationId xmlns:a16="http://schemas.microsoft.com/office/drawing/2014/main" id="{CD293F0F-992F-4DD5-84CC-04BF33DFC07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089" y="5255694"/>
              <a:ext cx="714375" cy="523875"/>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577997913"/>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C3479DC-1A0B-49D1-BE88-008D69B14B15}"/>
              </a:ext>
            </a:extLst>
          </p:cNvPr>
          <p:cNvSpPr>
            <a:spLocks noGrp="1"/>
          </p:cNvSpPr>
          <p:nvPr>
            <p:ph type="title"/>
          </p:nvPr>
        </p:nvSpPr>
        <p:spPr>
          <a:xfrm>
            <a:off x="418643" y="174276"/>
            <a:ext cx="11341268" cy="642840"/>
          </a:xfrm>
        </p:spPr>
        <p:txBody>
          <a:bodyPr/>
          <a:lstStyle/>
          <a:p>
            <a:r>
              <a:rPr lang="en-US" dirty="0"/>
              <a:t>Identify migration tools</a:t>
            </a:r>
          </a:p>
        </p:txBody>
      </p:sp>
      <p:graphicFrame>
        <p:nvGraphicFramePr>
          <p:cNvPr id="6" name="Table 5">
            <a:extLst>
              <a:ext uri="{FF2B5EF4-FFF2-40B4-BE49-F238E27FC236}">
                <a16:creationId xmlns:a16="http://schemas.microsoft.com/office/drawing/2014/main" id="{4502F708-1E06-434A-8CED-82FCA95A1B5E}"/>
              </a:ext>
            </a:extLst>
          </p:cNvPr>
          <p:cNvGraphicFramePr>
            <a:graphicFrameLocks noGrp="1"/>
          </p:cNvGraphicFramePr>
          <p:nvPr>
            <p:extLst>
              <p:ext uri="{D42A27DB-BD31-4B8C-83A1-F6EECF244321}">
                <p14:modId xmlns:p14="http://schemas.microsoft.com/office/powerpoint/2010/main" val="451768487"/>
              </p:ext>
            </p:extLst>
          </p:nvPr>
        </p:nvGraphicFramePr>
        <p:xfrm>
          <a:off x="418643" y="893379"/>
          <a:ext cx="11187203" cy="5790345"/>
        </p:xfrm>
        <a:graphic>
          <a:graphicData uri="http://schemas.openxmlformats.org/drawingml/2006/table">
            <a:tbl>
              <a:tblPr firstRow="1"/>
              <a:tblGrid>
                <a:gridCol w="2582466">
                  <a:extLst>
                    <a:ext uri="{9D8B030D-6E8A-4147-A177-3AD203B41FA5}">
                      <a16:colId xmlns:a16="http://schemas.microsoft.com/office/drawing/2014/main" val="3852034910"/>
                    </a:ext>
                  </a:extLst>
                </a:gridCol>
                <a:gridCol w="8604737">
                  <a:extLst>
                    <a:ext uri="{9D8B030D-6E8A-4147-A177-3AD203B41FA5}">
                      <a16:colId xmlns:a16="http://schemas.microsoft.com/office/drawing/2014/main" val="425276518"/>
                    </a:ext>
                  </a:extLst>
                </a:gridCol>
              </a:tblGrid>
              <a:tr h="423318">
                <a:tc>
                  <a:txBody>
                    <a:bodyPr/>
                    <a:lstStyle/>
                    <a:p>
                      <a:pPr algn="ctr" fontAlgn="t"/>
                      <a:r>
                        <a:rPr lang="en-US" sz="1800" dirty="0">
                          <a:solidFill>
                            <a:schemeClr val="bg1"/>
                          </a:solidFill>
                          <a:effectLst/>
                        </a:rPr>
                        <a:t>Tool</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tc>
                  <a:txBody>
                    <a:bodyPr/>
                    <a:lstStyle/>
                    <a:p>
                      <a:pPr algn="ctr" fontAlgn="t"/>
                      <a:r>
                        <a:rPr lang="en-US" sz="1800" dirty="0">
                          <a:solidFill>
                            <a:schemeClr val="bg1"/>
                          </a:solidFill>
                          <a:effectLst/>
                        </a:rPr>
                        <a:t>Usage</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tx2">
                        <a:lumMod val="50000"/>
                      </a:schemeClr>
                    </a:solidFill>
                  </a:tcPr>
                </a:tc>
                <a:extLst>
                  <a:ext uri="{0D108BD9-81ED-4DB2-BD59-A6C34878D82A}">
                    <a16:rowId xmlns:a16="http://schemas.microsoft.com/office/drawing/2014/main" val="1370682190"/>
                  </a:ext>
                </a:extLst>
              </a:tr>
              <a:tr h="719943">
                <a:tc>
                  <a:txBody>
                    <a:bodyPr/>
                    <a:lstStyle/>
                    <a:p>
                      <a:pPr algn="l" fontAlgn="t"/>
                      <a:r>
                        <a:rPr lang="en-US" sz="1600" dirty="0">
                          <a:effectLst/>
                        </a:rPr>
                        <a:t>Cloud Adoption Strategy Evaluator (</a:t>
                      </a:r>
                      <a:r>
                        <a:rPr lang="en-US" sz="1600" dirty="0">
                          <a:effectLst/>
                          <a:hlinkClick r:id="rId3" action="ppaction://hlinksldjump"/>
                        </a:rPr>
                        <a:t>*</a:t>
                      </a:r>
                      <a:r>
                        <a:rPr lang="en-US" sz="1600" dirty="0">
                          <a:effectLst/>
                        </a:rPr>
                        <a:t>)</a:t>
                      </a:r>
                      <a:br>
                        <a:rPr lang="en-US" sz="1600" dirty="0">
                          <a:effectLst/>
                        </a:rPr>
                      </a:br>
                      <a:r>
                        <a:rPr lang="en-US" sz="1600" dirty="0">
                          <a:effectLst/>
                          <a:hlinkClick r:id="rId4"/>
                        </a:rPr>
                        <a:t>URL</a:t>
                      </a:r>
                      <a:endParaRPr lang="en-US" sz="1600" dirty="0">
                        <a:effectLst/>
                      </a:endParaRP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285750" indent="-285750" algn="l" fontAlgn="t">
                        <a:buFont typeface="Arial" panose="020B0604020202020204" pitchFamily="34" charset="0"/>
                        <a:buChar char="•"/>
                      </a:pPr>
                      <a:r>
                        <a:rPr lang="en-US" sz="1600" dirty="0">
                          <a:effectLst/>
                        </a:rPr>
                        <a:t>Assesses your strategy posture across distinct areas of the Strategy methodology</a:t>
                      </a:r>
                    </a:p>
                    <a:p>
                      <a:pPr marL="742933" lvl="1" indent="-285750" algn="l" fontAlgn="t">
                        <a:buFont typeface="Arial" panose="020B0604020202020204" pitchFamily="34" charset="0"/>
                        <a:buChar char="•"/>
                      </a:pPr>
                      <a:r>
                        <a:rPr lang="en-US" sz="1600" dirty="0">
                          <a:effectLst/>
                        </a:rPr>
                        <a:t>Identifying motivations</a:t>
                      </a:r>
                    </a:p>
                    <a:p>
                      <a:pPr marL="742933" lvl="1" indent="-285750" algn="l" fontAlgn="t">
                        <a:buFont typeface="Arial" panose="020B0604020202020204" pitchFamily="34" charset="0"/>
                        <a:buChar char="•"/>
                      </a:pPr>
                      <a:r>
                        <a:rPr lang="en-US" sz="1600" dirty="0">
                          <a:effectLst/>
                        </a:rPr>
                        <a:t>Evaluating financial considerations</a:t>
                      </a:r>
                    </a:p>
                    <a:p>
                      <a:pPr marL="742933" lvl="1" indent="-285750" algn="l" fontAlgn="t">
                        <a:buFont typeface="Arial" panose="020B0604020202020204" pitchFamily="34" charset="0"/>
                        <a:buChar char="•"/>
                      </a:pPr>
                      <a:r>
                        <a:rPr lang="en-US" sz="1600" dirty="0">
                          <a:effectLst/>
                        </a:rPr>
                        <a:t>Technical considerations in creating a business case</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930130778"/>
                  </a:ext>
                </a:extLst>
              </a:tr>
              <a:tr h="719943">
                <a:tc>
                  <a:txBody>
                    <a:bodyPr/>
                    <a:lstStyle/>
                    <a:p>
                      <a:pPr algn="l" fontAlgn="t"/>
                      <a:r>
                        <a:rPr lang="en-US" sz="1600" dirty="0">
                          <a:effectLst/>
                        </a:rPr>
                        <a:t>Azure Migrate: </a:t>
                      </a:r>
                    </a:p>
                    <a:p>
                      <a:pPr algn="l" fontAlgn="t"/>
                      <a:r>
                        <a:rPr lang="en-US" sz="1600" dirty="0">
                          <a:effectLst/>
                        </a:rPr>
                        <a:t>Server Assessment</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285750" indent="-285750" algn="l" fontAlgn="t">
                        <a:buFont typeface="Arial" panose="020B0604020202020204" pitchFamily="34" charset="0"/>
                        <a:buChar char="•"/>
                      </a:pPr>
                      <a:r>
                        <a:rPr lang="en-US" sz="1600" dirty="0">
                          <a:effectLst/>
                        </a:rPr>
                        <a:t>Physical servers and on-premises VMs running in Hyper-V and VMware environments as preparation for migrating to Azure.</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3994888663"/>
                  </a:ext>
                </a:extLst>
              </a:tr>
              <a:tr h="719943">
                <a:tc>
                  <a:txBody>
                    <a:bodyPr/>
                    <a:lstStyle/>
                    <a:p>
                      <a:pPr algn="l" fontAlgn="t"/>
                      <a:r>
                        <a:rPr lang="en-US" sz="1600" dirty="0">
                          <a:effectLst/>
                        </a:rPr>
                        <a:t>Azure Migrate: </a:t>
                      </a:r>
                    </a:p>
                    <a:p>
                      <a:pPr algn="l" fontAlgn="t"/>
                      <a:r>
                        <a:rPr lang="en-US" sz="1600" dirty="0">
                          <a:effectLst/>
                        </a:rPr>
                        <a:t>Server Migration (</a:t>
                      </a:r>
                      <a:r>
                        <a:rPr lang="en-US" sz="1600" dirty="0">
                          <a:effectLst/>
                          <a:hlinkClick r:id="rId5"/>
                        </a:rPr>
                        <a:t>Example</a:t>
                      </a:r>
                      <a:r>
                        <a:rPr lang="en-US" sz="1600" dirty="0">
                          <a:effectLst/>
                        </a:rPr>
                        <a:t>)</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85750" indent="-285750" algn="l" fontAlgn="t">
                        <a:buFont typeface="Arial" panose="020B0604020202020204" pitchFamily="34" charset="0"/>
                        <a:buChar char="•"/>
                      </a:pPr>
                      <a:r>
                        <a:rPr lang="en-US" sz="1600" dirty="0">
                          <a:effectLst/>
                        </a:rPr>
                        <a:t>Physical servers and on-premises VMs running in Hyper-V, VMware environments, and other public cloud VMs.</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31372952"/>
                  </a:ext>
                </a:extLst>
              </a:tr>
              <a:tr h="719943">
                <a:tc>
                  <a:txBody>
                    <a:bodyPr/>
                    <a:lstStyle/>
                    <a:p>
                      <a:pPr algn="l" fontAlgn="t"/>
                      <a:r>
                        <a:rPr lang="en-US" sz="1600" dirty="0">
                          <a:effectLst/>
                        </a:rPr>
                        <a:t>Azure Migrate: </a:t>
                      </a:r>
                    </a:p>
                    <a:p>
                      <a:pPr algn="l" fontAlgn="t"/>
                      <a:r>
                        <a:rPr lang="en-US" sz="1600" dirty="0">
                          <a:effectLst/>
                        </a:rPr>
                        <a:t>Database Assessment</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285750" indent="-285750" algn="l" fontAlgn="t">
                        <a:buFont typeface="Arial" panose="020B0604020202020204" pitchFamily="34" charset="0"/>
                        <a:buChar char="•"/>
                      </a:pPr>
                      <a:r>
                        <a:rPr lang="en-US" sz="1600">
                          <a:effectLst/>
                        </a:rPr>
                        <a:t>Performs an assessment of on-premises Microsoft SQL Server databases as preparation for migration to Azure SQL Database, an Azure SQL Managed Instance, or Azure VMs running Microsoft SQL Server.</a:t>
                      </a:r>
                      <a:endParaRPr lang="en-US" sz="1600" dirty="0">
                        <a:effectLst/>
                      </a:endParaRP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917827364"/>
                  </a:ext>
                </a:extLst>
              </a:tr>
              <a:tr h="719943">
                <a:tc>
                  <a:txBody>
                    <a:bodyPr/>
                    <a:lstStyle/>
                    <a:p>
                      <a:pPr algn="l" fontAlgn="t"/>
                      <a:r>
                        <a:rPr lang="en-US" sz="1600" dirty="0">
                          <a:effectLst/>
                        </a:rPr>
                        <a:t>Azure Migrate: </a:t>
                      </a:r>
                    </a:p>
                    <a:p>
                      <a:pPr algn="l" fontAlgn="t"/>
                      <a:r>
                        <a:rPr lang="en-US" sz="1600" dirty="0">
                          <a:effectLst/>
                        </a:rPr>
                        <a:t>Database Migration</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85750" indent="-285750" algn="l" fontAlgn="t">
                        <a:buFont typeface="Arial" panose="020B0604020202020204" pitchFamily="34" charset="0"/>
                        <a:buChar char="•"/>
                      </a:pPr>
                      <a:r>
                        <a:rPr lang="en-US" sz="1600" strike="noStrike" dirty="0">
                          <a:effectLst/>
                        </a:rPr>
                        <a:t>Migrates data from your existing on-premises databases to databases running in Azure.</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108423790"/>
                  </a:ext>
                </a:extLst>
              </a:tr>
              <a:tr h="719943">
                <a:tc>
                  <a:txBody>
                    <a:bodyPr/>
                    <a:lstStyle/>
                    <a:p>
                      <a:pPr algn="l" fontAlgn="t"/>
                      <a:r>
                        <a:rPr lang="en-US" sz="1600" dirty="0">
                          <a:effectLst/>
                        </a:rPr>
                        <a:t>Azure Migrate: </a:t>
                      </a:r>
                    </a:p>
                    <a:p>
                      <a:pPr algn="l" fontAlgn="t"/>
                      <a:r>
                        <a:rPr lang="en-US" sz="1600" dirty="0">
                          <a:effectLst/>
                        </a:rPr>
                        <a:t>Web App Assessment</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tc>
                  <a:txBody>
                    <a:bodyPr/>
                    <a:lstStyle/>
                    <a:p>
                      <a:pPr marL="285750" indent="-285750" algn="l" fontAlgn="t">
                        <a:buFont typeface="Arial" panose="020B0604020202020204" pitchFamily="34" charset="0"/>
                        <a:buChar char="•"/>
                      </a:pPr>
                      <a:r>
                        <a:rPr lang="en-US" sz="1600" dirty="0">
                          <a:effectLst/>
                        </a:rPr>
                        <a:t>Assessment of on-premises web apps and migrates them to Azure.</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rgbClr val="FFFFFF"/>
                    </a:solidFill>
                  </a:tcPr>
                </a:tc>
                <a:extLst>
                  <a:ext uri="{0D108BD9-81ED-4DB2-BD59-A6C34878D82A}">
                    <a16:rowId xmlns:a16="http://schemas.microsoft.com/office/drawing/2014/main" val="2417288665"/>
                  </a:ext>
                </a:extLst>
              </a:tr>
              <a:tr h="719943">
                <a:tc>
                  <a:txBody>
                    <a:bodyPr/>
                    <a:lstStyle/>
                    <a:p>
                      <a:pPr algn="l" fontAlgn="t"/>
                      <a:r>
                        <a:rPr lang="en-US" sz="1600" dirty="0">
                          <a:effectLst/>
                        </a:rPr>
                        <a:t>Azure Migrate: </a:t>
                      </a:r>
                    </a:p>
                    <a:p>
                      <a:pPr algn="l" fontAlgn="t"/>
                      <a:r>
                        <a:rPr lang="en-US" sz="1600" dirty="0">
                          <a:effectLst/>
                        </a:rPr>
                        <a:t>Data Box</a:t>
                      </a:r>
                    </a:p>
                  </a:txBody>
                  <a:tcPr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285750" indent="-285750" algn="l" fontAlgn="t">
                        <a:buFont typeface="Arial" panose="020B0604020202020204" pitchFamily="34" charset="0"/>
                        <a:buChar char="•"/>
                      </a:pPr>
                      <a:r>
                        <a:rPr lang="en-US" sz="1600" dirty="0">
                          <a:effectLst/>
                        </a:rPr>
                        <a:t>Move of large amounts of offline data to Azure by using Azure Data Box.</a:t>
                      </a:r>
                    </a:p>
                  </a:txBody>
                  <a:tcPr marL="30217" marR="30217" marT="15108" marB="15108">
                    <a:lnL w="12700" cap="flat" cmpd="sng" algn="ctr">
                      <a:solidFill>
                        <a:schemeClr val="bg1">
                          <a:lumMod val="75000"/>
                        </a:schemeClr>
                      </a:solidFill>
                      <a:prstDash val="solid"/>
                      <a:round/>
                      <a:headEnd type="none" w="med" len="med"/>
                      <a:tailEnd type="none" w="med" len="med"/>
                    </a:lnL>
                    <a:lnR w="12700" cap="flat" cmpd="sng" algn="ctr">
                      <a:solidFill>
                        <a:schemeClr val="bg1">
                          <a:lumMod val="75000"/>
                        </a:schemeClr>
                      </a:solidFill>
                      <a:prstDash val="solid"/>
                      <a:round/>
                      <a:headEnd type="none" w="med" len="med"/>
                      <a:tailEnd type="none" w="med" len="med"/>
                    </a:lnR>
                    <a:lnT w="12700" cap="flat" cmpd="sng" algn="ctr">
                      <a:solidFill>
                        <a:schemeClr val="bg1">
                          <a:lumMod val="75000"/>
                        </a:schemeClr>
                      </a:solidFill>
                      <a:prstDash val="solid"/>
                      <a:round/>
                      <a:headEnd type="none" w="med" len="med"/>
                      <a:tailEnd type="none" w="med" len="med"/>
                    </a:lnT>
                    <a:lnB w="12700"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429329348"/>
                  </a:ext>
                </a:extLst>
              </a:tr>
            </a:tbl>
          </a:graphicData>
        </a:graphic>
      </p:graphicFrame>
    </p:spTree>
    <p:extLst>
      <p:ext uri="{BB962C8B-B14F-4D97-AF65-F5344CB8AC3E}">
        <p14:creationId xmlns:p14="http://schemas.microsoft.com/office/powerpoint/2010/main" val="3375312716"/>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9AEBD2-4AD6-4182-BF38-A3DE71D14CCF}"/>
              </a:ext>
            </a:extLst>
          </p:cNvPr>
          <p:cNvSpPr>
            <a:spLocks noGrp="1"/>
          </p:cNvSpPr>
          <p:nvPr>
            <p:ph type="title"/>
          </p:nvPr>
        </p:nvSpPr>
        <p:spPr/>
        <p:txBody>
          <a:bodyPr/>
          <a:lstStyle/>
          <a:p>
            <a:r>
              <a:rPr lang="en-US" dirty="0">
                <a:solidFill>
                  <a:schemeClr val="tx1"/>
                </a:solidFill>
              </a:rPr>
              <a:t>Discussion</a:t>
            </a:r>
          </a:p>
        </p:txBody>
      </p:sp>
      <p:sp>
        <p:nvSpPr>
          <p:cNvPr id="7" name="Rectangle 6">
            <a:extLst>
              <a:ext uri="{FF2B5EF4-FFF2-40B4-BE49-F238E27FC236}">
                <a16:creationId xmlns:a16="http://schemas.microsoft.com/office/drawing/2014/main" id="{E0C55107-420F-4893-A543-BBAE02ADD4F9}"/>
              </a:ext>
            </a:extLst>
          </p:cNvPr>
          <p:cNvSpPr/>
          <p:nvPr/>
        </p:nvSpPr>
        <p:spPr bwMode="auto">
          <a:xfrm>
            <a:off x="438644" y="1288679"/>
            <a:ext cx="11341267" cy="537855"/>
          </a:xfrm>
          <a:prstGeom prst="rect">
            <a:avLst/>
          </a:prstGeom>
          <a:solidFill>
            <a:srgbClr val="243A5E"/>
          </a:solidFill>
          <a:ln w="6350">
            <a:noFill/>
          </a:ln>
        </p:spPr>
        <p:style>
          <a:lnRef idx="0">
            <a:scrgbClr r="0" g="0" b="0"/>
          </a:lnRef>
          <a:fillRef idx="0">
            <a:scrgbClr r="0" g="0" b="0"/>
          </a:fillRef>
          <a:effectRef idx="0">
            <a:scrgbClr r="0" g="0" b="0"/>
          </a:effectRef>
          <a:fontRef idx="minor">
            <a:schemeClr val="lt1"/>
          </a:fontRef>
        </p:style>
        <p:txBody>
          <a:bodyPr spcFirstLastPara="0" vert="horz" wrap="square" lIns="179285" tIns="134464" rIns="179285" bIns="134464" numCol="1" spcCol="1270" anchor="ctr" anchorCtr="0">
            <a:noAutofit/>
          </a:bodyPr>
          <a:lstStyle/>
          <a:p>
            <a:pPr>
              <a:defRPr/>
            </a:pPr>
            <a:r>
              <a:rPr lang="en-US" sz="1961" dirty="0">
                <a:solidFill>
                  <a:srgbClr val="FFFFFF"/>
                </a:solidFill>
                <a:latin typeface="Segoe UI Semibold"/>
              </a:rPr>
              <a:t>HKJC adoption readiness &amp; migration planning</a:t>
            </a:r>
          </a:p>
        </p:txBody>
      </p:sp>
      <p:pic>
        <p:nvPicPr>
          <p:cNvPr id="3" name="Picture 2">
            <a:extLst>
              <a:ext uri="{FF2B5EF4-FFF2-40B4-BE49-F238E27FC236}">
                <a16:creationId xmlns:a16="http://schemas.microsoft.com/office/drawing/2014/main" id="{18CBD089-992F-48CE-89FA-F3AF8370506B}"/>
              </a:ext>
              <a:ext uri="{C183D7F6-B498-43B3-948B-1728B52AA6E4}">
                <adec:decorative xmlns:adec="http://schemas.microsoft.com/office/drawing/2017/decorative" val="1"/>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1136816" y="2363512"/>
            <a:ext cx="1465263" cy="2130976"/>
          </a:xfrm>
          <a:prstGeom prst="rect">
            <a:avLst/>
          </a:prstGeom>
        </p:spPr>
      </p:pic>
      <p:grpSp>
        <p:nvGrpSpPr>
          <p:cNvPr id="16" name="Group 15">
            <a:extLst>
              <a:ext uri="{FF2B5EF4-FFF2-40B4-BE49-F238E27FC236}">
                <a16:creationId xmlns:a16="http://schemas.microsoft.com/office/drawing/2014/main" id="{77ED2364-2FD9-66A8-0411-C9EEAE06CDB4}"/>
              </a:ext>
            </a:extLst>
          </p:cNvPr>
          <p:cNvGrpSpPr/>
          <p:nvPr/>
        </p:nvGrpSpPr>
        <p:grpSpPr>
          <a:xfrm>
            <a:off x="3715220" y="2168702"/>
            <a:ext cx="7680983" cy="2587524"/>
            <a:chOff x="3715220" y="2168702"/>
            <a:chExt cx="7680983" cy="2587524"/>
          </a:xfrm>
        </p:grpSpPr>
        <p:sp>
          <p:nvSpPr>
            <p:cNvPr id="12" name="TextBox 11">
              <a:extLst>
                <a:ext uri="{FF2B5EF4-FFF2-40B4-BE49-F238E27FC236}">
                  <a16:creationId xmlns:a16="http://schemas.microsoft.com/office/drawing/2014/main" id="{C3CBDD2D-47C1-4C01-985A-E618C6F64030}"/>
                </a:ext>
              </a:extLst>
            </p:cNvPr>
            <p:cNvSpPr txBox="1"/>
            <p:nvPr/>
          </p:nvSpPr>
          <p:spPr>
            <a:xfrm>
              <a:off x="3715220" y="2168702"/>
              <a:ext cx="6094714" cy="358560"/>
            </a:xfrm>
            <a:prstGeom prst="rect">
              <a:avLst/>
            </a:prstGeom>
            <a:noFill/>
          </p:spPr>
          <p:txBody>
            <a:bodyPr wrap="square">
              <a:spAutoFit/>
            </a:bodyPr>
            <a:lstStyle/>
            <a:p>
              <a:r>
                <a:rPr lang="en-US" sz="1730" dirty="0"/>
                <a:t>Business motivation and outcome? </a:t>
              </a:r>
            </a:p>
          </p:txBody>
        </p:sp>
        <p:sp>
          <p:nvSpPr>
            <p:cNvPr id="8" name="Rectangle 7">
              <a:extLst>
                <a:ext uri="{FF2B5EF4-FFF2-40B4-BE49-F238E27FC236}">
                  <a16:creationId xmlns:a16="http://schemas.microsoft.com/office/drawing/2014/main" id="{169F3006-8609-4CDD-B431-90D1B3D88F78}"/>
                </a:ext>
              </a:extLst>
            </p:cNvPr>
            <p:cNvSpPr/>
            <p:nvPr/>
          </p:nvSpPr>
          <p:spPr>
            <a:xfrm>
              <a:off x="3793169" y="2612961"/>
              <a:ext cx="7590042" cy="484772"/>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defRPr/>
              </a:pPr>
              <a:r>
                <a:rPr lang="en-US" dirty="0">
                  <a:solidFill>
                    <a:srgbClr val="000000"/>
                  </a:solidFill>
                  <a:latin typeface="Segoe UI"/>
                </a:rPr>
                <a:t>Concern? SLA? Business Commitment?</a:t>
              </a:r>
            </a:p>
          </p:txBody>
        </p:sp>
        <p:sp>
          <p:nvSpPr>
            <p:cNvPr id="10" name="Rectangle 9">
              <a:extLst>
                <a:ext uri="{FF2B5EF4-FFF2-40B4-BE49-F238E27FC236}">
                  <a16:creationId xmlns:a16="http://schemas.microsoft.com/office/drawing/2014/main" id="{7A1C3FAD-9381-4EE0-8345-F88F6A7F84D6}"/>
                </a:ext>
              </a:extLst>
            </p:cNvPr>
            <p:cNvSpPr/>
            <p:nvPr/>
          </p:nvSpPr>
          <p:spPr>
            <a:xfrm>
              <a:off x="3793169" y="3158113"/>
              <a:ext cx="7590042" cy="484771"/>
            </a:xfrm>
            <a:prstGeom prst="rect">
              <a:avLst/>
            </a:prstGeom>
            <a:no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0" tIns="0" rIns="0" bIns="0" numCol="1" spcCol="1270" anchor="ctr" anchorCtr="0">
              <a:noAutofit/>
            </a:bodyPr>
            <a:lstStyle/>
            <a:p>
              <a:pPr marL="0" lvl="1">
                <a:spcBef>
                  <a:spcPts val="1176"/>
                </a:spcBef>
                <a:defRPr/>
              </a:pPr>
              <a:r>
                <a:rPr lang="en-US" dirty="0">
                  <a:solidFill>
                    <a:srgbClr val="000000"/>
                  </a:solidFill>
                  <a:latin typeface="Segoe UI"/>
                </a:rPr>
                <a:t>Digital Estate? Power-Of-N planning?</a:t>
              </a:r>
            </a:p>
          </p:txBody>
        </p:sp>
        <p:sp>
          <p:nvSpPr>
            <p:cNvPr id="15" name="TextBox 14">
              <a:extLst>
                <a:ext uri="{FF2B5EF4-FFF2-40B4-BE49-F238E27FC236}">
                  <a16:creationId xmlns:a16="http://schemas.microsoft.com/office/drawing/2014/main" id="{C50BFC7E-683D-4B04-9841-31E3C24F7C3C}"/>
                </a:ext>
              </a:extLst>
            </p:cNvPr>
            <p:cNvSpPr txBox="1"/>
            <p:nvPr/>
          </p:nvSpPr>
          <p:spPr>
            <a:xfrm>
              <a:off x="3724962" y="3765541"/>
              <a:ext cx="7590041" cy="338554"/>
            </a:xfrm>
            <a:prstGeom prst="rect">
              <a:avLst/>
            </a:prstGeom>
            <a:noFill/>
          </p:spPr>
          <p:txBody>
            <a:bodyPr wrap="square">
              <a:spAutoFit/>
            </a:bodyPr>
            <a:lstStyle/>
            <a:p>
              <a:pPr marL="0" lvl="1">
                <a:spcBef>
                  <a:spcPts val="1176"/>
                </a:spcBef>
                <a:defRPr/>
              </a:pPr>
              <a:r>
                <a:rPr lang="en-US" sz="1600" dirty="0">
                  <a:solidFill>
                    <a:srgbClr val="000000"/>
                  </a:solidFill>
                  <a:latin typeface="Segoe UI"/>
                </a:rPr>
                <a:t>Adoption and Skill Readiness?</a:t>
              </a:r>
            </a:p>
          </p:txBody>
        </p:sp>
        <p:cxnSp>
          <p:nvCxnSpPr>
            <p:cNvPr id="9" name="Straight Connector 8">
              <a:extLst>
                <a:ext uri="{FF2B5EF4-FFF2-40B4-BE49-F238E27FC236}">
                  <a16:creationId xmlns:a16="http://schemas.microsoft.com/office/drawing/2014/main" id="{BE6AA3B9-5828-4A5D-8314-9576F28143B1}"/>
                </a:ext>
                <a:ext uri="{C183D7F6-B498-43B3-948B-1728B52AA6E4}">
                  <adec:decorative xmlns:adec="http://schemas.microsoft.com/office/drawing/2017/decorative" val="1"/>
                </a:ext>
              </a:extLst>
            </p:cNvPr>
            <p:cNvCxnSpPr>
              <a:cxnSpLocks/>
            </p:cNvCxnSpPr>
            <p:nvPr/>
          </p:nvCxnSpPr>
          <p:spPr>
            <a:xfrm>
              <a:off x="3793169" y="3123094"/>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B905F8E-10CE-4B6E-B967-66074399B7A7}"/>
                </a:ext>
                <a:ext uri="{C183D7F6-B498-43B3-948B-1728B52AA6E4}">
                  <adec:decorative xmlns:adec="http://schemas.microsoft.com/office/drawing/2017/decorative" val="1"/>
                </a:ext>
              </a:extLst>
            </p:cNvPr>
            <p:cNvCxnSpPr>
              <a:cxnSpLocks/>
            </p:cNvCxnSpPr>
            <p:nvPr/>
          </p:nvCxnSpPr>
          <p:spPr>
            <a:xfrm>
              <a:off x="3806161" y="3670724"/>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192C2AD6-3468-4AA0-A0EF-4074F79C500E}"/>
                </a:ext>
                <a:ext uri="{C183D7F6-B498-43B3-948B-1728B52AA6E4}">
                  <adec:decorative xmlns:adec="http://schemas.microsoft.com/office/drawing/2017/decorative" val="1"/>
                </a:ext>
              </a:extLst>
            </p:cNvPr>
            <p:cNvCxnSpPr>
              <a:cxnSpLocks/>
            </p:cNvCxnSpPr>
            <p:nvPr/>
          </p:nvCxnSpPr>
          <p:spPr>
            <a:xfrm>
              <a:off x="3806161" y="2614236"/>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7CBC22F-F266-4E4E-89CB-338980C852D8}"/>
                </a:ext>
                <a:ext uri="{C183D7F6-B498-43B3-948B-1728B52AA6E4}">
                  <adec:decorative xmlns:adec="http://schemas.microsoft.com/office/drawing/2017/decorative" val="1"/>
                </a:ext>
              </a:extLst>
            </p:cNvPr>
            <p:cNvCxnSpPr>
              <a:cxnSpLocks/>
            </p:cNvCxnSpPr>
            <p:nvPr/>
          </p:nvCxnSpPr>
          <p:spPr>
            <a:xfrm>
              <a:off x="3793169" y="4152322"/>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B1F6BCE5-C176-E64D-E51B-43938108C631}"/>
                </a:ext>
              </a:extLst>
            </p:cNvPr>
            <p:cNvSpPr txBox="1"/>
            <p:nvPr/>
          </p:nvSpPr>
          <p:spPr>
            <a:xfrm>
              <a:off x="3715220" y="4310692"/>
              <a:ext cx="6094714" cy="358560"/>
            </a:xfrm>
            <a:prstGeom prst="rect">
              <a:avLst/>
            </a:prstGeom>
            <a:noFill/>
          </p:spPr>
          <p:txBody>
            <a:bodyPr wrap="square">
              <a:spAutoFit/>
            </a:bodyPr>
            <a:lstStyle/>
            <a:p>
              <a:r>
                <a:rPr lang="en-US" sz="1730" dirty="0"/>
                <a:t>Any use cases?</a:t>
              </a:r>
            </a:p>
          </p:txBody>
        </p:sp>
        <p:cxnSp>
          <p:nvCxnSpPr>
            <p:cNvPr id="25" name="Straight Connector 24">
              <a:extLst>
                <a:ext uri="{FF2B5EF4-FFF2-40B4-BE49-F238E27FC236}">
                  <a16:creationId xmlns:a16="http://schemas.microsoft.com/office/drawing/2014/main" id="{37CBED07-B71D-9C5A-1367-2BACBF80A78C}"/>
                </a:ext>
                <a:ext uri="{C183D7F6-B498-43B3-948B-1728B52AA6E4}">
                  <adec:decorative xmlns:adec="http://schemas.microsoft.com/office/drawing/2017/decorative" val="1"/>
                </a:ext>
              </a:extLst>
            </p:cNvPr>
            <p:cNvCxnSpPr>
              <a:cxnSpLocks/>
            </p:cNvCxnSpPr>
            <p:nvPr/>
          </p:nvCxnSpPr>
          <p:spPr>
            <a:xfrm>
              <a:off x="3806161" y="4756226"/>
              <a:ext cx="7590042" cy="0"/>
            </a:xfrm>
            <a:prstGeom prst="line">
              <a:avLst/>
            </a:prstGeom>
            <a:ln w="19050">
              <a:solidFill>
                <a:schemeClr val="bg1">
                  <a:lumMod val="7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570485831"/>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28681" y="2629984"/>
            <a:ext cx="5807732" cy="1793104"/>
          </a:xfrm>
        </p:spPr>
        <p:txBody>
          <a:bodyPr wrap="square" anchor="ctr">
            <a:normAutofit/>
          </a:bodyPr>
          <a:lstStyle/>
          <a:p>
            <a:r>
              <a:rPr lang="en-US" sz="4400" dirty="0">
                <a:solidFill>
                  <a:schemeClr val="tx1"/>
                </a:solidFill>
                <a:latin typeface="Segoe UI Semibold (Headings)"/>
                <a:cs typeface="Segoe UI"/>
              </a:rPr>
              <a:t>Multi-Cloud Strategy by Azure Arc</a:t>
            </a:r>
          </a:p>
        </p:txBody>
      </p:sp>
    </p:spTree>
    <p:extLst>
      <p:ext uri="{BB962C8B-B14F-4D97-AF65-F5344CB8AC3E}">
        <p14:creationId xmlns:p14="http://schemas.microsoft.com/office/powerpoint/2010/main" val="1327125647"/>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73E29-BA3B-45DF-AFEE-F214CAB620CB}"/>
              </a:ext>
            </a:extLst>
          </p:cNvPr>
          <p:cNvSpPr>
            <a:spLocks noGrp="1"/>
          </p:cNvSpPr>
          <p:nvPr>
            <p:ph type="title"/>
          </p:nvPr>
        </p:nvSpPr>
        <p:spPr>
          <a:xfrm>
            <a:off x="586735" y="794018"/>
            <a:ext cx="11018520" cy="498598"/>
          </a:xfrm>
        </p:spPr>
        <p:txBody>
          <a:bodyPr/>
          <a:lstStyle/>
          <a:p>
            <a:pPr marL="0" marR="0" lvl="0" indent="0" algn="ctr" defTabSz="797999" rtl="0" eaLnBrk="1" fontAlgn="base" latinLnBrk="0" hangingPunct="1">
              <a:lnSpc>
                <a:spcPct val="90000"/>
              </a:lnSpc>
              <a:spcBef>
                <a:spcPct val="0"/>
              </a:spcBef>
              <a:spcAft>
                <a:spcPct val="0"/>
              </a:spcAft>
              <a:tabLst>
                <a:tab pos="920876" algn="l"/>
              </a:tabLst>
              <a:defRPr/>
            </a:pPr>
            <a:r>
              <a:rPr lang="en-GB"/>
              <a:t>Azure Arc Overview</a:t>
            </a:r>
          </a:p>
        </p:txBody>
      </p:sp>
      <p:pic>
        <p:nvPicPr>
          <p:cNvPr id="20" name="Picture 2" descr="Azure Arc management control plane diagram">
            <a:extLst>
              <a:ext uri="{FF2B5EF4-FFF2-40B4-BE49-F238E27FC236}">
                <a16:creationId xmlns:a16="http://schemas.microsoft.com/office/drawing/2014/main" id="{CDE2DF96-8CCA-44B4-A360-12C9041EE64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097" y="1705015"/>
            <a:ext cx="11479795" cy="41708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186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42" presetClass="path" presetSubtype="0" decel="100000" fill="hold" grpId="1" nodeType="withEffect">
                                  <p:stCondLst>
                                    <p:cond delay="0"/>
                                  </p:stCondLst>
                                  <p:childTnLst>
                                    <p:animMotion origin="layout" path="M 0 -3.33333E-6 L 0 0.02454 " pathEditMode="relative" rAng="0" ptsTypes="AA">
                                      <p:cBhvr>
                                        <p:cTn id="9" dur="500" spd="-100000" fill="hold"/>
                                        <p:tgtEl>
                                          <p:spTgt spid="2"/>
                                        </p:tgtEl>
                                        <p:attrNameLst>
                                          <p:attrName>ppt_x</p:attrName>
                                          <p:attrName>ppt_y</p:attrName>
                                        </p:attrNameLst>
                                      </p:cBhvr>
                                      <p:rCtr x="0" y="1227"/>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8D1556CD-29AE-4EEB-8B7C-2582942E5C5C}"/>
              </a:ext>
            </a:extLst>
          </p:cNvPr>
          <p:cNvSpPr>
            <a:spLocks noGrp="1"/>
          </p:cNvSpPr>
          <p:nvPr>
            <p:ph type="title"/>
          </p:nvPr>
        </p:nvSpPr>
        <p:spPr>
          <a:xfrm>
            <a:off x="718554" y="173328"/>
            <a:ext cx="11018520" cy="1107996"/>
          </a:xfrm>
        </p:spPr>
        <p:txBody>
          <a:bodyPr/>
          <a:lstStyle/>
          <a:p>
            <a:pPr algn="ctr"/>
            <a:r>
              <a:rPr lang="en-US"/>
              <a:t>Azure Arc – Enabled Infrastructure and Enabled Services</a:t>
            </a:r>
          </a:p>
        </p:txBody>
      </p:sp>
      <p:sp>
        <p:nvSpPr>
          <p:cNvPr id="11" name="Content Placeholder 10">
            <a:extLst>
              <a:ext uri="{FF2B5EF4-FFF2-40B4-BE49-F238E27FC236}">
                <a16:creationId xmlns:a16="http://schemas.microsoft.com/office/drawing/2014/main" id="{D2BE468D-42D2-4122-A313-B67A4E586A86}"/>
              </a:ext>
            </a:extLst>
          </p:cNvPr>
          <p:cNvSpPr>
            <a:spLocks noGrp="1"/>
          </p:cNvSpPr>
          <p:nvPr>
            <p:ph sz="quarter" idx="15"/>
          </p:nvPr>
        </p:nvSpPr>
        <p:spPr>
          <a:xfrm>
            <a:off x="5543161" y="2198455"/>
            <a:ext cx="5185572" cy="492092"/>
          </a:xfrm>
        </p:spPr>
        <p:txBody>
          <a:bodyPr/>
          <a:lstStyle/>
          <a:p>
            <a:pPr marL="0" indent="0">
              <a:buNone/>
            </a:pPr>
            <a:r>
              <a:rPr kumimoji="0" lang="en-US" sz="2400" b="0" i="0" u="none" strike="noStrike" kern="1200" cap="none" spc="0" normalizeH="0" baseline="0" noProof="0">
                <a:ln>
                  <a:noFill/>
                </a:ln>
                <a:solidFill>
                  <a:srgbClr val="FFFFFF"/>
                </a:solidFill>
                <a:effectLst/>
                <a:uLnTx/>
                <a:uFillTx/>
                <a:latin typeface="Segoe UI Semibold"/>
                <a:ea typeface="+mn-ea"/>
                <a:cs typeface="Segoe UI" pitchFamily="34" charset="0"/>
              </a:rPr>
              <a:t>Single control plane with </a:t>
            </a:r>
            <a:r>
              <a:rPr kumimoji="0" lang="en-US" sz="2400" b="0" i="0" u="none" strike="noStrike" kern="1200" cap="none" spc="0" normalizeH="0" baseline="0" noProof="0">
                <a:ln>
                  <a:noFill/>
                </a:ln>
                <a:solidFill>
                  <a:srgbClr val="50E6FF"/>
                </a:solidFill>
                <a:effectLst/>
                <a:uLnTx/>
                <a:uFillTx/>
                <a:latin typeface="Segoe UI Semibold"/>
                <a:ea typeface="+mn-ea"/>
                <a:cs typeface="Segoe UI" pitchFamily="34" charset="0"/>
              </a:rPr>
              <a:t>Azure Arc</a:t>
            </a:r>
            <a:endParaRPr lang="en-US"/>
          </a:p>
        </p:txBody>
      </p:sp>
      <p:sp>
        <p:nvSpPr>
          <p:cNvPr id="7" name="Graphic 117" descr="Microsoft Azure Cloud logo">
            <a:extLst>
              <a:ext uri="{FF2B5EF4-FFF2-40B4-BE49-F238E27FC236}">
                <a16:creationId xmlns:a16="http://schemas.microsoft.com/office/drawing/2014/main" id="{A81A5CB1-23DA-C640-B9C9-A8B11282B827}"/>
              </a:ext>
              <a:ext uri="{C183D7F6-B498-43B3-948B-1728B52AA6E4}">
                <adec:decorative xmlns:adec="http://schemas.microsoft.com/office/drawing/2017/decorative" val="0"/>
              </a:ext>
            </a:extLst>
          </p:cNvPr>
          <p:cNvSpPr/>
          <p:nvPr/>
        </p:nvSpPr>
        <p:spPr>
          <a:xfrm>
            <a:off x="798797" y="923469"/>
            <a:ext cx="3923833" cy="2234029"/>
          </a:xfrm>
          <a:custGeom>
            <a:avLst/>
            <a:gdLst>
              <a:gd name="connsiteX0" fmla="*/ 3369809 w 3923833"/>
              <a:gd name="connsiteY0" fmla="*/ 1112015 h 2234029"/>
              <a:gd name="connsiteX1" fmla="*/ 3323252 w 3923833"/>
              <a:gd name="connsiteY1" fmla="*/ 1112015 h 2234029"/>
              <a:gd name="connsiteX2" fmla="*/ 3323252 w 3923833"/>
              <a:gd name="connsiteY2" fmla="*/ 1112015 h 2234029"/>
              <a:gd name="connsiteX3" fmla="*/ 3029946 w 3923833"/>
              <a:gd name="connsiteY3" fmla="*/ 544024 h 2234029"/>
              <a:gd name="connsiteX4" fmla="*/ 2392120 w 3923833"/>
              <a:gd name="connsiteY4" fmla="*/ 455566 h 2234029"/>
              <a:gd name="connsiteX5" fmla="*/ 1451675 w 3923833"/>
              <a:gd name="connsiteY5" fmla="*/ 22589 h 2234029"/>
              <a:gd name="connsiteX6" fmla="*/ 809194 w 3923833"/>
              <a:gd name="connsiteY6" fmla="*/ 832675 h 2234029"/>
              <a:gd name="connsiteX7" fmla="*/ 809194 w 3923833"/>
              <a:gd name="connsiteY7" fmla="*/ 841986 h 2234029"/>
              <a:gd name="connsiteX8" fmla="*/ 138778 w 3923833"/>
              <a:gd name="connsiteY8" fmla="*/ 1112015 h 2234029"/>
              <a:gd name="connsiteX9" fmla="*/ 64287 w 3923833"/>
              <a:gd name="connsiteY9" fmla="*/ 1828987 h 2234029"/>
              <a:gd name="connsiteX10" fmla="*/ 664868 w 3923833"/>
              <a:gd name="connsiteY10" fmla="*/ 2229374 h 2234029"/>
              <a:gd name="connsiteX11" fmla="*/ 664868 w 3923833"/>
              <a:gd name="connsiteY11" fmla="*/ 2234030 h 2234029"/>
              <a:gd name="connsiteX12" fmla="*/ 3365153 w 3923833"/>
              <a:gd name="connsiteY12" fmla="*/ 2234030 h 2234029"/>
              <a:gd name="connsiteX13" fmla="*/ 3923833 w 3923833"/>
              <a:gd name="connsiteY13" fmla="*/ 1675350 h 2234029"/>
              <a:gd name="connsiteX14" fmla="*/ 3369809 w 3923833"/>
              <a:gd name="connsiteY14" fmla="*/ 1112015 h 2234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3833" h="2234029">
                <a:moveTo>
                  <a:pt x="3369809" y="1112015"/>
                </a:moveTo>
                <a:cubicBezTo>
                  <a:pt x="3355842" y="1112015"/>
                  <a:pt x="3337220" y="1112015"/>
                  <a:pt x="3323252" y="1112015"/>
                </a:cubicBezTo>
                <a:cubicBezTo>
                  <a:pt x="3323252" y="1112015"/>
                  <a:pt x="3323252" y="1112015"/>
                  <a:pt x="3323252" y="1112015"/>
                </a:cubicBezTo>
                <a:cubicBezTo>
                  <a:pt x="3323252" y="883887"/>
                  <a:pt x="3211517" y="674382"/>
                  <a:pt x="3029946" y="544024"/>
                </a:cubicBezTo>
                <a:cubicBezTo>
                  <a:pt x="2843719" y="413665"/>
                  <a:pt x="2606280" y="381075"/>
                  <a:pt x="2392120" y="455566"/>
                </a:cubicBezTo>
                <a:cubicBezTo>
                  <a:pt x="2215204" y="111047"/>
                  <a:pt x="1824128" y="-65868"/>
                  <a:pt x="1451675" y="22589"/>
                </a:cubicBezTo>
                <a:cubicBezTo>
                  <a:pt x="1079222" y="111047"/>
                  <a:pt x="809194" y="446255"/>
                  <a:pt x="809194" y="832675"/>
                </a:cubicBezTo>
                <a:cubicBezTo>
                  <a:pt x="809194" y="832675"/>
                  <a:pt x="809194" y="837330"/>
                  <a:pt x="809194" y="841986"/>
                </a:cubicBezTo>
                <a:cubicBezTo>
                  <a:pt x="553132" y="800085"/>
                  <a:pt x="297070" y="907165"/>
                  <a:pt x="138778" y="1112015"/>
                </a:cubicBezTo>
                <a:cubicBezTo>
                  <a:pt x="-14859" y="1321520"/>
                  <a:pt x="-42793" y="1596204"/>
                  <a:pt x="64287" y="1828987"/>
                </a:cubicBezTo>
                <a:cubicBezTo>
                  <a:pt x="176023" y="2061770"/>
                  <a:pt x="408806" y="2215407"/>
                  <a:pt x="664868" y="2229374"/>
                </a:cubicBezTo>
                <a:lnTo>
                  <a:pt x="664868" y="2234030"/>
                </a:lnTo>
                <a:lnTo>
                  <a:pt x="3365153" y="2234030"/>
                </a:lnTo>
                <a:cubicBezTo>
                  <a:pt x="3672427" y="2234030"/>
                  <a:pt x="3923833" y="1982624"/>
                  <a:pt x="3923833" y="1675350"/>
                </a:cubicBezTo>
                <a:cubicBezTo>
                  <a:pt x="3923833" y="1368076"/>
                  <a:pt x="3677083" y="1112015"/>
                  <a:pt x="3369809" y="1112015"/>
                </a:cubicBezTo>
                <a:close/>
              </a:path>
            </a:pathLst>
          </a:custGeom>
          <a:solidFill>
            <a:schemeClr val="bg1"/>
          </a:solidFill>
          <a:ln w="28575" cap="flat">
            <a:solidFill>
              <a:schemeClr val="accent1"/>
            </a:solid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egoe UI"/>
              <a:ea typeface="+mn-ea"/>
              <a:cs typeface="+mn-cs"/>
            </a:endParaRPr>
          </a:p>
        </p:txBody>
      </p:sp>
      <p:pic>
        <p:nvPicPr>
          <p:cNvPr id="120" name="Picture 119">
            <a:extLst>
              <a:ext uri="{FF2B5EF4-FFF2-40B4-BE49-F238E27FC236}">
                <a16:creationId xmlns:a16="http://schemas.microsoft.com/office/drawing/2014/main" id="{A21F8764-9BF0-4841-ABC6-E308AF36C074}"/>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r="82446" b="108"/>
          <a:stretch/>
        </p:blipFill>
        <p:spPr>
          <a:xfrm>
            <a:off x="1278640" y="1965444"/>
            <a:ext cx="451931" cy="493858"/>
          </a:xfrm>
          <a:prstGeom prst="rect">
            <a:avLst/>
          </a:prstGeom>
        </p:spPr>
      </p:pic>
      <p:cxnSp>
        <p:nvCxnSpPr>
          <p:cNvPr id="8" name="Straight Connector 7">
            <a:extLst>
              <a:ext uri="{FF2B5EF4-FFF2-40B4-BE49-F238E27FC236}">
                <a16:creationId xmlns:a16="http://schemas.microsoft.com/office/drawing/2014/main" id="{C84C1588-EBC3-4528-860F-81A490B6A47A}"/>
              </a:ext>
              <a:ext uri="{C183D7F6-B498-43B3-948B-1728B52AA6E4}">
                <adec:decorative xmlns:adec="http://schemas.microsoft.com/office/drawing/2017/decorative" val="1"/>
              </a:ext>
            </a:extLst>
          </p:cNvPr>
          <p:cNvCxnSpPr>
            <a:cxnSpLocks/>
          </p:cNvCxnSpPr>
          <p:nvPr/>
        </p:nvCxnSpPr>
        <p:spPr>
          <a:xfrm>
            <a:off x="6332324" y="2866321"/>
            <a:ext cx="0" cy="447122"/>
          </a:xfrm>
          <a:prstGeom prst="line">
            <a:avLst/>
          </a:prstGeom>
          <a:noFill/>
          <a:ln w="19050" cap="flat" cmpd="sng" algn="ctr">
            <a:solidFill>
              <a:srgbClr val="0070C0"/>
            </a:solidFill>
            <a:prstDash val="solid"/>
            <a:headEnd type="arrow"/>
            <a:tailEnd type="none"/>
          </a:ln>
          <a:effectLst/>
        </p:spPr>
      </p:cxnSp>
      <p:cxnSp>
        <p:nvCxnSpPr>
          <p:cNvPr id="4" name="Straight Connector 3">
            <a:extLst>
              <a:ext uri="{FF2B5EF4-FFF2-40B4-BE49-F238E27FC236}">
                <a16:creationId xmlns:a16="http://schemas.microsoft.com/office/drawing/2014/main" id="{C3D4D9DD-95F0-42CA-93D3-68A90450766F}"/>
              </a:ext>
              <a:ext uri="{C183D7F6-B498-43B3-948B-1728B52AA6E4}">
                <adec:decorative xmlns:adec="http://schemas.microsoft.com/office/drawing/2017/decorative" val="1"/>
              </a:ext>
            </a:extLst>
          </p:cNvPr>
          <p:cNvCxnSpPr>
            <a:cxnSpLocks/>
          </p:cNvCxnSpPr>
          <p:nvPr/>
        </p:nvCxnSpPr>
        <p:spPr>
          <a:xfrm flipV="1">
            <a:off x="10000777" y="2866321"/>
            <a:ext cx="0" cy="463527"/>
          </a:xfrm>
          <a:prstGeom prst="line">
            <a:avLst/>
          </a:prstGeom>
          <a:noFill/>
          <a:ln w="19050" cap="flat" cmpd="sng" algn="ctr">
            <a:solidFill>
              <a:srgbClr val="0070C0"/>
            </a:solidFill>
            <a:prstDash val="solid"/>
            <a:headEnd type="arrow"/>
            <a:tailEnd type="none"/>
          </a:ln>
          <a:effectLst/>
        </p:spPr>
      </p:cxnSp>
      <p:sp>
        <p:nvSpPr>
          <p:cNvPr id="3" name="Content Placeholder 2">
            <a:extLst>
              <a:ext uri="{FF2B5EF4-FFF2-40B4-BE49-F238E27FC236}">
                <a16:creationId xmlns:a16="http://schemas.microsoft.com/office/drawing/2014/main" id="{BF2C78BC-8C17-4F9D-BAA9-9FD5D0B74356}"/>
              </a:ext>
            </a:extLst>
          </p:cNvPr>
          <p:cNvSpPr>
            <a:spLocks noGrp="1"/>
          </p:cNvSpPr>
          <p:nvPr>
            <p:ph sz="quarter" idx="10"/>
          </p:nvPr>
        </p:nvSpPr>
        <p:spPr>
          <a:xfrm>
            <a:off x="4064856" y="3493440"/>
            <a:ext cx="4537095" cy="1024896"/>
          </a:xfrm>
        </p:spPr>
        <p:txBody>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50E6FF"/>
                </a:solidFill>
                <a:effectLst/>
                <a:uLnTx/>
                <a:uFillTx/>
                <a:latin typeface="Segoe UI"/>
                <a:ea typeface="+mn-ea"/>
                <a:cs typeface="+mn-cs"/>
              </a:rPr>
              <a:t>Azure Arc enabled infrastructure</a:t>
            </a:r>
          </a:p>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a:ln w="3175">
                  <a:noFill/>
                </a:ln>
                <a:solidFill>
                  <a:srgbClr val="FFFFFF"/>
                </a:solidFill>
                <a:effectLst/>
                <a:uLnTx/>
                <a:uFillTx/>
                <a:latin typeface="Segoe UI" panose="020B0502040204020203" pitchFamily="34" charset="0"/>
                <a:ea typeface="+mn-ea"/>
                <a:cs typeface="Segoe UI" panose="020B0502040204020203" pitchFamily="34" charset="0"/>
              </a:rPr>
              <a:t>Connect and operate hybrid resources </a:t>
            </a:r>
          </a:p>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a:ln w="3175">
                  <a:noFill/>
                </a:ln>
                <a:solidFill>
                  <a:srgbClr val="FFFFFF"/>
                </a:solidFill>
                <a:effectLst/>
                <a:uLnTx/>
                <a:uFillTx/>
                <a:latin typeface="Segoe UI" panose="020B0502040204020203" pitchFamily="34" charset="0"/>
                <a:ea typeface="+mn-ea"/>
                <a:cs typeface="Segoe UI" panose="020B0502040204020203" pitchFamily="34" charset="0"/>
              </a:rPr>
              <a:t>as native Azure resources</a:t>
            </a:r>
          </a:p>
        </p:txBody>
      </p:sp>
      <p:sp>
        <p:nvSpPr>
          <p:cNvPr id="5" name="Content Placeholder 4">
            <a:extLst>
              <a:ext uri="{FF2B5EF4-FFF2-40B4-BE49-F238E27FC236}">
                <a16:creationId xmlns:a16="http://schemas.microsoft.com/office/drawing/2014/main" id="{6D0C422D-6931-4192-AC01-47A56101F4B0}"/>
              </a:ext>
            </a:extLst>
          </p:cNvPr>
          <p:cNvSpPr>
            <a:spLocks noGrp="1"/>
          </p:cNvSpPr>
          <p:nvPr>
            <p:ph sz="quarter" idx="11"/>
          </p:nvPr>
        </p:nvSpPr>
        <p:spPr>
          <a:xfrm>
            <a:off x="8248037" y="3495421"/>
            <a:ext cx="3489037" cy="803297"/>
          </a:xfrm>
        </p:spPr>
        <p:txBody>
          <a:bodyPr/>
          <a:lstStyle/>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600" b="0" i="0" u="none" strike="noStrike" kern="1200" cap="none" spc="0" normalizeH="0" baseline="0" noProof="0">
                <a:ln>
                  <a:noFill/>
                </a:ln>
                <a:solidFill>
                  <a:srgbClr val="50E6FF"/>
                </a:solidFill>
                <a:effectLst/>
                <a:uLnTx/>
                <a:uFillTx/>
                <a:latin typeface="Segoe UI"/>
                <a:ea typeface="+mn-ea"/>
                <a:cs typeface="+mn-cs"/>
              </a:rPr>
              <a:t>Azure Arc enabled services</a:t>
            </a:r>
          </a:p>
          <a:p>
            <a:pPr marL="0" marR="0" lvl="0" indent="0" algn="ctr" defTabSz="932293" rtl="0" eaLnBrk="1" fontAlgn="base" latinLnBrk="0" hangingPunct="1">
              <a:lnSpc>
                <a:spcPct val="90000"/>
              </a:lnSpc>
              <a:spcBef>
                <a:spcPct val="0"/>
              </a:spcBef>
              <a:spcAft>
                <a:spcPct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Segoe UI"/>
                <a:ea typeface="+mn-ea"/>
                <a:cs typeface="+mn-cs"/>
              </a:rPr>
              <a:t>Deploy and run Azure services outside of Azure while still operating it from Azure</a:t>
            </a:r>
          </a:p>
        </p:txBody>
      </p:sp>
      <p:pic>
        <p:nvPicPr>
          <p:cNvPr id="76" name="Graphic 75">
            <a:extLst>
              <a:ext uri="{FF2B5EF4-FFF2-40B4-BE49-F238E27FC236}">
                <a16:creationId xmlns:a16="http://schemas.microsoft.com/office/drawing/2014/main" id="{830D4441-2390-44FE-A342-9FFEA8A1D705}"/>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78377" y="4488518"/>
            <a:ext cx="365760" cy="365760"/>
          </a:xfrm>
          <a:prstGeom prst="rect">
            <a:avLst/>
          </a:prstGeom>
        </p:spPr>
      </p:pic>
      <p:pic>
        <p:nvPicPr>
          <p:cNvPr id="78" name="Graphic 77">
            <a:extLst>
              <a:ext uri="{FF2B5EF4-FFF2-40B4-BE49-F238E27FC236}">
                <a16:creationId xmlns:a16="http://schemas.microsoft.com/office/drawing/2014/main" id="{C4B07436-104C-4BDE-805D-508A633B0F1B}"/>
              </a:ext>
              <a:ext uri="{C183D7F6-B498-43B3-948B-1728B52AA6E4}">
                <adec:decorative xmlns:adec="http://schemas.microsoft.com/office/drawing/2017/decorative" val="1"/>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998657" y="4488518"/>
            <a:ext cx="365760" cy="365760"/>
          </a:xfrm>
          <a:prstGeom prst="rect">
            <a:avLst/>
          </a:prstGeom>
        </p:spPr>
      </p:pic>
      <p:pic>
        <p:nvPicPr>
          <p:cNvPr id="79" name="Graphic 78" descr="AKS logo">
            <a:extLst>
              <a:ext uri="{FF2B5EF4-FFF2-40B4-BE49-F238E27FC236}">
                <a16:creationId xmlns:a16="http://schemas.microsoft.com/office/drawing/2014/main" id="{3A213FF2-FFE8-4313-98BC-42874A2C4083}"/>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447852" y="4491417"/>
            <a:ext cx="365760" cy="365760"/>
          </a:xfrm>
          <a:prstGeom prst="rect">
            <a:avLst/>
          </a:prstGeom>
        </p:spPr>
      </p:pic>
      <p:pic>
        <p:nvPicPr>
          <p:cNvPr id="80" name="Graphic 79" descr="AKS logo">
            <a:extLst>
              <a:ext uri="{FF2B5EF4-FFF2-40B4-BE49-F238E27FC236}">
                <a16:creationId xmlns:a16="http://schemas.microsoft.com/office/drawing/2014/main" id="{6BCC8747-C0B2-4442-B0DD-AA15D43D83FB}"/>
              </a:ext>
              <a:ext uri="{C183D7F6-B498-43B3-948B-1728B52AA6E4}">
                <adec:decorative xmlns:adec="http://schemas.microsoft.com/office/drawing/2017/decorative" val="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921922" y="4495242"/>
            <a:ext cx="365760" cy="365760"/>
          </a:xfrm>
          <a:prstGeom prst="rect">
            <a:avLst/>
          </a:prstGeom>
        </p:spPr>
      </p:pic>
      <p:pic>
        <p:nvPicPr>
          <p:cNvPr id="81" name="Graphic 80" descr="Azure Arc PostgreSQL Hyperscale logo">
            <a:extLst>
              <a:ext uri="{FF2B5EF4-FFF2-40B4-BE49-F238E27FC236}">
                <a16:creationId xmlns:a16="http://schemas.microsoft.com/office/drawing/2014/main" id="{9B15D68B-6E84-458C-86BB-EED72E19F4D6}"/>
              </a:ext>
              <a:ext uri="{C183D7F6-B498-43B3-948B-1728B52AA6E4}">
                <adec:decorative xmlns:adec="http://schemas.microsoft.com/office/drawing/2017/decorative" val="0"/>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267649" y="4488518"/>
            <a:ext cx="365760" cy="365760"/>
          </a:xfrm>
          <a:prstGeom prst="rect">
            <a:avLst/>
          </a:prstGeom>
        </p:spPr>
      </p:pic>
      <p:pic>
        <p:nvPicPr>
          <p:cNvPr id="82" name="Graphic 81" descr="Azure Arc SQL Managed Instance logo">
            <a:extLst>
              <a:ext uri="{FF2B5EF4-FFF2-40B4-BE49-F238E27FC236}">
                <a16:creationId xmlns:a16="http://schemas.microsoft.com/office/drawing/2014/main" id="{E0003F80-706B-4B5D-A747-8468447BE8F2}"/>
              </a:ext>
              <a:ext uri="{C183D7F6-B498-43B3-948B-1728B52AA6E4}">
                <adec:decorative xmlns:adec="http://schemas.microsoft.com/office/drawing/2017/decorative" val="0"/>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8820312" y="4488518"/>
            <a:ext cx="365760" cy="365760"/>
          </a:xfrm>
          <a:prstGeom prst="rect">
            <a:avLst/>
          </a:prstGeom>
        </p:spPr>
      </p:pic>
      <p:pic>
        <p:nvPicPr>
          <p:cNvPr id="83" name="Graphic 82" descr="Azure Arc SQL logo">
            <a:extLst>
              <a:ext uri="{FF2B5EF4-FFF2-40B4-BE49-F238E27FC236}">
                <a16:creationId xmlns:a16="http://schemas.microsoft.com/office/drawing/2014/main" id="{BCB95137-CD35-425D-8199-F9ED67B41698}"/>
              </a:ext>
              <a:ext uri="{C183D7F6-B498-43B3-948B-1728B52AA6E4}">
                <adec:decorative xmlns:adec="http://schemas.microsoft.com/office/drawing/2017/decorative" val="0"/>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371117" y="4488518"/>
            <a:ext cx="365760" cy="365760"/>
          </a:xfrm>
          <a:prstGeom prst="rect">
            <a:avLst/>
          </a:prstGeom>
        </p:spPr>
      </p:pic>
      <p:grpSp>
        <p:nvGrpSpPr>
          <p:cNvPr id="68" name="Group 67">
            <a:extLst>
              <a:ext uri="{FF2B5EF4-FFF2-40B4-BE49-F238E27FC236}">
                <a16:creationId xmlns:a16="http://schemas.microsoft.com/office/drawing/2014/main" id="{6163C90E-95E6-49EA-BB7D-8FB3F8D32EA9}"/>
              </a:ext>
              <a:ext uri="{C183D7F6-B498-43B3-948B-1728B52AA6E4}">
                <adec:decorative xmlns:adec="http://schemas.microsoft.com/office/drawing/2017/decorative" val="1"/>
              </a:ext>
            </a:extLst>
          </p:cNvPr>
          <p:cNvGrpSpPr/>
          <p:nvPr/>
        </p:nvGrpSpPr>
        <p:grpSpPr>
          <a:xfrm>
            <a:off x="6689305" y="5352057"/>
            <a:ext cx="436399" cy="243012"/>
            <a:chOff x="8293891" y="5276034"/>
            <a:chExt cx="575789" cy="320633"/>
          </a:xfrm>
        </p:grpSpPr>
        <p:sp>
          <p:nvSpPr>
            <p:cNvPr id="69" name="Cloud">
              <a:extLst>
                <a:ext uri="{FF2B5EF4-FFF2-40B4-BE49-F238E27FC236}">
                  <a16:creationId xmlns:a16="http://schemas.microsoft.com/office/drawing/2014/main" id="{ED80F273-52DD-46B4-AC13-E475DDB0D706}"/>
                </a:ext>
                <a:ext uri="{C183D7F6-B498-43B3-948B-1728B52AA6E4}">
                  <adec:decorative xmlns:adec="http://schemas.microsoft.com/office/drawing/2017/decorative" val="1"/>
                </a:ext>
              </a:extLst>
            </p:cNvPr>
            <p:cNvSpPr>
              <a:spLocks noChangeAspect="1"/>
            </p:cNvSpPr>
            <p:nvPr/>
          </p:nvSpPr>
          <p:spPr bwMode="auto">
            <a:xfrm flipV="1">
              <a:off x="8293891" y="5276034"/>
              <a:ext cx="415769" cy="229193"/>
            </a:xfrm>
            <a:custGeom>
              <a:avLst/>
              <a:gdLst>
                <a:gd name="connsiteX0" fmla="*/ 2780439 w 5647350"/>
                <a:gd name="connsiteY0" fmla="*/ 3113116 h 3113116"/>
                <a:gd name="connsiteX1" fmla="*/ 4003228 w 5647350"/>
                <a:gd name="connsiteY1" fmla="*/ 2302597 h 3113116"/>
                <a:gd name="connsiteX2" fmla="*/ 4014578 w 5647350"/>
                <a:gd name="connsiteY2" fmla="*/ 2266034 h 3113116"/>
                <a:gd name="connsiteX3" fmla="*/ 4121367 w 5647350"/>
                <a:gd name="connsiteY3" fmla="*/ 2305119 h 3113116"/>
                <a:gd name="connsiteX4" fmla="*/ 4471137 w 5647350"/>
                <a:gd name="connsiteY4" fmla="*/ 2357999 h 3113116"/>
                <a:gd name="connsiteX5" fmla="*/ 5647350 w 5647350"/>
                <a:gd name="connsiteY5" fmla="*/ 1181786 h 3113116"/>
                <a:gd name="connsiteX6" fmla="*/ 4591398 w 5647350"/>
                <a:gd name="connsiteY6" fmla="*/ 11645 h 3113116"/>
                <a:gd name="connsiteX7" fmla="*/ 4501659 w 5647350"/>
                <a:gd name="connsiteY7" fmla="*/ 7114 h 3113116"/>
                <a:gd name="connsiteX8" fmla="*/ 4452514 w 5647350"/>
                <a:gd name="connsiteY8" fmla="*/ 2160 h 3113116"/>
                <a:gd name="connsiteX9" fmla="*/ 661901 w 5647350"/>
                <a:gd name="connsiteY9" fmla="*/ 2161 h 3113116"/>
                <a:gd name="connsiteX10" fmla="*/ 606779 w 5647350"/>
                <a:gd name="connsiteY10" fmla="*/ 0 h 3113116"/>
                <a:gd name="connsiteX11" fmla="*/ 477910 w 5647350"/>
                <a:gd name="connsiteY11" fmla="*/ 20972 h 3113116"/>
                <a:gd name="connsiteX12" fmla="*/ 22123 w 5647350"/>
                <a:gd name="connsiteY12" fmla="*/ 810419 h 3113116"/>
                <a:gd name="connsiteX13" fmla="*/ 682701 w 5647350"/>
                <a:gd name="connsiteY13" fmla="*/ 1287178 h 3113116"/>
                <a:gd name="connsiteX14" fmla="*/ 731822 w 5647350"/>
                <a:gd name="connsiteY14" fmla="*/ 1279184 h 3113116"/>
                <a:gd name="connsiteX15" fmla="*/ 718255 w 5647350"/>
                <a:gd name="connsiteY15" fmla="*/ 1360043 h 3113116"/>
                <a:gd name="connsiteX16" fmla="*/ 818090 w 5647350"/>
                <a:gd name="connsiteY16" fmla="*/ 1791984 h 3113116"/>
                <a:gd name="connsiteX17" fmla="*/ 1422047 w 5647350"/>
                <a:gd name="connsiteY17" fmla="*/ 2169387 h 3113116"/>
                <a:gd name="connsiteX18" fmla="*/ 1509532 w 5647350"/>
                <a:gd name="connsiteY18" fmla="*/ 2167085 h 3113116"/>
                <a:gd name="connsiteX19" fmla="*/ 1513025 w 5647350"/>
                <a:gd name="connsiteY19" fmla="*/ 2180671 h 3113116"/>
                <a:gd name="connsiteX20" fmla="*/ 2780439 w 5647350"/>
                <a:gd name="connsiteY20" fmla="*/ 3113116 h 3113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47350" h="3113116">
                  <a:moveTo>
                    <a:pt x="2780439" y="3113116"/>
                  </a:moveTo>
                  <a:cubicBezTo>
                    <a:pt x="3330132" y="3113116"/>
                    <a:pt x="3801767" y="2778905"/>
                    <a:pt x="4003228" y="2302597"/>
                  </a:cubicBezTo>
                  <a:lnTo>
                    <a:pt x="4014578" y="2266034"/>
                  </a:lnTo>
                  <a:lnTo>
                    <a:pt x="4121367" y="2305119"/>
                  </a:lnTo>
                  <a:cubicBezTo>
                    <a:pt x="4231860" y="2339485"/>
                    <a:pt x="4349336" y="2357999"/>
                    <a:pt x="4471137" y="2357999"/>
                  </a:cubicBezTo>
                  <a:cubicBezTo>
                    <a:pt x="5120742" y="2357999"/>
                    <a:pt x="5647350" y="1831391"/>
                    <a:pt x="5647350" y="1181786"/>
                  </a:cubicBezTo>
                  <a:cubicBezTo>
                    <a:pt x="5647350" y="572781"/>
                    <a:pt x="5184511" y="71879"/>
                    <a:pt x="4591398" y="11645"/>
                  </a:cubicBezTo>
                  <a:lnTo>
                    <a:pt x="4501659" y="7114"/>
                  </a:lnTo>
                  <a:lnTo>
                    <a:pt x="4452514" y="2160"/>
                  </a:lnTo>
                  <a:lnTo>
                    <a:pt x="661901" y="2161"/>
                  </a:lnTo>
                  <a:lnTo>
                    <a:pt x="606779" y="0"/>
                  </a:lnTo>
                  <a:cubicBezTo>
                    <a:pt x="564026" y="2566"/>
                    <a:pt x="520893" y="9455"/>
                    <a:pt x="477910" y="20972"/>
                  </a:cubicBezTo>
                  <a:cubicBezTo>
                    <a:pt x="134048" y="113110"/>
                    <a:pt x="-70014" y="466557"/>
                    <a:pt x="22123" y="810419"/>
                  </a:cubicBezTo>
                  <a:cubicBezTo>
                    <a:pt x="102744" y="1111298"/>
                    <a:pt x="383429" y="1305143"/>
                    <a:pt x="682701" y="1287178"/>
                  </a:cubicBezTo>
                  <a:lnTo>
                    <a:pt x="731822" y="1279184"/>
                  </a:lnTo>
                  <a:lnTo>
                    <a:pt x="718255" y="1360043"/>
                  </a:lnTo>
                  <a:cubicBezTo>
                    <a:pt x="707958" y="1505742"/>
                    <a:pt x="739562" y="1655971"/>
                    <a:pt x="818090" y="1791984"/>
                  </a:cubicBezTo>
                  <a:cubicBezTo>
                    <a:pt x="948969" y="2018674"/>
                    <a:pt x="1179216" y="2152226"/>
                    <a:pt x="1422047" y="2169387"/>
                  </a:cubicBezTo>
                  <a:lnTo>
                    <a:pt x="1509532" y="2167085"/>
                  </a:lnTo>
                  <a:lnTo>
                    <a:pt x="1513025" y="2180671"/>
                  </a:lnTo>
                  <a:cubicBezTo>
                    <a:pt x="1681048" y="2720882"/>
                    <a:pt x="2184939" y="3113116"/>
                    <a:pt x="2780439" y="3113116"/>
                  </a:cubicBezTo>
                  <a:close/>
                </a:path>
              </a:pathLst>
            </a:custGeom>
            <a:solidFill>
              <a:srgbClr val="50E6FF"/>
            </a:solidFill>
            <a:ln w="25400" cap="flat">
              <a:noFill/>
              <a:prstDash val="solid"/>
              <a:miter lim="800000"/>
              <a:headEnd/>
              <a:tailEnd/>
            </a:ln>
          </p:spPr>
          <p:txBody>
            <a:bodyPr vert="horz" wrap="square" lIns="107570" tIns="53785" rIns="107570" bIns="53785" numCol="1" anchor="t" anchorCtr="0" compatLnSpc="1">
              <a:prstTxWarp prst="textNoShape">
                <a:avLst/>
              </a:prstTxWarp>
            </a:bodyPr>
            <a:lstStyle/>
            <a:p>
              <a:pPr marL="0" marR="0" lvl="0" indent="0" algn="ctr" defTabSz="1075663"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353535"/>
                </a:solidFill>
                <a:effectLst/>
                <a:uLnTx/>
                <a:uFillTx/>
                <a:latin typeface="Segoe UI Semilight"/>
                <a:ea typeface="+mn-ea"/>
                <a:cs typeface="+mn-cs"/>
              </a:endParaRPr>
            </a:p>
          </p:txBody>
        </p:sp>
        <p:sp>
          <p:nvSpPr>
            <p:cNvPr id="70" name="Cloud">
              <a:extLst>
                <a:ext uri="{FF2B5EF4-FFF2-40B4-BE49-F238E27FC236}">
                  <a16:creationId xmlns:a16="http://schemas.microsoft.com/office/drawing/2014/main" id="{E315A259-481A-47FD-BFD3-BDFAECCD9ECD}"/>
                </a:ext>
                <a:ext uri="{C183D7F6-B498-43B3-948B-1728B52AA6E4}">
                  <adec:decorative xmlns:adec="http://schemas.microsoft.com/office/drawing/2017/decorative" val="1"/>
                </a:ext>
              </a:extLst>
            </p:cNvPr>
            <p:cNvSpPr>
              <a:spLocks noChangeAspect="1"/>
            </p:cNvSpPr>
            <p:nvPr/>
          </p:nvSpPr>
          <p:spPr bwMode="auto">
            <a:xfrm flipV="1">
              <a:off x="8453911" y="5367474"/>
              <a:ext cx="415769" cy="229193"/>
            </a:xfrm>
            <a:custGeom>
              <a:avLst/>
              <a:gdLst>
                <a:gd name="connsiteX0" fmla="*/ 2780439 w 5647350"/>
                <a:gd name="connsiteY0" fmla="*/ 3113116 h 3113116"/>
                <a:gd name="connsiteX1" fmla="*/ 4003228 w 5647350"/>
                <a:gd name="connsiteY1" fmla="*/ 2302597 h 3113116"/>
                <a:gd name="connsiteX2" fmla="*/ 4014578 w 5647350"/>
                <a:gd name="connsiteY2" fmla="*/ 2266034 h 3113116"/>
                <a:gd name="connsiteX3" fmla="*/ 4121367 w 5647350"/>
                <a:gd name="connsiteY3" fmla="*/ 2305119 h 3113116"/>
                <a:gd name="connsiteX4" fmla="*/ 4471137 w 5647350"/>
                <a:gd name="connsiteY4" fmla="*/ 2357999 h 3113116"/>
                <a:gd name="connsiteX5" fmla="*/ 5647350 w 5647350"/>
                <a:gd name="connsiteY5" fmla="*/ 1181786 h 3113116"/>
                <a:gd name="connsiteX6" fmla="*/ 4591398 w 5647350"/>
                <a:gd name="connsiteY6" fmla="*/ 11645 h 3113116"/>
                <a:gd name="connsiteX7" fmla="*/ 4501659 w 5647350"/>
                <a:gd name="connsiteY7" fmla="*/ 7114 h 3113116"/>
                <a:gd name="connsiteX8" fmla="*/ 4452514 w 5647350"/>
                <a:gd name="connsiteY8" fmla="*/ 2160 h 3113116"/>
                <a:gd name="connsiteX9" fmla="*/ 661901 w 5647350"/>
                <a:gd name="connsiteY9" fmla="*/ 2161 h 3113116"/>
                <a:gd name="connsiteX10" fmla="*/ 606779 w 5647350"/>
                <a:gd name="connsiteY10" fmla="*/ 0 h 3113116"/>
                <a:gd name="connsiteX11" fmla="*/ 477910 w 5647350"/>
                <a:gd name="connsiteY11" fmla="*/ 20972 h 3113116"/>
                <a:gd name="connsiteX12" fmla="*/ 22123 w 5647350"/>
                <a:gd name="connsiteY12" fmla="*/ 810419 h 3113116"/>
                <a:gd name="connsiteX13" fmla="*/ 682701 w 5647350"/>
                <a:gd name="connsiteY13" fmla="*/ 1287178 h 3113116"/>
                <a:gd name="connsiteX14" fmla="*/ 731822 w 5647350"/>
                <a:gd name="connsiteY14" fmla="*/ 1279184 h 3113116"/>
                <a:gd name="connsiteX15" fmla="*/ 718255 w 5647350"/>
                <a:gd name="connsiteY15" fmla="*/ 1360043 h 3113116"/>
                <a:gd name="connsiteX16" fmla="*/ 818090 w 5647350"/>
                <a:gd name="connsiteY16" fmla="*/ 1791984 h 3113116"/>
                <a:gd name="connsiteX17" fmla="*/ 1422047 w 5647350"/>
                <a:gd name="connsiteY17" fmla="*/ 2169387 h 3113116"/>
                <a:gd name="connsiteX18" fmla="*/ 1509532 w 5647350"/>
                <a:gd name="connsiteY18" fmla="*/ 2167085 h 3113116"/>
                <a:gd name="connsiteX19" fmla="*/ 1513025 w 5647350"/>
                <a:gd name="connsiteY19" fmla="*/ 2180671 h 3113116"/>
                <a:gd name="connsiteX20" fmla="*/ 2780439 w 5647350"/>
                <a:gd name="connsiteY20" fmla="*/ 3113116 h 3113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5647350" h="3113116">
                  <a:moveTo>
                    <a:pt x="2780439" y="3113116"/>
                  </a:moveTo>
                  <a:cubicBezTo>
                    <a:pt x="3330132" y="3113116"/>
                    <a:pt x="3801767" y="2778905"/>
                    <a:pt x="4003228" y="2302597"/>
                  </a:cubicBezTo>
                  <a:lnTo>
                    <a:pt x="4014578" y="2266034"/>
                  </a:lnTo>
                  <a:lnTo>
                    <a:pt x="4121367" y="2305119"/>
                  </a:lnTo>
                  <a:cubicBezTo>
                    <a:pt x="4231860" y="2339485"/>
                    <a:pt x="4349336" y="2357999"/>
                    <a:pt x="4471137" y="2357999"/>
                  </a:cubicBezTo>
                  <a:cubicBezTo>
                    <a:pt x="5120742" y="2357999"/>
                    <a:pt x="5647350" y="1831391"/>
                    <a:pt x="5647350" y="1181786"/>
                  </a:cubicBezTo>
                  <a:cubicBezTo>
                    <a:pt x="5647350" y="572781"/>
                    <a:pt x="5184511" y="71879"/>
                    <a:pt x="4591398" y="11645"/>
                  </a:cubicBezTo>
                  <a:lnTo>
                    <a:pt x="4501659" y="7114"/>
                  </a:lnTo>
                  <a:lnTo>
                    <a:pt x="4452514" y="2160"/>
                  </a:lnTo>
                  <a:lnTo>
                    <a:pt x="661901" y="2161"/>
                  </a:lnTo>
                  <a:lnTo>
                    <a:pt x="606779" y="0"/>
                  </a:lnTo>
                  <a:cubicBezTo>
                    <a:pt x="564026" y="2566"/>
                    <a:pt x="520893" y="9455"/>
                    <a:pt x="477910" y="20972"/>
                  </a:cubicBezTo>
                  <a:cubicBezTo>
                    <a:pt x="134048" y="113110"/>
                    <a:pt x="-70014" y="466557"/>
                    <a:pt x="22123" y="810419"/>
                  </a:cubicBezTo>
                  <a:cubicBezTo>
                    <a:pt x="102744" y="1111298"/>
                    <a:pt x="383429" y="1305143"/>
                    <a:pt x="682701" y="1287178"/>
                  </a:cubicBezTo>
                  <a:lnTo>
                    <a:pt x="731822" y="1279184"/>
                  </a:lnTo>
                  <a:lnTo>
                    <a:pt x="718255" y="1360043"/>
                  </a:lnTo>
                  <a:cubicBezTo>
                    <a:pt x="707958" y="1505742"/>
                    <a:pt x="739562" y="1655971"/>
                    <a:pt x="818090" y="1791984"/>
                  </a:cubicBezTo>
                  <a:cubicBezTo>
                    <a:pt x="948969" y="2018674"/>
                    <a:pt x="1179216" y="2152226"/>
                    <a:pt x="1422047" y="2169387"/>
                  </a:cubicBezTo>
                  <a:lnTo>
                    <a:pt x="1509532" y="2167085"/>
                  </a:lnTo>
                  <a:lnTo>
                    <a:pt x="1513025" y="2180671"/>
                  </a:lnTo>
                  <a:cubicBezTo>
                    <a:pt x="1681048" y="2720882"/>
                    <a:pt x="2184939" y="3113116"/>
                    <a:pt x="2780439" y="3113116"/>
                  </a:cubicBezTo>
                  <a:close/>
                </a:path>
              </a:pathLst>
            </a:custGeom>
            <a:solidFill>
              <a:srgbClr val="0078D4"/>
            </a:solidFill>
            <a:ln w="25400" cap="flat">
              <a:noFill/>
              <a:prstDash val="solid"/>
              <a:miter lim="800000"/>
              <a:headEnd/>
              <a:tailEnd/>
            </a:ln>
          </p:spPr>
          <p:txBody>
            <a:bodyPr vert="horz" wrap="square" lIns="107570" tIns="53785" rIns="107570" bIns="53785" numCol="1" anchor="t" anchorCtr="0" compatLnSpc="1">
              <a:prstTxWarp prst="textNoShape">
                <a:avLst/>
              </a:prstTxWarp>
            </a:bodyPr>
            <a:lstStyle/>
            <a:p>
              <a:pPr marL="0" marR="0" lvl="0" indent="0" algn="ctr" defTabSz="1075663" rtl="0" eaLnBrk="1" fontAlgn="auto" latinLnBrk="0" hangingPunct="1">
                <a:lnSpc>
                  <a:spcPct val="100000"/>
                </a:lnSpc>
                <a:spcBef>
                  <a:spcPts val="0"/>
                </a:spcBef>
                <a:spcAft>
                  <a:spcPts val="0"/>
                </a:spcAft>
                <a:buClrTx/>
                <a:buSzTx/>
                <a:buFontTx/>
                <a:buNone/>
                <a:tabLst/>
                <a:defRPr/>
              </a:pPr>
              <a:endParaRPr kumimoji="0" lang="en-US" sz="2118" b="0" i="0" u="none" strike="noStrike" kern="0" cap="none" spc="0" normalizeH="0" baseline="0" noProof="0">
                <a:ln>
                  <a:noFill/>
                </a:ln>
                <a:solidFill>
                  <a:srgbClr val="353535"/>
                </a:solidFill>
                <a:effectLst/>
                <a:uLnTx/>
                <a:uFillTx/>
                <a:latin typeface="Segoe UI Semilight"/>
                <a:ea typeface="+mn-ea"/>
                <a:cs typeface="+mn-cs"/>
              </a:endParaRPr>
            </a:p>
          </p:txBody>
        </p:sp>
      </p:grpSp>
      <p:sp>
        <p:nvSpPr>
          <p:cNvPr id="6" name="Content Placeholder 5">
            <a:extLst>
              <a:ext uri="{FF2B5EF4-FFF2-40B4-BE49-F238E27FC236}">
                <a16:creationId xmlns:a16="http://schemas.microsoft.com/office/drawing/2014/main" id="{30D45CE7-BBA5-42AB-BF39-FBFF9A506F3F}"/>
              </a:ext>
            </a:extLst>
          </p:cNvPr>
          <p:cNvSpPr>
            <a:spLocks noGrp="1"/>
          </p:cNvSpPr>
          <p:nvPr>
            <p:ph sz="quarter" idx="12"/>
          </p:nvPr>
        </p:nvSpPr>
        <p:spPr>
          <a:xfrm>
            <a:off x="6497753" y="5649940"/>
            <a:ext cx="1176262" cy="212863"/>
          </a:xfrm>
        </p:spPr>
        <p:txBody>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50E6FF"/>
                </a:solidFill>
                <a:effectLst/>
                <a:uLnTx/>
                <a:uFillTx/>
                <a:latin typeface="Segoe UI Semibold"/>
                <a:ea typeface="+mn-ea"/>
                <a:cs typeface="+mn-cs"/>
              </a:rPr>
              <a:t>Multi-cloud</a:t>
            </a:r>
          </a:p>
        </p:txBody>
      </p:sp>
      <p:pic>
        <p:nvPicPr>
          <p:cNvPr id="59" name="Picture 58">
            <a:extLst>
              <a:ext uri="{FF2B5EF4-FFF2-40B4-BE49-F238E27FC236}">
                <a16:creationId xmlns:a16="http://schemas.microsoft.com/office/drawing/2014/main" id="{1393C9D7-CFAB-4951-8B57-4E4A46A275F4}"/>
              </a:ext>
              <a:ext uri="{C183D7F6-B498-43B3-948B-1728B52AA6E4}">
                <adec:decorative xmlns:adec="http://schemas.microsoft.com/office/drawing/2017/decorative" val="1"/>
              </a:ext>
            </a:extLst>
          </p:cNvPr>
          <p:cNvPicPr>
            <a:picLocks noChangeAspect="1"/>
          </p:cNvPicPr>
          <p:nvPr/>
        </p:nvPicPr>
        <p:blipFill>
          <a:blip r:embed="rId14"/>
          <a:srcRect/>
          <a:stretch/>
        </p:blipFill>
        <p:spPr>
          <a:xfrm>
            <a:off x="8018914" y="5339262"/>
            <a:ext cx="274997" cy="274997"/>
          </a:xfrm>
          <a:prstGeom prst="rect">
            <a:avLst/>
          </a:prstGeom>
        </p:spPr>
      </p:pic>
      <p:sp>
        <p:nvSpPr>
          <p:cNvPr id="9" name="Content Placeholder 8">
            <a:extLst>
              <a:ext uri="{FF2B5EF4-FFF2-40B4-BE49-F238E27FC236}">
                <a16:creationId xmlns:a16="http://schemas.microsoft.com/office/drawing/2014/main" id="{4C30AF66-1A9C-455D-ABFE-9036344E6C7F}"/>
              </a:ext>
            </a:extLst>
          </p:cNvPr>
          <p:cNvSpPr>
            <a:spLocks noGrp="1"/>
          </p:cNvSpPr>
          <p:nvPr>
            <p:ph sz="quarter" idx="13"/>
          </p:nvPr>
        </p:nvSpPr>
        <p:spPr>
          <a:xfrm>
            <a:off x="7774279" y="5649534"/>
            <a:ext cx="962598" cy="274997"/>
          </a:xfrm>
        </p:spPr>
        <p:txBody>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50E6FF"/>
                </a:solidFill>
                <a:effectLst/>
                <a:uLnTx/>
                <a:uFillTx/>
                <a:latin typeface="Segoe UI Semibold"/>
                <a:ea typeface="+mn-ea"/>
                <a:cs typeface="+mn-cs"/>
              </a:rPr>
              <a:t>Datacenter</a:t>
            </a:r>
          </a:p>
        </p:txBody>
      </p:sp>
      <p:grpSp>
        <p:nvGrpSpPr>
          <p:cNvPr id="46" name="Group 45">
            <a:extLst>
              <a:ext uri="{FF2B5EF4-FFF2-40B4-BE49-F238E27FC236}">
                <a16:creationId xmlns:a16="http://schemas.microsoft.com/office/drawing/2014/main" id="{E96707D5-028C-4332-8EDD-58296AC1F15E}"/>
              </a:ext>
              <a:ext uri="{C183D7F6-B498-43B3-948B-1728B52AA6E4}">
                <adec:decorative xmlns:adec="http://schemas.microsoft.com/office/drawing/2017/decorative" val="1"/>
              </a:ext>
            </a:extLst>
          </p:cNvPr>
          <p:cNvGrpSpPr/>
          <p:nvPr/>
        </p:nvGrpSpPr>
        <p:grpSpPr>
          <a:xfrm>
            <a:off x="9198348" y="5335679"/>
            <a:ext cx="327797" cy="229616"/>
            <a:chOff x="4298951" y="1169989"/>
            <a:chExt cx="328613" cy="230188"/>
          </a:xfrm>
        </p:grpSpPr>
        <p:sp>
          <p:nvSpPr>
            <p:cNvPr id="47" name="Rectangle 46">
              <a:extLst>
                <a:ext uri="{FF2B5EF4-FFF2-40B4-BE49-F238E27FC236}">
                  <a16:creationId xmlns:a16="http://schemas.microsoft.com/office/drawing/2014/main" id="{229F408E-8806-4D0D-8F76-32FB499E87CB}"/>
                </a:ext>
                <a:ext uri="{C183D7F6-B498-43B3-948B-1728B52AA6E4}">
                  <adec:decorative xmlns:adec="http://schemas.microsoft.com/office/drawing/2017/decorative" val="1"/>
                </a:ext>
              </a:extLst>
            </p:cNvPr>
            <p:cNvSpPr>
              <a:spLocks noChangeArrowheads="1"/>
            </p:cNvSpPr>
            <p:nvPr/>
          </p:nvSpPr>
          <p:spPr bwMode="auto">
            <a:xfrm>
              <a:off x="4298951" y="1255714"/>
              <a:ext cx="328613" cy="144463"/>
            </a:xfrm>
            <a:prstGeom prst="rect">
              <a:avLst/>
            </a:prstGeom>
            <a:solidFill>
              <a:srgbClr val="0078D4"/>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07570" tIns="53785" rIns="107570" bIns="53785" numCol="1" anchor="t" anchorCtr="0" compatLnSpc="1">
              <a:prstTxWarp prst="textNoShape">
                <a:avLst/>
              </a:prstTxWarp>
            </a:bodyPr>
            <a:lstStyle/>
            <a:p>
              <a:pPr marL="0" marR="0" lvl="0" indent="0" algn="ctr" defTabSz="1075663"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505050"/>
                </a:solidFill>
                <a:effectLst/>
                <a:uLnTx/>
                <a:uFillTx/>
                <a:latin typeface="Segoe UI"/>
                <a:ea typeface="+mn-ea"/>
                <a:cs typeface="+mn-cs"/>
              </a:endParaRPr>
            </a:p>
          </p:txBody>
        </p:sp>
        <p:sp>
          <p:nvSpPr>
            <p:cNvPr id="48" name="Rectangle 47">
              <a:extLst>
                <a:ext uri="{FF2B5EF4-FFF2-40B4-BE49-F238E27FC236}">
                  <a16:creationId xmlns:a16="http://schemas.microsoft.com/office/drawing/2014/main" id="{1CBA8459-7BB0-4F78-8CC1-61124833DEDD}"/>
                </a:ext>
                <a:ext uri="{C183D7F6-B498-43B3-948B-1728B52AA6E4}">
                  <adec:decorative xmlns:adec="http://schemas.microsoft.com/office/drawing/2017/decorative" val="1"/>
                </a:ext>
              </a:extLst>
            </p:cNvPr>
            <p:cNvSpPr>
              <a:spLocks noChangeArrowheads="1"/>
            </p:cNvSpPr>
            <p:nvPr/>
          </p:nvSpPr>
          <p:spPr bwMode="auto">
            <a:xfrm>
              <a:off x="4473576" y="1169989"/>
              <a:ext cx="38100" cy="136525"/>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07570" tIns="53785" rIns="107570" bIns="53785" numCol="1" anchor="t" anchorCtr="0" compatLnSpc="1">
              <a:prstTxWarp prst="textNoShape">
                <a:avLst/>
              </a:prstTxWarp>
            </a:bodyPr>
            <a:lstStyle/>
            <a:p>
              <a:pPr marL="0" marR="0" lvl="0" indent="0" algn="ctr" defTabSz="1075663"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505050"/>
                </a:solidFill>
                <a:effectLst/>
                <a:uLnTx/>
                <a:uFillTx/>
                <a:latin typeface="Segoe UI"/>
                <a:ea typeface="+mn-ea"/>
                <a:cs typeface="+mn-cs"/>
              </a:endParaRPr>
            </a:p>
          </p:txBody>
        </p:sp>
        <p:sp>
          <p:nvSpPr>
            <p:cNvPr id="49" name="Rectangle 48">
              <a:extLst>
                <a:ext uri="{FF2B5EF4-FFF2-40B4-BE49-F238E27FC236}">
                  <a16:creationId xmlns:a16="http://schemas.microsoft.com/office/drawing/2014/main" id="{76664E7B-C785-4E34-8B62-209406D74FBF}"/>
                </a:ext>
                <a:ext uri="{C183D7F6-B498-43B3-948B-1728B52AA6E4}">
                  <adec:decorative xmlns:adec="http://schemas.microsoft.com/office/drawing/2017/decorative" val="1"/>
                </a:ext>
              </a:extLst>
            </p:cNvPr>
            <p:cNvSpPr>
              <a:spLocks noChangeArrowheads="1"/>
            </p:cNvSpPr>
            <p:nvPr/>
          </p:nvSpPr>
          <p:spPr bwMode="auto">
            <a:xfrm>
              <a:off x="4546601" y="1169989"/>
              <a:ext cx="34925" cy="136525"/>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07570" tIns="53785" rIns="107570" bIns="53785" numCol="1" anchor="t" anchorCtr="0" compatLnSpc="1">
              <a:prstTxWarp prst="textNoShape">
                <a:avLst/>
              </a:prstTxWarp>
            </a:bodyPr>
            <a:lstStyle/>
            <a:p>
              <a:pPr marL="0" marR="0" lvl="0" indent="0" algn="ctr" defTabSz="1075663"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505050"/>
                </a:solidFill>
                <a:effectLst/>
                <a:uLnTx/>
                <a:uFillTx/>
                <a:latin typeface="Segoe UI"/>
                <a:ea typeface="+mn-ea"/>
                <a:cs typeface="+mn-cs"/>
              </a:endParaRPr>
            </a:p>
          </p:txBody>
        </p:sp>
        <p:sp>
          <p:nvSpPr>
            <p:cNvPr id="50" name="Rectangle 49">
              <a:extLst>
                <a:ext uri="{FF2B5EF4-FFF2-40B4-BE49-F238E27FC236}">
                  <a16:creationId xmlns:a16="http://schemas.microsoft.com/office/drawing/2014/main" id="{CDAE7965-190B-402E-A89F-6786823880CF}"/>
                </a:ext>
                <a:ext uri="{C183D7F6-B498-43B3-948B-1728B52AA6E4}">
                  <adec:decorative xmlns:adec="http://schemas.microsoft.com/office/drawing/2017/decorative" val="1"/>
                </a:ext>
              </a:extLst>
            </p:cNvPr>
            <p:cNvSpPr>
              <a:spLocks noChangeArrowheads="1"/>
            </p:cNvSpPr>
            <p:nvPr/>
          </p:nvSpPr>
          <p:spPr bwMode="auto">
            <a:xfrm>
              <a:off x="4403726" y="1270001"/>
              <a:ext cx="34925" cy="36513"/>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07570" tIns="53785" rIns="107570" bIns="53785" numCol="1" anchor="t" anchorCtr="0" compatLnSpc="1">
              <a:prstTxWarp prst="textNoShape">
                <a:avLst/>
              </a:prstTxWarp>
            </a:bodyPr>
            <a:lstStyle/>
            <a:p>
              <a:pPr marL="0" marR="0" lvl="0" indent="0" algn="ctr" defTabSz="1075663"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505050"/>
                </a:solidFill>
                <a:effectLst/>
                <a:uLnTx/>
                <a:uFillTx/>
                <a:latin typeface="Segoe UI"/>
                <a:ea typeface="+mn-ea"/>
                <a:cs typeface="+mn-cs"/>
              </a:endParaRPr>
            </a:p>
          </p:txBody>
        </p:sp>
        <p:sp>
          <p:nvSpPr>
            <p:cNvPr id="51" name="Rectangle 50">
              <a:extLst>
                <a:ext uri="{FF2B5EF4-FFF2-40B4-BE49-F238E27FC236}">
                  <a16:creationId xmlns:a16="http://schemas.microsoft.com/office/drawing/2014/main" id="{51D9B387-77C6-45F7-9E08-E6C1ABC2E7C5}"/>
                </a:ext>
                <a:ext uri="{C183D7F6-B498-43B3-948B-1728B52AA6E4}">
                  <adec:decorative xmlns:adec="http://schemas.microsoft.com/office/drawing/2017/decorative" val="1"/>
                </a:ext>
              </a:extLst>
            </p:cNvPr>
            <p:cNvSpPr>
              <a:spLocks noChangeArrowheads="1"/>
            </p:cNvSpPr>
            <p:nvPr/>
          </p:nvSpPr>
          <p:spPr bwMode="auto">
            <a:xfrm>
              <a:off x="4332289" y="1270001"/>
              <a:ext cx="36513" cy="36513"/>
            </a:xfrm>
            <a:prstGeom prst="rect">
              <a:avLst/>
            </a:prstGeom>
            <a:solidFill>
              <a:srgbClr val="4FE4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107570" tIns="53785" rIns="107570" bIns="53785" numCol="1" anchor="t" anchorCtr="0" compatLnSpc="1">
              <a:prstTxWarp prst="textNoShape">
                <a:avLst/>
              </a:prstTxWarp>
            </a:bodyPr>
            <a:lstStyle/>
            <a:p>
              <a:pPr marL="0" marR="0" lvl="0" indent="0" algn="ctr" defTabSz="1075663" rtl="0" eaLnBrk="1" fontAlgn="base"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a:ln>
                  <a:noFill/>
                </a:ln>
                <a:solidFill>
                  <a:srgbClr val="505050"/>
                </a:solidFill>
                <a:effectLst/>
                <a:uLnTx/>
                <a:uFillTx/>
                <a:latin typeface="Segoe UI"/>
                <a:ea typeface="+mn-ea"/>
                <a:cs typeface="+mn-cs"/>
              </a:endParaRPr>
            </a:p>
          </p:txBody>
        </p:sp>
      </p:grpSp>
      <p:sp>
        <p:nvSpPr>
          <p:cNvPr id="10" name="Content Placeholder 9">
            <a:extLst>
              <a:ext uri="{FF2B5EF4-FFF2-40B4-BE49-F238E27FC236}">
                <a16:creationId xmlns:a16="http://schemas.microsoft.com/office/drawing/2014/main" id="{265A8916-FFD6-496B-8C76-761D802A2E5D}"/>
              </a:ext>
            </a:extLst>
          </p:cNvPr>
          <p:cNvSpPr>
            <a:spLocks noGrp="1"/>
          </p:cNvSpPr>
          <p:nvPr>
            <p:ph sz="quarter" idx="14"/>
          </p:nvPr>
        </p:nvSpPr>
        <p:spPr>
          <a:xfrm>
            <a:off x="9188453" y="5649535"/>
            <a:ext cx="580580" cy="213268"/>
          </a:xfrm>
        </p:spPr>
        <p:txBody>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0" cap="none" spc="0" normalizeH="0" baseline="0" noProof="0" dirty="0">
                <a:ln>
                  <a:noFill/>
                </a:ln>
                <a:solidFill>
                  <a:srgbClr val="50E6FF"/>
                </a:solidFill>
                <a:effectLst/>
                <a:uLnTx/>
                <a:uFillTx/>
                <a:latin typeface="Segoe UI Semibold"/>
                <a:ea typeface="+mn-ea"/>
                <a:cs typeface="+mn-cs"/>
              </a:rPr>
              <a:t>Edge</a:t>
            </a:r>
          </a:p>
        </p:txBody>
      </p:sp>
      <p:sp>
        <p:nvSpPr>
          <p:cNvPr id="2" name="TextBox 1">
            <a:extLst>
              <a:ext uri="{FF2B5EF4-FFF2-40B4-BE49-F238E27FC236}">
                <a16:creationId xmlns:a16="http://schemas.microsoft.com/office/drawing/2014/main" id="{2DCC4175-74AE-48A1-AB6B-D9BE0F11451C}"/>
              </a:ext>
            </a:extLst>
          </p:cNvPr>
          <p:cNvSpPr txBox="1"/>
          <p:nvPr/>
        </p:nvSpPr>
        <p:spPr>
          <a:xfrm>
            <a:off x="1730571" y="2068461"/>
            <a:ext cx="2334285" cy="369332"/>
          </a:xfrm>
          <a:prstGeom prst="rect">
            <a:avLst/>
          </a:prstGeom>
          <a:noFill/>
        </p:spPr>
        <p:txBody>
          <a:bodyPr wrap="square" lIns="0" tIns="0" rIns="0" bIns="0" rtlCol="0">
            <a:spAutoFit/>
          </a:bodyPr>
          <a:lstStyle/>
          <a:p>
            <a:pPr algn="l"/>
            <a:r>
              <a:rPr lang="en-US" sz="2400">
                <a:gradFill>
                  <a:gsLst>
                    <a:gs pos="2917">
                      <a:schemeClr val="tx1"/>
                    </a:gs>
                    <a:gs pos="30000">
                      <a:schemeClr val="tx1"/>
                    </a:gs>
                  </a:gsLst>
                  <a:lin ang="5400000" scaled="0"/>
                </a:gradFill>
              </a:rPr>
              <a:t>Microsoft Azure</a:t>
            </a:r>
          </a:p>
        </p:txBody>
      </p:sp>
    </p:spTree>
    <p:extLst>
      <p:ext uri="{BB962C8B-B14F-4D97-AF65-F5344CB8AC3E}">
        <p14:creationId xmlns:p14="http://schemas.microsoft.com/office/powerpoint/2010/main" val="42760890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p:cNvSpPr>
            <a:spLocks noGrp="1"/>
          </p:cNvSpPr>
          <p:nvPr>
            <p:ph type="title"/>
          </p:nvPr>
        </p:nvSpPr>
        <p:spPr>
          <a:xfrm>
            <a:off x="162392" y="173345"/>
            <a:ext cx="11867216" cy="755544"/>
          </a:xfrm>
        </p:spPr>
        <p:txBody>
          <a:bodyPr/>
          <a:lstStyle/>
          <a:p>
            <a:pPr algn="ctr"/>
            <a:r>
              <a:rPr lang="en-US" sz="3600" b="1">
                <a:solidFill>
                  <a:srgbClr val="000000"/>
                </a:solidFill>
                <a:latin typeface="Segoe UI Semibold (Headings)"/>
              </a:rPr>
              <a:t>The main components of Azure Arc</a:t>
            </a:r>
            <a:br>
              <a:rPr lang="en-US" sz="3600">
                <a:effectLst/>
                <a:latin typeface="Segoe UI Semibold (Headings)"/>
              </a:rPr>
            </a:br>
            <a:endParaRPr lang="zh-CN" altLang="en-US" sz="3600" b="1">
              <a:solidFill>
                <a:srgbClr val="000000"/>
              </a:solidFill>
              <a:latin typeface="Segoe UI Semibold (Headings)"/>
            </a:endParaRPr>
          </a:p>
        </p:txBody>
      </p:sp>
      <p:sp>
        <p:nvSpPr>
          <p:cNvPr id="2" name="TextBox 1" descr="tools">
            <a:extLst>
              <a:ext uri="{FF2B5EF4-FFF2-40B4-BE49-F238E27FC236}">
                <a16:creationId xmlns:a16="http://schemas.microsoft.com/office/drawing/2014/main" id="{D0BFFCEB-70B0-4213-9DBF-A9B95215DCFF}"/>
              </a:ext>
            </a:extLst>
          </p:cNvPr>
          <p:cNvSpPr txBox="1"/>
          <p:nvPr/>
        </p:nvSpPr>
        <p:spPr>
          <a:xfrm>
            <a:off x="9543289" y="2022787"/>
            <a:ext cx="2084696" cy="4022653"/>
          </a:xfrm>
          <a:prstGeom prst="rect">
            <a:avLst/>
          </a:prstGeom>
          <a:solidFill>
            <a:schemeClr val="bg1"/>
          </a:solidFill>
          <a:ln w="12700">
            <a:noFill/>
            <a:prstDash val="solid"/>
            <a:miter lim="800000"/>
          </a:ln>
          <a:effectLst>
            <a:outerShdw blurRad="127000" dist="38100" dir="5400000" algn="tl"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457200">
              <a:defRPr sz="1000" b="1">
                <a:solidFill>
                  <a:schemeClr val="accent1"/>
                </a:solidFill>
                <a:latin typeface="Segoe UI Semibold" panose="020B0502040204020203" pitchFamily="34" charset="0"/>
                <a:cs typeface="Segoe UI Semibold"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112"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10" name="TextBox 9" descr="azure">
            <a:extLst>
              <a:ext uri="{FF2B5EF4-FFF2-40B4-BE49-F238E27FC236}">
                <a16:creationId xmlns:a16="http://schemas.microsoft.com/office/drawing/2014/main" id="{B9E16309-3199-4B11-9E48-DA1306B22949}"/>
              </a:ext>
            </a:extLst>
          </p:cNvPr>
          <p:cNvSpPr txBox="1"/>
          <p:nvPr/>
        </p:nvSpPr>
        <p:spPr>
          <a:xfrm>
            <a:off x="3465810" y="1113133"/>
            <a:ext cx="2161513" cy="5244186"/>
          </a:xfrm>
          <a:prstGeom prst="rect">
            <a:avLst/>
          </a:prstGeom>
          <a:solidFill>
            <a:schemeClr val="bg1"/>
          </a:solidFill>
          <a:ln w="19050">
            <a:solidFill>
              <a:schemeClr val="tx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457200">
              <a:defRPr sz="1000" b="1">
                <a:solidFill>
                  <a:schemeClr val="accent1"/>
                </a:solidFill>
                <a:latin typeface="Segoe UI Semibold" panose="020B0502040204020203" pitchFamily="34" charset="0"/>
                <a:cs typeface="Segoe UI Semibold"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112"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11" name="Rectangle 10" descr="arm">
            <a:extLst>
              <a:ext uri="{FF2B5EF4-FFF2-40B4-BE49-F238E27FC236}">
                <a16:creationId xmlns:a16="http://schemas.microsoft.com/office/drawing/2014/main" id="{CFF5180B-2537-4789-90C2-7CCAEFD3F0F8}"/>
              </a:ext>
            </a:extLst>
          </p:cNvPr>
          <p:cNvSpPr/>
          <p:nvPr/>
        </p:nvSpPr>
        <p:spPr>
          <a:xfrm>
            <a:off x="3799385" y="1907093"/>
            <a:ext cx="1520279" cy="4015791"/>
          </a:xfrm>
          <a:prstGeom prst="rect">
            <a:avLst/>
          </a:prstGeom>
          <a:solidFill>
            <a:schemeClr val="bg1"/>
          </a:solidFill>
          <a:ln w="12700">
            <a:noFill/>
          </a:ln>
          <a:effectLst>
            <a:outerShdw blurRad="1524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mn-ea"/>
              <a:cs typeface="+mn-cs"/>
            </a:endParaRPr>
          </a:p>
        </p:txBody>
      </p:sp>
      <p:sp>
        <p:nvSpPr>
          <p:cNvPr id="12" name="TextBox 11" descr="azure management">
            <a:extLst>
              <a:ext uri="{FF2B5EF4-FFF2-40B4-BE49-F238E27FC236}">
                <a16:creationId xmlns:a16="http://schemas.microsoft.com/office/drawing/2014/main" id="{7EFFA3C4-643C-4236-9400-7AA546992F95}"/>
              </a:ext>
            </a:extLst>
          </p:cNvPr>
          <p:cNvSpPr txBox="1"/>
          <p:nvPr/>
        </p:nvSpPr>
        <p:spPr>
          <a:xfrm>
            <a:off x="1180529" y="2022787"/>
            <a:ext cx="1346121" cy="2072738"/>
          </a:xfrm>
          <a:prstGeom prst="rect">
            <a:avLst/>
          </a:prstGeom>
          <a:solidFill>
            <a:schemeClr val="bg1"/>
          </a:solidFill>
          <a:ln w="12700">
            <a:noFill/>
            <a:prstDash val="solid"/>
            <a:miter lim="800000"/>
          </a:ln>
          <a:effectLst>
            <a:outerShdw blurRad="127000" dist="38100" dir="5400000" algn="tl" rotWithShape="0">
              <a:prstClr val="black">
                <a:alpha val="34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457200">
              <a:defRPr sz="1000" b="1">
                <a:solidFill>
                  <a:schemeClr val="accent1"/>
                </a:solidFill>
                <a:latin typeface="Segoe UI Semibold" panose="020B0502040204020203" pitchFamily="34" charset="0"/>
                <a:cs typeface="Segoe UI Semibold"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112"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13" name="Rectangle 12">
            <a:extLst>
              <a:ext uri="{FF2B5EF4-FFF2-40B4-BE49-F238E27FC236}">
                <a16:creationId xmlns:a16="http://schemas.microsoft.com/office/drawing/2014/main" id="{2F3FA95E-6DFD-4AED-917E-360A95E095EF}"/>
              </a:ext>
            </a:extLst>
          </p:cNvPr>
          <p:cNvSpPr/>
          <p:nvPr/>
        </p:nvSpPr>
        <p:spPr>
          <a:xfrm>
            <a:off x="1123821" y="2130500"/>
            <a:ext cx="1451267" cy="469037"/>
          </a:xfrm>
          <a:prstGeom prst="rect">
            <a:avLst/>
          </a:prstGeom>
        </p:spPr>
        <p:txBody>
          <a:bodyPr wrap="square">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Azure Management</a:t>
            </a:r>
          </a:p>
        </p:txBody>
      </p:sp>
      <p:sp>
        <p:nvSpPr>
          <p:cNvPr id="14" name="TextBox 13">
            <a:extLst>
              <a:ext uri="{FF2B5EF4-FFF2-40B4-BE49-F238E27FC236}">
                <a16:creationId xmlns:a16="http://schemas.microsoft.com/office/drawing/2014/main" id="{4BFCE3B9-CA21-4937-81FB-F063EB733D68}"/>
              </a:ext>
            </a:extLst>
          </p:cNvPr>
          <p:cNvSpPr txBox="1"/>
          <p:nvPr/>
        </p:nvSpPr>
        <p:spPr>
          <a:xfrm>
            <a:off x="1285718" y="2830373"/>
            <a:ext cx="1135743" cy="213597"/>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en-US"/>
            </a:defPPr>
            <a:lvl1pPr algn="ctr" defTabSz="932597">
              <a:defRPr sz="816">
                <a:solidFill>
                  <a:schemeClr val="bg1"/>
                </a:solidFill>
                <a:latin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Portal</a:t>
            </a:r>
          </a:p>
        </p:txBody>
      </p:sp>
      <p:sp>
        <p:nvSpPr>
          <p:cNvPr id="15" name="TextBox 14">
            <a:extLst>
              <a:ext uri="{FF2B5EF4-FFF2-40B4-BE49-F238E27FC236}">
                <a16:creationId xmlns:a16="http://schemas.microsoft.com/office/drawing/2014/main" id="{349C9DFF-209B-47A8-854E-94DA100E4218}"/>
              </a:ext>
            </a:extLst>
          </p:cNvPr>
          <p:cNvSpPr txBox="1"/>
          <p:nvPr/>
        </p:nvSpPr>
        <p:spPr>
          <a:xfrm>
            <a:off x="1285718" y="3214462"/>
            <a:ext cx="1135743" cy="213597"/>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en-US"/>
            </a:defPPr>
            <a:lvl1pPr algn="ctr" defTabSz="932597">
              <a:defRPr sz="816">
                <a:solidFill>
                  <a:schemeClr val="bg1"/>
                </a:solidFill>
                <a:latin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CLI</a:t>
            </a:r>
          </a:p>
        </p:txBody>
      </p:sp>
      <p:sp>
        <p:nvSpPr>
          <p:cNvPr id="16" name="TextBox 15">
            <a:extLst>
              <a:ext uri="{FF2B5EF4-FFF2-40B4-BE49-F238E27FC236}">
                <a16:creationId xmlns:a16="http://schemas.microsoft.com/office/drawing/2014/main" id="{E90EDBBA-292C-481C-AA7C-0AB6256AE538}"/>
              </a:ext>
            </a:extLst>
          </p:cNvPr>
          <p:cNvSpPr txBox="1"/>
          <p:nvPr/>
        </p:nvSpPr>
        <p:spPr>
          <a:xfrm>
            <a:off x="1285718" y="3598551"/>
            <a:ext cx="1135743" cy="213597"/>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defPPr>
              <a:defRPr lang="en-US"/>
            </a:defPPr>
            <a:lvl1pPr algn="ctr" defTabSz="932597">
              <a:defRPr sz="816">
                <a:solidFill>
                  <a:schemeClr val="bg1"/>
                </a:solidFill>
                <a:latin typeface="Segoe UI"/>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SDK</a:t>
            </a:r>
          </a:p>
        </p:txBody>
      </p:sp>
      <p:sp>
        <p:nvSpPr>
          <p:cNvPr id="17" name="Rectangle 16">
            <a:extLst>
              <a:ext uri="{FF2B5EF4-FFF2-40B4-BE49-F238E27FC236}">
                <a16:creationId xmlns:a16="http://schemas.microsoft.com/office/drawing/2014/main" id="{F0766F0F-A3E2-4BC2-B7E3-710E1FDFD8F5}"/>
              </a:ext>
            </a:extLst>
          </p:cNvPr>
          <p:cNvSpPr/>
          <p:nvPr/>
        </p:nvSpPr>
        <p:spPr>
          <a:xfrm>
            <a:off x="153694" y="6104863"/>
            <a:ext cx="816871" cy="287339"/>
          </a:xfrm>
          <a:prstGeom prst="rect">
            <a:avLst/>
          </a:prstGeom>
          <a:noFill/>
          <a:ln>
            <a:no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Segoe UI Semibold"/>
                <a:ea typeface="+mn-ea"/>
                <a:cs typeface="+mn-cs"/>
              </a:rPr>
              <a:t>Azure Arc:</a:t>
            </a:r>
            <a:endParaRPr kumimoji="0" lang="en-US" sz="800" b="0" i="0" u="none" strike="noStrike" kern="1200" cap="none" spc="0" normalizeH="0" baseline="0" noProof="0">
              <a:ln>
                <a:noFill/>
              </a:ln>
              <a:solidFill>
                <a:srgbClr val="70AD47"/>
              </a:solidFill>
              <a:effectLst/>
              <a:uLnTx/>
              <a:uFillTx/>
              <a:latin typeface="Segoe UI Semibold"/>
              <a:ea typeface="+mn-ea"/>
              <a:cs typeface="+mn-cs"/>
            </a:endParaRPr>
          </a:p>
        </p:txBody>
      </p:sp>
      <p:sp>
        <p:nvSpPr>
          <p:cNvPr id="18" name="Freeform 46" descr="azure cloud">
            <a:extLst>
              <a:ext uri="{FF2B5EF4-FFF2-40B4-BE49-F238E27FC236}">
                <a16:creationId xmlns:a16="http://schemas.microsoft.com/office/drawing/2014/main" id="{349688D2-4F11-4235-B5DC-6D7032B2C74D}"/>
              </a:ext>
            </a:extLst>
          </p:cNvPr>
          <p:cNvSpPr>
            <a:spLocks/>
          </p:cNvSpPr>
          <p:nvPr/>
        </p:nvSpPr>
        <p:spPr bwMode="auto">
          <a:xfrm>
            <a:off x="4347872" y="1215592"/>
            <a:ext cx="465099" cy="298645"/>
          </a:xfrm>
          <a:custGeom>
            <a:avLst/>
            <a:gdLst>
              <a:gd name="T0" fmla="*/ 984 w 1109"/>
              <a:gd name="T1" fmla="*/ 426 h 682"/>
              <a:gd name="T2" fmla="*/ 982 w 1109"/>
              <a:gd name="T3" fmla="*/ 426 h 682"/>
              <a:gd name="T4" fmla="*/ 998 w 1109"/>
              <a:gd name="T5" fmla="*/ 341 h 682"/>
              <a:gd name="T6" fmla="*/ 776 w 1109"/>
              <a:gd name="T7" fmla="*/ 113 h 682"/>
              <a:gd name="T8" fmla="*/ 702 w 1109"/>
              <a:gd name="T9" fmla="*/ 127 h 682"/>
              <a:gd name="T10" fmla="*/ 443 w 1109"/>
              <a:gd name="T11" fmla="*/ 0 h 682"/>
              <a:gd name="T12" fmla="*/ 110 w 1109"/>
              <a:gd name="T13" fmla="*/ 341 h 682"/>
              <a:gd name="T14" fmla="*/ 121 w 1109"/>
              <a:gd name="T15" fmla="*/ 426 h 682"/>
              <a:gd name="T16" fmla="*/ 0 w 1109"/>
              <a:gd name="T17" fmla="*/ 554 h 682"/>
              <a:gd name="T18" fmla="*/ 124 w 1109"/>
              <a:gd name="T19" fmla="*/ 682 h 682"/>
              <a:gd name="T20" fmla="*/ 984 w 1109"/>
              <a:gd name="T21" fmla="*/ 682 h 682"/>
              <a:gd name="T22" fmla="*/ 1109 w 1109"/>
              <a:gd name="T23" fmla="*/ 554 h 682"/>
              <a:gd name="T24" fmla="*/ 984 w 1109"/>
              <a:gd name="T25" fmla="*/ 426 h 6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109" h="682">
                <a:moveTo>
                  <a:pt x="984" y="426"/>
                </a:moveTo>
                <a:cubicBezTo>
                  <a:pt x="982" y="426"/>
                  <a:pt x="982" y="426"/>
                  <a:pt x="982" y="426"/>
                </a:cubicBezTo>
                <a:cubicBezTo>
                  <a:pt x="992" y="400"/>
                  <a:pt x="998" y="371"/>
                  <a:pt x="998" y="341"/>
                </a:cubicBezTo>
                <a:cubicBezTo>
                  <a:pt x="998" y="215"/>
                  <a:pt x="899" y="113"/>
                  <a:pt x="776" y="113"/>
                </a:cubicBezTo>
                <a:cubicBezTo>
                  <a:pt x="750" y="113"/>
                  <a:pt x="725" y="118"/>
                  <a:pt x="702" y="127"/>
                </a:cubicBezTo>
                <a:cubicBezTo>
                  <a:pt x="641" y="49"/>
                  <a:pt x="548" y="0"/>
                  <a:pt x="443" y="0"/>
                </a:cubicBezTo>
                <a:cubicBezTo>
                  <a:pt x="259" y="0"/>
                  <a:pt x="110" y="152"/>
                  <a:pt x="110" y="341"/>
                </a:cubicBezTo>
                <a:cubicBezTo>
                  <a:pt x="110" y="370"/>
                  <a:pt x="115" y="399"/>
                  <a:pt x="121" y="426"/>
                </a:cubicBezTo>
                <a:cubicBezTo>
                  <a:pt x="54" y="428"/>
                  <a:pt x="0" y="484"/>
                  <a:pt x="0" y="554"/>
                </a:cubicBezTo>
                <a:cubicBezTo>
                  <a:pt x="0" y="625"/>
                  <a:pt x="55" y="682"/>
                  <a:pt x="124" y="682"/>
                </a:cubicBezTo>
                <a:cubicBezTo>
                  <a:pt x="984" y="682"/>
                  <a:pt x="984" y="682"/>
                  <a:pt x="984" y="682"/>
                </a:cubicBezTo>
                <a:cubicBezTo>
                  <a:pt x="1053" y="682"/>
                  <a:pt x="1109" y="625"/>
                  <a:pt x="1109" y="554"/>
                </a:cubicBezTo>
                <a:cubicBezTo>
                  <a:pt x="1109" y="483"/>
                  <a:pt x="1053" y="426"/>
                  <a:pt x="984" y="426"/>
                </a:cubicBezTo>
                <a:close/>
              </a:path>
            </a:pathLst>
          </a:custGeom>
          <a:solidFill>
            <a:srgbClr val="0078D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27" tIns="45713" rIns="91427" bIns="45713" numCol="1" anchor="t" anchorCtr="0" compatLnSpc="1">
            <a:prstTxWarp prst="textNoShape">
              <a:avLst/>
            </a:prstTxWarp>
          </a:bodyPr>
          <a:lstStyle/>
          <a:p>
            <a:pPr marL="0" marR="0" lvl="0" indent="0" algn="l" defTabSz="914225"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Segoe UI"/>
              <a:ea typeface="+mn-ea"/>
              <a:cs typeface="+mn-cs"/>
            </a:endParaRPr>
          </a:p>
        </p:txBody>
      </p:sp>
      <p:sp>
        <p:nvSpPr>
          <p:cNvPr id="19" name="Rectangle 18">
            <a:extLst>
              <a:ext uri="{FF2B5EF4-FFF2-40B4-BE49-F238E27FC236}">
                <a16:creationId xmlns:a16="http://schemas.microsoft.com/office/drawing/2014/main" id="{964782CD-74C7-48F5-B588-6630F3D5BCA0}"/>
              </a:ext>
            </a:extLst>
          </p:cNvPr>
          <p:cNvSpPr/>
          <p:nvPr/>
        </p:nvSpPr>
        <p:spPr>
          <a:xfrm>
            <a:off x="4283651" y="1561580"/>
            <a:ext cx="593540" cy="280678"/>
          </a:xfrm>
          <a:prstGeom prst="rect">
            <a:avLst/>
          </a:prstGeom>
        </p:spPr>
        <p:txBody>
          <a:bodyPr wrap="none">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Azure</a:t>
            </a:r>
          </a:p>
        </p:txBody>
      </p:sp>
      <p:sp>
        <p:nvSpPr>
          <p:cNvPr id="20" name="Rectangle 19">
            <a:extLst>
              <a:ext uri="{FF2B5EF4-FFF2-40B4-BE49-F238E27FC236}">
                <a16:creationId xmlns:a16="http://schemas.microsoft.com/office/drawing/2014/main" id="{54373D56-4E1D-4D91-AE70-550CA6FB9AB3}"/>
              </a:ext>
            </a:extLst>
          </p:cNvPr>
          <p:cNvSpPr/>
          <p:nvPr/>
        </p:nvSpPr>
        <p:spPr>
          <a:xfrm>
            <a:off x="4101140" y="2956475"/>
            <a:ext cx="920755"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Identity</a:t>
            </a:r>
          </a:p>
        </p:txBody>
      </p:sp>
      <p:sp>
        <p:nvSpPr>
          <p:cNvPr id="21" name="Rectangle 20">
            <a:extLst>
              <a:ext uri="{FF2B5EF4-FFF2-40B4-BE49-F238E27FC236}">
                <a16:creationId xmlns:a16="http://schemas.microsoft.com/office/drawing/2014/main" id="{EF39FC1B-A6C9-48D7-8BBC-967AE30FB3C7}"/>
              </a:ext>
            </a:extLst>
          </p:cNvPr>
          <p:cNvSpPr/>
          <p:nvPr/>
        </p:nvSpPr>
        <p:spPr>
          <a:xfrm>
            <a:off x="4101140" y="3479673"/>
            <a:ext cx="920755"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RBAC</a:t>
            </a:r>
          </a:p>
        </p:txBody>
      </p:sp>
      <p:sp>
        <p:nvSpPr>
          <p:cNvPr id="22" name="Rectangle 21">
            <a:extLst>
              <a:ext uri="{FF2B5EF4-FFF2-40B4-BE49-F238E27FC236}">
                <a16:creationId xmlns:a16="http://schemas.microsoft.com/office/drawing/2014/main" id="{8FEC7E62-3EBB-40A1-8A0A-4AE4F8699893}"/>
              </a:ext>
            </a:extLst>
          </p:cNvPr>
          <p:cNvSpPr/>
          <p:nvPr/>
        </p:nvSpPr>
        <p:spPr>
          <a:xfrm>
            <a:off x="4101140" y="4002870"/>
            <a:ext cx="920755" cy="322348"/>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Policy</a:t>
            </a:r>
          </a:p>
        </p:txBody>
      </p:sp>
      <p:sp>
        <p:nvSpPr>
          <p:cNvPr id="24" name="Rectangle 23">
            <a:extLst>
              <a:ext uri="{FF2B5EF4-FFF2-40B4-BE49-F238E27FC236}">
                <a16:creationId xmlns:a16="http://schemas.microsoft.com/office/drawing/2014/main" id="{C41ED851-B830-4276-9264-57C4BE9901F9}"/>
              </a:ext>
            </a:extLst>
          </p:cNvPr>
          <p:cNvSpPr/>
          <p:nvPr/>
        </p:nvSpPr>
        <p:spPr>
          <a:xfrm>
            <a:off x="4101141" y="4559954"/>
            <a:ext cx="920754"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Groups</a:t>
            </a:r>
          </a:p>
        </p:txBody>
      </p:sp>
      <p:sp>
        <p:nvSpPr>
          <p:cNvPr id="25" name="Rectangle 24">
            <a:extLst>
              <a:ext uri="{FF2B5EF4-FFF2-40B4-BE49-F238E27FC236}">
                <a16:creationId xmlns:a16="http://schemas.microsoft.com/office/drawing/2014/main" id="{FE8A5151-D93E-40D2-BEEA-7B02011B973F}"/>
              </a:ext>
            </a:extLst>
          </p:cNvPr>
          <p:cNvSpPr/>
          <p:nvPr/>
        </p:nvSpPr>
        <p:spPr>
          <a:xfrm>
            <a:off x="4101139" y="5083152"/>
            <a:ext cx="920753"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a:ea typeface="+mn-ea"/>
                <a:cs typeface="+mn-cs"/>
              </a:rPr>
              <a:t>Etc.</a:t>
            </a:r>
          </a:p>
        </p:txBody>
      </p:sp>
      <p:sp>
        <p:nvSpPr>
          <p:cNvPr id="26" name="Rectangle 25">
            <a:extLst>
              <a:ext uri="{FF2B5EF4-FFF2-40B4-BE49-F238E27FC236}">
                <a16:creationId xmlns:a16="http://schemas.microsoft.com/office/drawing/2014/main" id="{E191F516-CA43-4BC6-9137-25B1483A8B70}"/>
              </a:ext>
            </a:extLst>
          </p:cNvPr>
          <p:cNvSpPr/>
          <p:nvPr/>
        </p:nvSpPr>
        <p:spPr>
          <a:xfrm>
            <a:off x="3958819" y="2072957"/>
            <a:ext cx="1201435" cy="657395"/>
          </a:xfrm>
          <a:prstGeom prst="rect">
            <a:avLst/>
          </a:prstGeom>
        </p:spPr>
        <p:txBody>
          <a:bodyPr wrap="square">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Semibold"/>
                <a:ea typeface="+mn-ea"/>
                <a:cs typeface="+mn-cs"/>
              </a:rPr>
              <a:t>Azure Resource Manager</a:t>
            </a:r>
          </a:p>
        </p:txBody>
      </p:sp>
      <p:sp>
        <p:nvSpPr>
          <p:cNvPr id="27" name="Rectangle 26">
            <a:extLst>
              <a:ext uri="{FF2B5EF4-FFF2-40B4-BE49-F238E27FC236}">
                <a16:creationId xmlns:a16="http://schemas.microsoft.com/office/drawing/2014/main" id="{8E8751A7-DCDF-4E3B-A7EE-D79432577232}"/>
              </a:ext>
            </a:extLst>
          </p:cNvPr>
          <p:cNvSpPr/>
          <p:nvPr/>
        </p:nvSpPr>
        <p:spPr>
          <a:xfrm>
            <a:off x="5098669" y="3021646"/>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data RP</a:t>
            </a:r>
          </a:p>
        </p:txBody>
      </p:sp>
      <p:sp>
        <p:nvSpPr>
          <p:cNvPr id="28" name="Rectangle 27">
            <a:extLst>
              <a:ext uri="{FF2B5EF4-FFF2-40B4-BE49-F238E27FC236}">
                <a16:creationId xmlns:a16="http://schemas.microsoft.com/office/drawing/2014/main" id="{6708BE40-54EC-4BE0-BA26-3204604C235B}"/>
              </a:ext>
            </a:extLst>
          </p:cNvPr>
          <p:cNvSpPr/>
          <p:nvPr/>
        </p:nvSpPr>
        <p:spPr>
          <a:xfrm>
            <a:off x="5098669" y="3637335"/>
            <a:ext cx="839249"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lumMod val="95000"/>
                    <a:lumOff val="5000"/>
                  </a:prstClr>
                </a:solidFill>
                <a:effectLst/>
                <a:uLnTx/>
                <a:uFillTx/>
                <a:latin typeface="Segoe UI"/>
                <a:ea typeface="+mn-ea"/>
                <a:cs typeface="+mn-cs"/>
              </a:rPr>
              <a:t>Container registry</a:t>
            </a:r>
          </a:p>
        </p:txBody>
      </p:sp>
      <p:sp>
        <p:nvSpPr>
          <p:cNvPr id="29" name="Rectangle 28">
            <a:extLst>
              <a:ext uri="{FF2B5EF4-FFF2-40B4-BE49-F238E27FC236}">
                <a16:creationId xmlns:a16="http://schemas.microsoft.com/office/drawing/2014/main" id="{227DA081-CDD2-4F74-B8BB-5785F6CAD0EC}"/>
              </a:ext>
            </a:extLst>
          </p:cNvPr>
          <p:cNvSpPr/>
          <p:nvPr/>
        </p:nvSpPr>
        <p:spPr>
          <a:xfrm>
            <a:off x="5098669" y="4253026"/>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K8s RP</a:t>
            </a:r>
          </a:p>
        </p:txBody>
      </p:sp>
      <p:sp>
        <p:nvSpPr>
          <p:cNvPr id="30" name="Rectangle 29">
            <a:extLst>
              <a:ext uri="{FF2B5EF4-FFF2-40B4-BE49-F238E27FC236}">
                <a16:creationId xmlns:a16="http://schemas.microsoft.com/office/drawing/2014/main" id="{16D38DB5-3232-4F59-B895-5ED52FC7A171}"/>
              </a:ext>
            </a:extLst>
          </p:cNvPr>
          <p:cNvSpPr/>
          <p:nvPr/>
        </p:nvSpPr>
        <p:spPr>
          <a:xfrm>
            <a:off x="5098669" y="4999194"/>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server RP</a:t>
            </a:r>
          </a:p>
        </p:txBody>
      </p:sp>
      <p:sp>
        <p:nvSpPr>
          <p:cNvPr id="31" name="TextBox 30" descr="custom locations">
            <a:extLst>
              <a:ext uri="{FF2B5EF4-FFF2-40B4-BE49-F238E27FC236}">
                <a16:creationId xmlns:a16="http://schemas.microsoft.com/office/drawing/2014/main" id="{0412DD85-6F8F-4BB7-A5BC-E09164198705}"/>
              </a:ext>
            </a:extLst>
          </p:cNvPr>
          <p:cNvSpPr txBox="1"/>
          <p:nvPr/>
        </p:nvSpPr>
        <p:spPr>
          <a:xfrm>
            <a:off x="6459539" y="1113133"/>
            <a:ext cx="2740247" cy="5244027"/>
          </a:xfrm>
          <a:prstGeom prst="rect">
            <a:avLst/>
          </a:prstGeom>
          <a:solidFill>
            <a:schemeClr val="bg1"/>
          </a:solidFill>
          <a:ln w="19050">
            <a:solidFill>
              <a:schemeClr val="tx1"/>
            </a:solid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algn="ctr" defTabSz="457200">
              <a:defRPr sz="1000" b="1">
                <a:solidFill>
                  <a:schemeClr val="accent1"/>
                </a:solidFill>
                <a:latin typeface="Segoe UI Semibold" panose="020B0502040204020203" pitchFamily="34" charset="0"/>
                <a:cs typeface="Segoe UI Semibold" panose="020B0502040204020203" pitchFamily="34" charset="0"/>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0" marR="0" lvl="0" indent="0" algn="ctr" defTabSz="457112"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rgbClr val="0078D4"/>
              </a:solidFill>
              <a:effectLst/>
              <a:uLnTx/>
              <a:uFillTx/>
              <a:latin typeface="Segoe UI Semibold" panose="020B0502040204020203" pitchFamily="34" charset="0"/>
              <a:ea typeface="+mn-ea"/>
              <a:cs typeface="Segoe UI Semibold" panose="020B0502040204020203" pitchFamily="34" charset="0"/>
            </a:endParaRPr>
          </a:p>
        </p:txBody>
      </p:sp>
      <p:sp>
        <p:nvSpPr>
          <p:cNvPr id="32" name="Rectangle 31" descr="azure data services">
            <a:extLst>
              <a:ext uri="{FF2B5EF4-FFF2-40B4-BE49-F238E27FC236}">
                <a16:creationId xmlns:a16="http://schemas.microsoft.com/office/drawing/2014/main" id="{3C7E2348-2809-4308-9C36-ED58EE99D6D4}"/>
              </a:ext>
            </a:extLst>
          </p:cNvPr>
          <p:cNvSpPr/>
          <p:nvPr/>
        </p:nvSpPr>
        <p:spPr>
          <a:xfrm>
            <a:off x="6792491" y="1906553"/>
            <a:ext cx="2149835" cy="975123"/>
          </a:xfrm>
          <a:prstGeom prst="rect">
            <a:avLst/>
          </a:prstGeom>
          <a:solidFill>
            <a:schemeClr val="bg1"/>
          </a:solidFill>
          <a:ln w="12700">
            <a:noFill/>
          </a:ln>
          <a:effectLst>
            <a:outerShdw blurRad="1524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mn-ea"/>
              <a:cs typeface="+mn-cs"/>
            </a:endParaRPr>
          </a:p>
        </p:txBody>
      </p:sp>
      <p:sp>
        <p:nvSpPr>
          <p:cNvPr id="33" name="Rectangle 32">
            <a:extLst>
              <a:ext uri="{FF2B5EF4-FFF2-40B4-BE49-F238E27FC236}">
                <a16:creationId xmlns:a16="http://schemas.microsoft.com/office/drawing/2014/main" id="{2741FDD9-D5BA-40D4-9EC6-64EED80E4E1F}"/>
              </a:ext>
            </a:extLst>
          </p:cNvPr>
          <p:cNvSpPr/>
          <p:nvPr/>
        </p:nvSpPr>
        <p:spPr>
          <a:xfrm>
            <a:off x="7113683" y="1951882"/>
            <a:ext cx="1827971" cy="280678"/>
          </a:xfrm>
          <a:prstGeom prst="rect">
            <a:avLst/>
          </a:prstGeom>
        </p:spPr>
        <p:txBody>
          <a:bodyPr wrap="square">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Semibold"/>
                <a:ea typeface="+mn-ea"/>
                <a:cs typeface="+mn-cs"/>
              </a:rPr>
              <a:t>Azure Data Services</a:t>
            </a:r>
          </a:p>
        </p:txBody>
      </p:sp>
      <p:sp>
        <p:nvSpPr>
          <p:cNvPr id="34" name="Rectangle 33">
            <a:extLst>
              <a:ext uri="{FF2B5EF4-FFF2-40B4-BE49-F238E27FC236}">
                <a16:creationId xmlns:a16="http://schemas.microsoft.com/office/drawing/2014/main" id="{D0D598F2-4A02-4B51-BFF5-1791D677F4FF}"/>
              </a:ext>
            </a:extLst>
          </p:cNvPr>
          <p:cNvSpPr/>
          <p:nvPr/>
        </p:nvSpPr>
        <p:spPr>
          <a:xfrm>
            <a:off x="7932469" y="2254609"/>
            <a:ext cx="1009858" cy="657265"/>
          </a:xfrm>
          <a:prstGeom prst="rect">
            <a:avLst/>
          </a:prstGeom>
        </p:spPr>
        <p:txBody>
          <a:bodyPr wrap="square">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Segoe UI Semibold" panose="020B0502040204020203" pitchFamily="34" charset="0"/>
                <a:ea typeface="+mn-ea"/>
                <a:cs typeface="Segoe UI Semibold" panose="020B0502040204020203" pitchFamily="34" charset="0"/>
              </a:rPr>
              <a:t> </a:t>
            </a:r>
          </a:p>
          <a:p>
            <a:pPr marL="171417" marR="0" lvl="0" indent="-171417" algn="l" defTabSz="91422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SQL</a:t>
            </a:r>
          </a:p>
          <a:p>
            <a:pPr marL="171417" marR="0" lvl="0" indent="-171417" algn="l" defTabSz="914225"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PostgreSQL</a:t>
            </a:r>
          </a:p>
          <a:p>
            <a:pPr marL="171417" marR="0" lvl="0" indent="-171417" algn="l" defTabSz="914225"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000" b="0" i="0" u="none" strike="noStrike" kern="1200" cap="none" spc="0" normalizeH="0" baseline="0" noProof="0">
              <a:ln>
                <a:noFill/>
              </a:ln>
              <a:solidFill>
                <a:prstClr val="black"/>
              </a:solidFill>
              <a:effectLst/>
              <a:uLnTx/>
              <a:uFillTx/>
              <a:latin typeface="Segoe UI"/>
              <a:ea typeface="+mn-ea"/>
              <a:cs typeface="+mn-cs"/>
            </a:endParaRPr>
          </a:p>
        </p:txBody>
      </p:sp>
      <p:sp>
        <p:nvSpPr>
          <p:cNvPr id="35" name="Rectangle 34">
            <a:extLst>
              <a:ext uri="{FF2B5EF4-FFF2-40B4-BE49-F238E27FC236}">
                <a16:creationId xmlns:a16="http://schemas.microsoft.com/office/drawing/2014/main" id="{B0CBCC90-C2E1-49E6-85BB-A3738BC9277F}"/>
              </a:ext>
            </a:extLst>
          </p:cNvPr>
          <p:cNvSpPr/>
          <p:nvPr/>
        </p:nvSpPr>
        <p:spPr>
          <a:xfrm>
            <a:off x="6791819" y="3018927"/>
            <a:ext cx="2149835" cy="314724"/>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data controller</a:t>
            </a:r>
          </a:p>
        </p:txBody>
      </p:sp>
      <p:sp>
        <p:nvSpPr>
          <p:cNvPr id="36" name="Rectangle 35" descr="Kubernetes">
            <a:extLst>
              <a:ext uri="{FF2B5EF4-FFF2-40B4-BE49-F238E27FC236}">
                <a16:creationId xmlns:a16="http://schemas.microsoft.com/office/drawing/2014/main" id="{F8B6E208-2A6A-4252-BE9F-3979433F9AA0}"/>
              </a:ext>
            </a:extLst>
          </p:cNvPr>
          <p:cNvSpPr/>
          <p:nvPr/>
        </p:nvSpPr>
        <p:spPr>
          <a:xfrm>
            <a:off x="6792491" y="3444315"/>
            <a:ext cx="2149835" cy="1323165"/>
          </a:xfrm>
          <a:prstGeom prst="rect">
            <a:avLst/>
          </a:prstGeom>
          <a:solidFill>
            <a:schemeClr val="bg1"/>
          </a:solidFill>
          <a:ln w="12700">
            <a:noFill/>
          </a:ln>
          <a:effectLst>
            <a:outerShdw blurRad="1524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mn-ea"/>
              <a:cs typeface="+mn-cs"/>
            </a:endParaRPr>
          </a:p>
        </p:txBody>
      </p:sp>
      <p:sp>
        <p:nvSpPr>
          <p:cNvPr id="38" name="Rectangle 37">
            <a:extLst>
              <a:ext uri="{FF2B5EF4-FFF2-40B4-BE49-F238E27FC236}">
                <a16:creationId xmlns:a16="http://schemas.microsoft.com/office/drawing/2014/main" id="{EF41C1A9-952E-4F40-AC13-EA58E3E687D2}"/>
              </a:ext>
            </a:extLst>
          </p:cNvPr>
          <p:cNvSpPr/>
          <p:nvPr/>
        </p:nvSpPr>
        <p:spPr>
          <a:xfrm>
            <a:off x="6912019" y="3514725"/>
            <a:ext cx="1827971" cy="280678"/>
          </a:xfrm>
          <a:prstGeom prst="rect">
            <a:avLst/>
          </a:prstGeom>
        </p:spPr>
        <p:txBody>
          <a:bodyPr wrap="square">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Semibold"/>
                <a:ea typeface="+mn-ea"/>
                <a:cs typeface="+mn-cs"/>
              </a:rPr>
              <a:t>Kubernetes</a:t>
            </a:r>
          </a:p>
        </p:txBody>
      </p:sp>
      <p:sp>
        <p:nvSpPr>
          <p:cNvPr id="40" name="Rectangle 39">
            <a:extLst>
              <a:ext uri="{FF2B5EF4-FFF2-40B4-BE49-F238E27FC236}">
                <a16:creationId xmlns:a16="http://schemas.microsoft.com/office/drawing/2014/main" id="{5CF0B2C2-3686-4715-BF2C-3FC64EEE8C09}"/>
              </a:ext>
            </a:extLst>
          </p:cNvPr>
          <p:cNvSpPr/>
          <p:nvPr/>
        </p:nvSpPr>
        <p:spPr>
          <a:xfrm>
            <a:off x="7968710" y="3809804"/>
            <a:ext cx="837422" cy="331510"/>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PaaS Control</a:t>
            </a:r>
          </a:p>
        </p:txBody>
      </p:sp>
      <p:sp>
        <p:nvSpPr>
          <p:cNvPr id="42" name="Rectangle 41">
            <a:extLst>
              <a:ext uri="{FF2B5EF4-FFF2-40B4-BE49-F238E27FC236}">
                <a16:creationId xmlns:a16="http://schemas.microsoft.com/office/drawing/2014/main" id="{CC9E0960-3C6A-450B-80B0-6E77CAC61BCD}"/>
              </a:ext>
            </a:extLst>
          </p:cNvPr>
          <p:cNvSpPr/>
          <p:nvPr/>
        </p:nvSpPr>
        <p:spPr>
          <a:xfrm>
            <a:off x="7968710" y="4237618"/>
            <a:ext cx="837422" cy="331511"/>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lumMod val="95000"/>
                    <a:lumOff val="5000"/>
                  </a:prstClr>
                </a:solidFill>
                <a:effectLst/>
                <a:uLnTx/>
                <a:uFillTx/>
                <a:latin typeface="Segoe UI"/>
                <a:ea typeface="+mn-ea"/>
                <a:cs typeface="+mn-cs"/>
              </a:rPr>
              <a:t>K8s API</a:t>
            </a:r>
          </a:p>
        </p:txBody>
      </p:sp>
      <p:sp>
        <p:nvSpPr>
          <p:cNvPr id="44" name="Rectangle 43">
            <a:extLst>
              <a:ext uri="{FF2B5EF4-FFF2-40B4-BE49-F238E27FC236}">
                <a16:creationId xmlns:a16="http://schemas.microsoft.com/office/drawing/2014/main" id="{69E43FCC-AC38-4E3B-9AC6-2EFD7863A9E3}"/>
              </a:ext>
            </a:extLst>
          </p:cNvPr>
          <p:cNvSpPr/>
          <p:nvPr/>
        </p:nvSpPr>
        <p:spPr>
          <a:xfrm>
            <a:off x="6995151" y="2306324"/>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data agent</a:t>
            </a:r>
          </a:p>
        </p:txBody>
      </p:sp>
      <p:sp>
        <p:nvSpPr>
          <p:cNvPr id="46" name="Rectangle 45">
            <a:extLst>
              <a:ext uri="{FF2B5EF4-FFF2-40B4-BE49-F238E27FC236}">
                <a16:creationId xmlns:a16="http://schemas.microsoft.com/office/drawing/2014/main" id="{E51B96E6-787F-40C9-A08D-22F2D0A30360}"/>
              </a:ext>
            </a:extLst>
          </p:cNvPr>
          <p:cNvSpPr/>
          <p:nvPr/>
        </p:nvSpPr>
        <p:spPr>
          <a:xfrm>
            <a:off x="6995151" y="3812154"/>
            <a:ext cx="839249"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lumMod val="95000"/>
                    <a:lumOff val="5000"/>
                  </a:prstClr>
                </a:solidFill>
                <a:effectLst/>
                <a:uLnTx/>
                <a:uFillTx/>
                <a:latin typeface="Segoe UI"/>
                <a:ea typeface="+mn-ea"/>
                <a:cs typeface="+mn-cs"/>
              </a:rPr>
              <a:t>GitOps Manager</a:t>
            </a:r>
          </a:p>
        </p:txBody>
      </p:sp>
      <p:sp>
        <p:nvSpPr>
          <p:cNvPr id="48" name="Rectangle 47">
            <a:extLst>
              <a:ext uri="{FF2B5EF4-FFF2-40B4-BE49-F238E27FC236}">
                <a16:creationId xmlns:a16="http://schemas.microsoft.com/office/drawing/2014/main" id="{444EB393-63BE-4B32-A868-3359C3AE804A}"/>
              </a:ext>
            </a:extLst>
          </p:cNvPr>
          <p:cNvSpPr/>
          <p:nvPr/>
        </p:nvSpPr>
        <p:spPr>
          <a:xfrm>
            <a:off x="6995151" y="4241588"/>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K8s agent</a:t>
            </a:r>
          </a:p>
        </p:txBody>
      </p:sp>
      <p:sp>
        <p:nvSpPr>
          <p:cNvPr id="50" name="Rectangle 49" descr="servers">
            <a:extLst>
              <a:ext uri="{FF2B5EF4-FFF2-40B4-BE49-F238E27FC236}">
                <a16:creationId xmlns:a16="http://schemas.microsoft.com/office/drawing/2014/main" id="{942B43C4-C83F-4225-9DE2-2B77583718D4}"/>
              </a:ext>
            </a:extLst>
          </p:cNvPr>
          <p:cNvSpPr/>
          <p:nvPr/>
        </p:nvSpPr>
        <p:spPr>
          <a:xfrm>
            <a:off x="6792491" y="4920626"/>
            <a:ext cx="2149835" cy="1323165"/>
          </a:xfrm>
          <a:prstGeom prst="rect">
            <a:avLst/>
          </a:prstGeom>
          <a:solidFill>
            <a:schemeClr val="bg1"/>
          </a:solidFill>
          <a:ln w="12700">
            <a:noFill/>
          </a:ln>
          <a:effectLst>
            <a:outerShdw blurRad="152400" algn="t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a:ln>
                <a:noFill/>
              </a:ln>
              <a:solidFill>
                <a:prstClr val="black"/>
              </a:solidFill>
              <a:effectLst/>
              <a:uLnTx/>
              <a:uFillTx/>
              <a:latin typeface="Segoe UI"/>
              <a:ea typeface="+mn-ea"/>
              <a:cs typeface="+mn-cs"/>
            </a:endParaRPr>
          </a:p>
        </p:txBody>
      </p:sp>
      <p:sp>
        <p:nvSpPr>
          <p:cNvPr id="52" name="Rectangle 51">
            <a:extLst>
              <a:ext uri="{FF2B5EF4-FFF2-40B4-BE49-F238E27FC236}">
                <a16:creationId xmlns:a16="http://schemas.microsoft.com/office/drawing/2014/main" id="{E44618EA-A8C3-452C-9A6B-1C48D6B93ABA}"/>
              </a:ext>
            </a:extLst>
          </p:cNvPr>
          <p:cNvSpPr/>
          <p:nvPr/>
        </p:nvSpPr>
        <p:spPr>
          <a:xfrm>
            <a:off x="6912019" y="4991035"/>
            <a:ext cx="1827971" cy="280678"/>
          </a:xfrm>
          <a:prstGeom prst="rect">
            <a:avLst/>
          </a:prstGeom>
        </p:spPr>
        <p:txBody>
          <a:bodyPr wrap="square">
            <a:spAutoFit/>
          </a:bodyPr>
          <a:lstStyle/>
          <a:p>
            <a:pPr marL="0" marR="0" lvl="0" indent="0" algn="l"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Segoe UI Semibold"/>
                <a:ea typeface="+mn-ea"/>
                <a:cs typeface="+mn-cs"/>
              </a:rPr>
              <a:t>Servers</a:t>
            </a:r>
          </a:p>
        </p:txBody>
      </p:sp>
      <p:sp>
        <p:nvSpPr>
          <p:cNvPr id="54" name="Rectangle 53">
            <a:extLst>
              <a:ext uri="{FF2B5EF4-FFF2-40B4-BE49-F238E27FC236}">
                <a16:creationId xmlns:a16="http://schemas.microsoft.com/office/drawing/2014/main" id="{B6A4822B-7DE7-452E-96D6-99B1DE5F867C}"/>
              </a:ext>
            </a:extLst>
          </p:cNvPr>
          <p:cNvSpPr/>
          <p:nvPr/>
        </p:nvSpPr>
        <p:spPr>
          <a:xfrm>
            <a:off x="7968710" y="5286115"/>
            <a:ext cx="837422" cy="331510"/>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Segoe UI"/>
                <a:ea typeface="+mn-ea"/>
                <a:cs typeface="+mn-cs"/>
              </a:rPr>
              <a:t>Linux</a:t>
            </a:r>
          </a:p>
        </p:txBody>
      </p:sp>
      <p:sp>
        <p:nvSpPr>
          <p:cNvPr id="56" name="Rectangle 55">
            <a:extLst>
              <a:ext uri="{FF2B5EF4-FFF2-40B4-BE49-F238E27FC236}">
                <a16:creationId xmlns:a16="http://schemas.microsoft.com/office/drawing/2014/main" id="{5D5112B1-0EE0-4609-A900-FA510D115C77}"/>
              </a:ext>
            </a:extLst>
          </p:cNvPr>
          <p:cNvSpPr/>
          <p:nvPr/>
        </p:nvSpPr>
        <p:spPr>
          <a:xfrm>
            <a:off x="7968710" y="5713929"/>
            <a:ext cx="837422" cy="331511"/>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black"/>
                </a:solidFill>
                <a:effectLst/>
                <a:uLnTx/>
                <a:uFillTx/>
                <a:latin typeface="Segoe UI"/>
                <a:ea typeface="+mn-ea"/>
                <a:cs typeface="+mn-cs"/>
              </a:rPr>
              <a:t>Windows Server</a:t>
            </a:r>
          </a:p>
        </p:txBody>
      </p:sp>
      <p:sp>
        <p:nvSpPr>
          <p:cNvPr id="58" name="Rectangle 57">
            <a:extLst>
              <a:ext uri="{FF2B5EF4-FFF2-40B4-BE49-F238E27FC236}">
                <a16:creationId xmlns:a16="http://schemas.microsoft.com/office/drawing/2014/main" id="{C9065C26-9667-4D4D-881A-90E4B5FB3EE2}"/>
              </a:ext>
            </a:extLst>
          </p:cNvPr>
          <p:cNvSpPr/>
          <p:nvPr/>
        </p:nvSpPr>
        <p:spPr>
          <a:xfrm>
            <a:off x="6995151" y="5288464"/>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server agent</a:t>
            </a:r>
          </a:p>
        </p:txBody>
      </p:sp>
      <p:sp>
        <p:nvSpPr>
          <p:cNvPr id="60" name="Rectangle 59">
            <a:extLst>
              <a:ext uri="{FF2B5EF4-FFF2-40B4-BE49-F238E27FC236}">
                <a16:creationId xmlns:a16="http://schemas.microsoft.com/office/drawing/2014/main" id="{D6A84AEE-6700-47B9-899C-58B6B60D7D0D}"/>
              </a:ext>
            </a:extLst>
          </p:cNvPr>
          <p:cNvSpPr/>
          <p:nvPr/>
        </p:nvSpPr>
        <p:spPr>
          <a:xfrm>
            <a:off x="6995151" y="5717899"/>
            <a:ext cx="839249" cy="331993"/>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FFFFFF"/>
                </a:solidFill>
                <a:effectLst/>
                <a:uLnTx/>
                <a:uFillTx/>
                <a:latin typeface="Segoe UI"/>
                <a:ea typeface="+mn-ea"/>
                <a:cs typeface="+mn-cs"/>
              </a:rPr>
              <a:t>Azure Arc server agent</a:t>
            </a:r>
          </a:p>
        </p:txBody>
      </p:sp>
      <p:sp>
        <p:nvSpPr>
          <p:cNvPr id="62" name="Rectangle 61">
            <a:extLst>
              <a:ext uri="{FF2B5EF4-FFF2-40B4-BE49-F238E27FC236}">
                <a16:creationId xmlns:a16="http://schemas.microsoft.com/office/drawing/2014/main" id="{D66D3F04-C7B5-4ACA-BC71-B055ECED7FDF}"/>
              </a:ext>
            </a:extLst>
          </p:cNvPr>
          <p:cNvSpPr/>
          <p:nvPr/>
        </p:nvSpPr>
        <p:spPr>
          <a:xfrm>
            <a:off x="9730769" y="2120934"/>
            <a:ext cx="1640205" cy="469037"/>
          </a:xfrm>
          <a:prstGeom prst="rect">
            <a:avLst/>
          </a:prstGeom>
        </p:spPr>
        <p:txBody>
          <a:bodyPr wrap="square">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Resource specific tools</a:t>
            </a:r>
          </a:p>
        </p:txBody>
      </p:sp>
      <p:sp>
        <p:nvSpPr>
          <p:cNvPr id="64" name="Rectangle 63">
            <a:extLst>
              <a:ext uri="{FF2B5EF4-FFF2-40B4-BE49-F238E27FC236}">
                <a16:creationId xmlns:a16="http://schemas.microsoft.com/office/drawing/2014/main" id="{B8068781-AE9F-4DB5-911B-E8A3ECB8F8DB}"/>
              </a:ext>
            </a:extLst>
          </p:cNvPr>
          <p:cNvSpPr/>
          <p:nvPr/>
        </p:nvSpPr>
        <p:spPr>
          <a:xfrm>
            <a:off x="9712378" y="2527137"/>
            <a:ext cx="1676990"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Azure Data Studio</a:t>
            </a:r>
          </a:p>
        </p:txBody>
      </p:sp>
      <p:sp>
        <p:nvSpPr>
          <p:cNvPr id="66" name="Rectangle 65" descr="K8 native tools">
            <a:extLst>
              <a:ext uri="{FF2B5EF4-FFF2-40B4-BE49-F238E27FC236}">
                <a16:creationId xmlns:a16="http://schemas.microsoft.com/office/drawing/2014/main" id="{13CEFB35-59CB-4626-8B45-3657619B33FD}"/>
              </a:ext>
            </a:extLst>
          </p:cNvPr>
          <p:cNvSpPr/>
          <p:nvPr/>
        </p:nvSpPr>
        <p:spPr>
          <a:xfrm>
            <a:off x="9712378" y="3274059"/>
            <a:ext cx="1676990" cy="1646568"/>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0078D4"/>
              </a:solidFill>
              <a:effectLst/>
              <a:uLnTx/>
              <a:uFillTx/>
              <a:latin typeface="Segoe UI Semibold"/>
              <a:ea typeface="+mn-ea"/>
              <a:cs typeface="+mn-cs"/>
            </a:endParaRPr>
          </a:p>
        </p:txBody>
      </p:sp>
      <p:sp>
        <p:nvSpPr>
          <p:cNvPr id="68" name="Rectangle 67">
            <a:extLst>
              <a:ext uri="{FF2B5EF4-FFF2-40B4-BE49-F238E27FC236}">
                <a16:creationId xmlns:a16="http://schemas.microsoft.com/office/drawing/2014/main" id="{9C24C0B5-E497-4A72-A05A-3EC7D9E63D38}"/>
              </a:ext>
            </a:extLst>
          </p:cNvPr>
          <p:cNvSpPr/>
          <p:nvPr/>
        </p:nvSpPr>
        <p:spPr>
          <a:xfrm>
            <a:off x="9836560" y="3783149"/>
            <a:ext cx="1428623" cy="999363"/>
          </a:xfrm>
          <a:prstGeom prst="rect">
            <a:avLst/>
          </a:prstGeom>
        </p:spPr>
        <p:txBody>
          <a:bodyPr wrap="square">
            <a:spAutoFit/>
          </a:bodyPr>
          <a:lstStyle/>
          <a:p>
            <a:pPr marL="0" marR="0" lvl="0" indent="0" algn="ctr" defTabSz="914225" rtl="0" eaLnBrk="1" fontAlgn="auto" latinLnBrk="0" hangingPunct="1">
              <a:lnSpc>
                <a:spcPct val="100000"/>
              </a:lnSpc>
              <a:spcBef>
                <a:spcPts val="4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Cluster provisioning​</a:t>
            </a:r>
          </a:p>
          <a:p>
            <a:pPr marL="0" marR="0" lvl="0" indent="0" algn="ctr" defTabSz="914225" rtl="0" eaLnBrk="1" fontAlgn="auto" latinLnBrk="0" hangingPunct="1">
              <a:lnSpc>
                <a:spcPct val="100000"/>
              </a:lnSpc>
              <a:spcBef>
                <a:spcPts val="4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Cluster upgrade and patch management​</a:t>
            </a:r>
          </a:p>
          <a:p>
            <a:pPr marL="0" marR="0" lvl="0" indent="0" algn="ctr" defTabSz="914225" rtl="0" eaLnBrk="1" fontAlgn="auto" latinLnBrk="0" hangingPunct="1">
              <a:lnSpc>
                <a:spcPct val="100000"/>
              </a:lnSpc>
              <a:spcBef>
                <a:spcPts val="4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Cluster lifecycle management​</a:t>
            </a:r>
          </a:p>
          <a:p>
            <a:pPr marL="0" marR="0" lvl="0" indent="0" algn="ctr" defTabSz="914225" rtl="0" eaLnBrk="1" fontAlgn="auto" latinLnBrk="0" hangingPunct="1">
              <a:lnSpc>
                <a:spcPct val="100000"/>
              </a:lnSpc>
              <a:spcBef>
                <a:spcPts val="40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Segoe UI" panose="020B0502040204020203" pitchFamily="34" charset="0"/>
                <a:ea typeface="+mn-ea"/>
                <a:cs typeface="Segoe UI" panose="020B0502040204020203" pitchFamily="34" charset="0"/>
              </a:rPr>
              <a:t>Cluster monitoring </a:t>
            </a:r>
          </a:p>
        </p:txBody>
      </p:sp>
      <p:sp>
        <p:nvSpPr>
          <p:cNvPr id="70" name="Rectangle 69">
            <a:extLst>
              <a:ext uri="{FF2B5EF4-FFF2-40B4-BE49-F238E27FC236}">
                <a16:creationId xmlns:a16="http://schemas.microsoft.com/office/drawing/2014/main" id="{9BACD0F8-3327-4DA4-8F5B-287FBB2E08AD}"/>
              </a:ext>
            </a:extLst>
          </p:cNvPr>
          <p:cNvSpPr/>
          <p:nvPr/>
        </p:nvSpPr>
        <p:spPr>
          <a:xfrm>
            <a:off x="9876167" y="3461960"/>
            <a:ext cx="1349409" cy="280678"/>
          </a:xfrm>
          <a:prstGeom prst="rect">
            <a:avLst/>
          </a:prstGeom>
        </p:spPr>
        <p:txBody>
          <a:bodyPr wrap="none" anchor="t">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K8s Native Tools</a:t>
            </a:r>
          </a:p>
        </p:txBody>
      </p:sp>
      <p:sp>
        <p:nvSpPr>
          <p:cNvPr id="72" name="Rectangle 71">
            <a:extLst>
              <a:ext uri="{FF2B5EF4-FFF2-40B4-BE49-F238E27FC236}">
                <a16:creationId xmlns:a16="http://schemas.microsoft.com/office/drawing/2014/main" id="{CCCA899E-46FC-41AB-AE77-C4869C9D2769}"/>
              </a:ext>
            </a:extLst>
          </p:cNvPr>
          <p:cNvSpPr/>
          <p:nvPr/>
        </p:nvSpPr>
        <p:spPr>
          <a:xfrm>
            <a:off x="9703701" y="5250215"/>
            <a:ext cx="1676990" cy="331993"/>
          </a:xfrm>
          <a:prstGeom prst="rect">
            <a:avLst/>
          </a:prstGeom>
          <a:solidFill>
            <a:schemeClr val="bg1"/>
          </a:solidFill>
          <a:ln>
            <a:noFill/>
          </a:ln>
          <a:effectLst>
            <a:outerShdw blurRad="127000" algn="tl" rotWithShape="0">
              <a:prstClr val="black">
                <a:alpha val="2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Server Admin Tools</a:t>
            </a:r>
          </a:p>
        </p:txBody>
      </p:sp>
      <p:cxnSp>
        <p:nvCxnSpPr>
          <p:cNvPr id="74" name="Straight Arrow Connector 73" descr="flow">
            <a:extLst>
              <a:ext uri="{FF2B5EF4-FFF2-40B4-BE49-F238E27FC236}">
                <a16:creationId xmlns:a16="http://schemas.microsoft.com/office/drawing/2014/main" id="{2C08718E-4909-4AFC-AD50-6F8D59D3A51C}"/>
              </a:ext>
            </a:extLst>
          </p:cNvPr>
          <p:cNvCxnSpPr>
            <a:cxnSpLocks/>
          </p:cNvCxnSpPr>
          <p:nvPr/>
        </p:nvCxnSpPr>
        <p:spPr>
          <a:xfrm>
            <a:off x="2526650" y="3288468"/>
            <a:ext cx="924029" cy="0"/>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6" name="Elbow Connector 33" descr="connector">
            <a:extLst>
              <a:ext uri="{FF2B5EF4-FFF2-40B4-BE49-F238E27FC236}">
                <a16:creationId xmlns:a16="http://schemas.microsoft.com/office/drawing/2014/main" id="{88F73859-F8BE-490C-9032-0A17DCAAD2E7}"/>
              </a:ext>
            </a:extLst>
          </p:cNvPr>
          <p:cNvCxnSpPr>
            <a:cxnSpLocks/>
          </p:cNvCxnSpPr>
          <p:nvPr/>
        </p:nvCxnSpPr>
        <p:spPr>
          <a:xfrm flipV="1">
            <a:off x="5790755" y="2409401"/>
            <a:ext cx="1204396" cy="587819"/>
          </a:xfrm>
          <a:prstGeom prst="bentConnector3">
            <a:avLst>
              <a:gd name="adj1" fmla="val 415"/>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a:extLst>
              <a:ext uri="{FF2B5EF4-FFF2-40B4-BE49-F238E27FC236}">
                <a16:creationId xmlns:a16="http://schemas.microsoft.com/office/drawing/2014/main" id="{F4EE2C6F-BD58-4173-97F6-74F3D88E80AD}"/>
              </a:ext>
              <a:ext uri="{C183D7F6-B498-43B3-948B-1728B52AA6E4}">
                <adec:decorative xmlns:adec="http://schemas.microsoft.com/office/drawing/2017/decorative" val="1"/>
              </a:ext>
            </a:extLst>
          </p:cNvPr>
          <p:cNvCxnSpPr>
            <a:cxnSpLocks/>
          </p:cNvCxnSpPr>
          <p:nvPr/>
        </p:nvCxnSpPr>
        <p:spPr>
          <a:xfrm>
            <a:off x="7439484" y="2638317"/>
            <a:ext cx="0" cy="379045"/>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0" name="Elbow Connector 46">
            <a:extLst>
              <a:ext uri="{FF2B5EF4-FFF2-40B4-BE49-F238E27FC236}">
                <a16:creationId xmlns:a16="http://schemas.microsoft.com/office/drawing/2014/main" id="{C7582123-A6E3-4636-8F92-67505A591EAB}"/>
              </a:ext>
              <a:ext uri="{C183D7F6-B498-43B3-948B-1728B52AA6E4}">
                <adec:decorative xmlns:adec="http://schemas.microsoft.com/office/drawing/2017/decorative" val="1"/>
              </a:ext>
            </a:extLst>
          </p:cNvPr>
          <p:cNvCxnSpPr>
            <a:cxnSpLocks/>
          </p:cNvCxnSpPr>
          <p:nvPr/>
        </p:nvCxnSpPr>
        <p:spPr>
          <a:xfrm rot="10800000" flipV="1">
            <a:off x="5920578" y="2547176"/>
            <a:ext cx="1065798" cy="1126447"/>
          </a:xfrm>
          <a:prstGeom prst="bentConnector3">
            <a:avLst>
              <a:gd name="adj1" fmla="val 65683"/>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2" name="Elbow Connector 164">
            <a:extLst>
              <a:ext uri="{FF2B5EF4-FFF2-40B4-BE49-F238E27FC236}">
                <a16:creationId xmlns:a16="http://schemas.microsoft.com/office/drawing/2014/main" id="{F833F8FD-583F-47C1-A80E-8C46DBD68B70}"/>
              </a:ext>
              <a:ext uri="{C183D7F6-B498-43B3-948B-1728B52AA6E4}">
                <adec:decorative xmlns:adec="http://schemas.microsoft.com/office/drawing/2017/decorative" val="1"/>
              </a:ext>
            </a:extLst>
          </p:cNvPr>
          <p:cNvCxnSpPr>
            <a:cxnSpLocks/>
            <a:stCxn id="28" idx="3"/>
          </p:cNvCxnSpPr>
          <p:nvPr/>
        </p:nvCxnSpPr>
        <p:spPr>
          <a:xfrm>
            <a:off x="5937919" y="3803334"/>
            <a:ext cx="1048456" cy="545974"/>
          </a:xfrm>
          <a:prstGeom prst="bentConnector3">
            <a:avLst>
              <a:gd name="adj1" fmla="val 50000"/>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4" name="Straight Arrow Connector 83">
            <a:extLst>
              <a:ext uri="{FF2B5EF4-FFF2-40B4-BE49-F238E27FC236}">
                <a16:creationId xmlns:a16="http://schemas.microsoft.com/office/drawing/2014/main" id="{C76D6F18-4335-411C-A616-FFF0255EEF0A}"/>
              </a:ext>
              <a:ext uri="{C183D7F6-B498-43B3-948B-1728B52AA6E4}">
                <adec:decorative xmlns:adec="http://schemas.microsoft.com/office/drawing/2017/decorative" val="1"/>
              </a:ext>
            </a:extLst>
          </p:cNvPr>
          <p:cNvCxnSpPr>
            <a:cxnSpLocks/>
          </p:cNvCxnSpPr>
          <p:nvPr/>
        </p:nvCxnSpPr>
        <p:spPr>
          <a:xfrm>
            <a:off x="5938127" y="4470450"/>
            <a:ext cx="1047051" cy="0"/>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6" name="Elbow Connector 169">
            <a:extLst>
              <a:ext uri="{FF2B5EF4-FFF2-40B4-BE49-F238E27FC236}">
                <a16:creationId xmlns:a16="http://schemas.microsoft.com/office/drawing/2014/main" id="{28A0130D-50E8-45D9-80A6-30DBE6312973}"/>
              </a:ext>
              <a:ext uri="{C183D7F6-B498-43B3-948B-1728B52AA6E4}">
                <adec:decorative xmlns:adec="http://schemas.microsoft.com/office/drawing/2017/decorative" val="1"/>
              </a:ext>
            </a:extLst>
          </p:cNvPr>
          <p:cNvCxnSpPr>
            <a:cxnSpLocks/>
          </p:cNvCxnSpPr>
          <p:nvPr/>
        </p:nvCxnSpPr>
        <p:spPr>
          <a:xfrm>
            <a:off x="5937919" y="5047606"/>
            <a:ext cx="1047260" cy="348492"/>
          </a:xfrm>
          <a:prstGeom prst="bentConnector3">
            <a:avLst>
              <a:gd name="adj1" fmla="val 33525"/>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8" name="Elbow Connector 172">
            <a:extLst>
              <a:ext uri="{FF2B5EF4-FFF2-40B4-BE49-F238E27FC236}">
                <a16:creationId xmlns:a16="http://schemas.microsoft.com/office/drawing/2014/main" id="{6FBC6917-2A13-47BD-91B4-E3B23FBB0BBB}"/>
              </a:ext>
              <a:ext uri="{C183D7F6-B498-43B3-948B-1728B52AA6E4}">
                <adec:decorative xmlns:adec="http://schemas.microsoft.com/office/drawing/2017/decorative" val="1"/>
              </a:ext>
            </a:extLst>
          </p:cNvPr>
          <p:cNvCxnSpPr>
            <a:cxnSpLocks/>
          </p:cNvCxnSpPr>
          <p:nvPr/>
        </p:nvCxnSpPr>
        <p:spPr>
          <a:xfrm>
            <a:off x="5937919" y="5207419"/>
            <a:ext cx="1047260" cy="700923"/>
          </a:xfrm>
          <a:prstGeom prst="bentConnector3">
            <a:avLst>
              <a:gd name="adj1" fmla="val 20139"/>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0" name="Straight Arrow Connector 89">
            <a:extLst>
              <a:ext uri="{FF2B5EF4-FFF2-40B4-BE49-F238E27FC236}">
                <a16:creationId xmlns:a16="http://schemas.microsoft.com/office/drawing/2014/main" id="{70BFAA6B-285C-4F3F-9878-CFD53DAEA6C0}"/>
              </a:ext>
              <a:ext uri="{C183D7F6-B498-43B3-948B-1728B52AA6E4}">
                <adec:decorative xmlns:adec="http://schemas.microsoft.com/office/drawing/2017/decorative" val="1"/>
              </a:ext>
            </a:extLst>
          </p:cNvPr>
          <p:cNvCxnSpPr>
            <a:cxnSpLocks/>
          </p:cNvCxnSpPr>
          <p:nvPr/>
        </p:nvCxnSpPr>
        <p:spPr>
          <a:xfrm>
            <a:off x="8820759" y="5381020"/>
            <a:ext cx="877444" cy="0"/>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2" name="Elbow Connector 178">
            <a:extLst>
              <a:ext uri="{FF2B5EF4-FFF2-40B4-BE49-F238E27FC236}">
                <a16:creationId xmlns:a16="http://schemas.microsoft.com/office/drawing/2014/main" id="{A58EB1DB-CAC0-4AD6-BA50-C0C003065660}"/>
              </a:ext>
              <a:ext uri="{C183D7F6-B498-43B3-948B-1728B52AA6E4}">
                <adec:decorative xmlns:adec="http://schemas.microsoft.com/office/drawing/2017/decorative" val="1"/>
              </a:ext>
            </a:extLst>
          </p:cNvPr>
          <p:cNvCxnSpPr>
            <a:cxnSpLocks/>
          </p:cNvCxnSpPr>
          <p:nvPr/>
        </p:nvCxnSpPr>
        <p:spPr>
          <a:xfrm rot="10800000" flipV="1">
            <a:off x="8828145" y="5514413"/>
            <a:ext cx="870610" cy="404360"/>
          </a:xfrm>
          <a:prstGeom prst="bentConnector3">
            <a:avLst>
              <a:gd name="adj1" fmla="val 50000"/>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4" name="Straight Arrow Connector 93">
            <a:extLst>
              <a:ext uri="{FF2B5EF4-FFF2-40B4-BE49-F238E27FC236}">
                <a16:creationId xmlns:a16="http://schemas.microsoft.com/office/drawing/2014/main" id="{FFBE1AB7-0859-4165-884F-8AC1EF8899B1}"/>
              </a:ext>
              <a:ext uri="{C183D7F6-B498-43B3-948B-1728B52AA6E4}">
                <adec:decorative xmlns:adec="http://schemas.microsoft.com/office/drawing/2017/decorative" val="1"/>
              </a:ext>
            </a:extLst>
          </p:cNvPr>
          <p:cNvCxnSpPr>
            <a:cxnSpLocks/>
          </p:cNvCxnSpPr>
          <p:nvPr/>
        </p:nvCxnSpPr>
        <p:spPr>
          <a:xfrm>
            <a:off x="8064723" y="3346002"/>
            <a:ext cx="0" cy="457332"/>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272D102F-0F85-4043-8CCA-525E84B2D04C}"/>
              </a:ext>
              <a:ext uri="{C183D7F6-B498-43B3-948B-1728B52AA6E4}">
                <adec:decorative xmlns:adec="http://schemas.microsoft.com/office/drawing/2017/decorative" val="1"/>
              </a:ext>
            </a:extLst>
          </p:cNvPr>
          <p:cNvCxnSpPr>
            <a:cxnSpLocks/>
          </p:cNvCxnSpPr>
          <p:nvPr/>
        </p:nvCxnSpPr>
        <p:spPr>
          <a:xfrm>
            <a:off x="8820759" y="4403355"/>
            <a:ext cx="877444" cy="0"/>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8" name="Straight Arrow Connector 97">
            <a:extLst>
              <a:ext uri="{FF2B5EF4-FFF2-40B4-BE49-F238E27FC236}">
                <a16:creationId xmlns:a16="http://schemas.microsoft.com/office/drawing/2014/main" id="{5A8477F2-64DA-4052-B7FA-D0D11D1F187D}"/>
              </a:ext>
              <a:ext uri="{C183D7F6-B498-43B3-948B-1728B52AA6E4}">
                <adec:decorative xmlns:adec="http://schemas.microsoft.com/office/drawing/2017/decorative" val="1"/>
              </a:ext>
            </a:extLst>
          </p:cNvPr>
          <p:cNvCxnSpPr>
            <a:cxnSpLocks/>
          </p:cNvCxnSpPr>
          <p:nvPr/>
        </p:nvCxnSpPr>
        <p:spPr>
          <a:xfrm>
            <a:off x="8820759" y="2627674"/>
            <a:ext cx="877444" cy="0"/>
          </a:xfrm>
          <a:prstGeom prst="straightConnector1">
            <a:avLst/>
          </a:prstGeom>
          <a:ln w="19050">
            <a:solidFill>
              <a:schemeClr val="accent2"/>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00" name="Rectangle 99">
            <a:extLst>
              <a:ext uri="{FF2B5EF4-FFF2-40B4-BE49-F238E27FC236}">
                <a16:creationId xmlns:a16="http://schemas.microsoft.com/office/drawing/2014/main" id="{5C108952-2B0D-4364-8579-E497E6760458}"/>
              </a:ext>
              <a:ext uri="{C183D7F6-B498-43B3-948B-1728B52AA6E4}">
                <adec:decorative xmlns:adec="http://schemas.microsoft.com/office/drawing/2017/decorative" val="1"/>
              </a:ext>
            </a:extLst>
          </p:cNvPr>
          <p:cNvSpPr/>
          <p:nvPr/>
        </p:nvSpPr>
        <p:spPr>
          <a:xfrm>
            <a:off x="914503" y="6139746"/>
            <a:ext cx="349791" cy="217572"/>
          </a:xfrm>
          <a:prstGeom prst="rect">
            <a:avLst/>
          </a:prstGeom>
          <a:solidFill>
            <a:schemeClr val="accent2"/>
          </a:solidFill>
          <a:ln>
            <a:noFill/>
          </a:ln>
          <a:effectLst>
            <a:outerShdw blurRad="127000" algn="tl" rotWithShape="0">
              <a:prstClr val="black">
                <a:alpha val="30000"/>
              </a:prstClr>
            </a:outerShdw>
          </a:effectLst>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marL="0" marR="0" lvl="0" indent="0" algn="ctr" defTabSz="914225"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prstClr val="black"/>
              </a:solidFill>
              <a:effectLst/>
              <a:uLnTx/>
              <a:uFillTx/>
              <a:latin typeface="Segoe UI"/>
              <a:ea typeface="+mn-ea"/>
              <a:cs typeface="+mn-cs"/>
            </a:endParaRPr>
          </a:p>
        </p:txBody>
      </p:sp>
      <p:sp>
        <p:nvSpPr>
          <p:cNvPr id="102" name="Rectangle 101">
            <a:extLst>
              <a:ext uri="{FF2B5EF4-FFF2-40B4-BE49-F238E27FC236}">
                <a16:creationId xmlns:a16="http://schemas.microsoft.com/office/drawing/2014/main" id="{67B684D5-DAAB-4354-92AE-EB7AD4409781}"/>
              </a:ext>
            </a:extLst>
          </p:cNvPr>
          <p:cNvSpPr/>
          <p:nvPr/>
        </p:nvSpPr>
        <p:spPr>
          <a:xfrm>
            <a:off x="7167961" y="1561579"/>
            <a:ext cx="1387624" cy="276999"/>
          </a:xfrm>
          <a:prstGeom prst="rect">
            <a:avLst/>
          </a:prstGeom>
        </p:spPr>
        <p:txBody>
          <a:bodyPr wrap="none">
            <a:spAutoFit/>
          </a:bodyPr>
          <a:lstStyle/>
          <a:p>
            <a:pPr marL="0" marR="0" lvl="0" indent="0" algn="ctr" defTabSz="914225"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78D4"/>
                </a:solidFill>
                <a:effectLst/>
                <a:uLnTx/>
                <a:uFillTx/>
                <a:latin typeface="Segoe UI Semibold"/>
                <a:ea typeface="+mn-ea"/>
                <a:cs typeface="+mn-cs"/>
              </a:rPr>
              <a:t>Custom locations</a:t>
            </a:r>
          </a:p>
        </p:txBody>
      </p:sp>
    </p:spTree>
    <p:extLst>
      <p:ext uri="{BB962C8B-B14F-4D97-AF65-F5344CB8AC3E}">
        <p14:creationId xmlns:p14="http://schemas.microsoft.com/office/powerpoint/2010/main" val="1807967703"/>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23A7C1-7D17-4FB4-802B-8507969C1EB4}"/>
              </a:ext>
            </a:extLst>
          </p:cNvPr>
          <p:cNvSpPr>
            <a:spLocks noGrp="1"/>
          </p:cNvSpPr>
          <p:nvPr>
            <p:ph type="title"/>
          </p:nvPr>
        </p:nvSpPr>
        <p:spPr/>
        <p:txBody>
          <a:bodyPr/>
          <a:lstStyle/>
          <a:p>
            <a:r>
              <a:rPr lang="en-US"/>
              <a:t>Azure Arc Key Benefits</a:t>
            </a:r>
          </a:p>
        </p:txBody>
      </p:sp>
      <p:sp>
        <p:nvSpPr>
          <p:cNvPr id="3" name="Content Placeholder 2">
            <a:extLst>
              <a:ext uri="{FF2B5EF4-FFF2-40B4-BE49-F238E27FC236}">
                <a16:creationId xmlns:a16="http://schemas.microsoft.com/office/drawing/2014/main" id="{4D9D0AC8-D1E8-4B85-9876-6C947B4982C3}"/>
              </a:ext>
            </a:extLst>
          </p:cNvPr>
          <p:cNvSpPr>
            <a:spLocks noGrp="1"/>
          </p:cNvSpPr>
          <p:nvPr>
            <p:ph idx="1"/>
          </p:nvPr>
        </p:nvSpPr>
        <p:spPr>
          <a:xfrm>
            <a:off x="586740" y="1256466"/>
            <a:ext cx="11018520" cy="5005986"/>
          </a:xfrm>
        </p:spPr>
        <p:txBody>
          <a:bodyPr/>
          <a:lstStyle/>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Organize all resources using - Azure management groups, subscriptions, resource groups, and tags.</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Consolidated view via - Azure portal, CLI, PowerShell, and REST API.</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Policies</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Update Management</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Inventory</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Change Tracking</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Delegation of permissions using Role Based Access Control (RBAC).</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a:p>
            <a:pPr marL="342900" indent="-342900" algn="l" rtl="0" fontAlgn="base">
              <a:lnSpc>
                <a:spcPct val="150000"/>
              </a:lnSpc>
              <a:buFont typeface="Arial" panose="020B0604020202020204" pitchFamily="34" charset="0"/>
              <a:buChar char="•"/>
            </a:pPr>
            <a:r>
              <a:rPr lang="en-US" b="0" i="0" u="none" strike="noStrike" dirty="0">
                <a:solidFill>
                  <a:srgbClr val="000000"/>
                </a:solidFill>
                <a:effectLst/>
                <a:latin typeface="Segoe UI" panose="020B0502040204020203" pitchFamily="34" charset="0"/>
              </a:rPr>
              <a:t>Extend Azure Monitor to on-premises and other clouds.</a:t>
            </a:r>
            <a:r>
              <a:rPr lang="en-US" b="0" i="0" dirty="0">
                <a:solidFill>
                  <a:srgbClr val="000000"/>
                </a:solidFill>
                <a:effectLst/>
                <a:latin typeface="Segoe UI" panose="020B0502040204020203" pitchFamily="34" charset="0"/>
              </a:rPr>
              <a:t>​</a:t>
            </a:r>
            <a:endParaRPr lang="en-US" b="0" i="0" dirty="0">
              <a:solidFill>
                <a:srgbClr val="000000"/>
              </a:solidFill>
              <a:effectLst/>
              <a:latin typeface="Arial" panose="020B0604020202020204" pitchFamily="34" charset="0"/>
            </a:endParaRPr>
          </a:p>
        </p:txBody>
      </p:sp>
    </p:spTree>
    <p:extLst>
      <p:ext uri="{BB962C8B-B14F-4D97-AF65-F5344CB8AC3E}">
        <p14:creationId xmlns:p14="http://schemas.microsoft.com/office/powerpoint/2010/main" val="32608458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2" descr="A conceptual architecture diagram of an Azure landing zone.">
            <a:extLst>
              <a:ext uri="{FF2B5EF4-FFF2-40B4-BE49-F238E27FC236}">
                <a16:creationId xmlns:a16="http://schemas.microsoft.com/office/drawing/2014/main" id="{E4B245C5-5A51-0362-C1E1-F3119B58B4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30912" y="194893"/>
            <a:ext cx="8547924" cy="646821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126B07E4-2FEB-D4D6-E3E9-5E7FC470C263}"/>
              </a:ext>
            </a:extLst>
          </p:cNvPr>
          <p:cNvSpPr txBox="1"/>
          <p:nvPr/>
        </p:nvSpPr>
        <p:spPr>
          <a:xfrm>
            <a:off x="122026" y="6230136"/>
            <a:ext cx="998478" cy="627864"/>
          </a:xfrm>
          <a:prstGeom prst="rect">
            <a:avLst/>
          </a:prstGeom>
          <a:noFill/>
        </p:spPr>
        <p:txBody>
          <a:bodyPr wrap="none" lIns="182880" tIns="146304" rIns="182880" bIns="146304" rtlCol="0">
            <a:spAutoFit/>
          </a:bodyPr>
          <a:lstStyle/>
          <a:p>
            <a:pPr>
              <a:lnSpc>
                <a:spcPct val="90000"/>
              </a:lnSpc>
              <a:spcAft>
                <a:spcPts val="600"/>
              </a:spcAft>
            </a:pPr>
            <a:r>
              <a:rPr lang="en-HK" sz="2400" dirty="0">
                <a:gradFill>
                  <a:gsLst>
                    <a:gs pos="2917">
                      <a:schemeClr val="tx1"/>
                    </a:gs>
                    <a:gs pos="30000">
                      <a:schemeClr val="tx1"/>
                    </a:gs>
                  </a:gsLst>
                  <a:lin ang="5400000" scaled="0"/>
                </a:gradFill>
                <a:hlinkClick r:id="rId3" action="ppaction://hlinksldjump"/>
              </a:rPr>
              <a:t>back</a:t>
            </a:r>
            <a:endParaRPr lang="en-HK"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1116172989"/>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26B07E4-2FEB-D4D6-E3E9-5E7FC470C263}"/>
              </a:ext>
            </a:extLst>
          </p:cNvPr>
          <p:cNvSpPr txBox="1"/>
          <p:nvPr/>
        </p:nvSpPr>
        <p:spPr>
          <a:xfrm>
            <a:off x="122026" y="6230136"/>
            <a:ext cx="998478" cy="627864"/>
          </a:xfrm>
          <a:prstGeom prst="rect">
            <a:avLst/>
          </a:prstGeom>
          <a:noFill/>
        </p:spPr>
        <p:txBody>
          <a:bodyPr wrap="none" lIns="182880" tIns="146304" rIns="182880" bIns="146304" rtlCol="0">
            <a:spAutoFit/>
          </a:bodyPr>
          <a:lstStyle/>
          <a:p>
            <a:pPr>
              <a:lnSpc>
                <a:spcPct val="90000"/>
              </a:lnSpc>
              <a:spcAft>
                <a:spcPts val="600"/>
              </a:spcAft>
            </a:pPr>
            <a:r>
              <a:rPr lang="en-HK" sz="2400" dirty="0">
                <a:gradFill>
                  <a:gsLst>
                    <a:gs pos="2917">
                      <a:schemeClr val="tx1"/>
                    </a:gs>
                    <a:gs pos="30000">
                      <a:schemeClr val="tx1"/>
                    </a:gs>
                  </a:gsLst>
                  <a:lin ang="5400000" scaled="0"/>
                </a:gradFill>
                <a:hlinkClick r:id="rId2" action="ppaction://hlinksldjump"/>
              </a:rPr>
              <a:t>back</a:t>
            </a:r>
            <a:endParaRPr lang="en-HK" sz="2400" dirty="0">
              <a:gradFill>
                <a:gsLst>
                  <a:gs pos="2917">
                    <a:schemeClr val="tx1"/>
                  </a:gs>
                  <a:gs pos="30000">
                    <a:schemeClr val="tx1"/>
                  </a:gs>
                </a:gsLst>
                <a:lin ang="5400000" scaled="0"/>
              </a:gradFill>
            </a:endParaRPr>
          </a:p>
        </p:txBody>
      </p:sp>
      <p:pic>
        <p:nvPicPr>
          <p:cNvPr id="6" name="Picture 5">
            <a:extLst>
              <a:ext uri="{FF2B5EF4-FFF2-40B4-BE49-F238E27FC236}">
                <a16:creationId xmlns:a16="http://schemas.microsoft.com/office/drawing/2014/main" id="{D1A416F3-887D-5043-2378-1DEA7FBDC208}"/>
              </a:ext>
            </a:extLst>
          </p:cNvPr>
          <p:cNvPicPr>
            <a:picLocks noChangeAspect="1"/>
          </p:cNvPicPr>
          <p:nvPr/>
        </p:nvPicPr>
        <p:blipFill>
          <a:blip r:embed="rId3"/>
          <a:stretch>
            <a:fillRect/>
          </a:stretch>
        </p:blipFill>
        <p:spPr>
          <a:xfrm>
            <a:off x="621265" y="1269202"/>
            <a:ext cx="5270356" cy="4602188"/>
          </a:xfrm>
          <a:prstGeom prst="rect">
            <a:avLst/>
          </a:prstGeom>
        </p:spPr>
      </p:pic>
      <p:pic>
        <p:nvPicPr>
          <p:cNvPr id="7" name="Picture 6">
            <a:extLst>
              <a:ext uri="{FF2B5EF4-FFF2-40B4-BE49-F238E27FC236}">
                <a16:creationId xmlns:a16="http://schemas.microsoft.com/office/drawing/2014/main" id="{8F806EB9-4D87-3C6A-2E93-B830EE54DEFD}"/>
              </a:ext>
            </a:extLst>
          </p:cNvPr>
          <p:cNvPicPr>
            <a:picLocks noChangeAspect="1"/>
          </p:cNvPicPr>
          <p:nvPr/>
        </p:nvPicPr>
        <p:blipFill>
          <a:blip r:embed="rId4"/>
          <a:stretch>
            <a:fillRect/>
          </a:stretch>
        </p:blipFill>
        <p:spPr>
          <a:xfrm>
            <a:off x="6400800" y="1944785"/>
            <a:ext cx="5467766" cy="4802378"/>
          </a:xfrm>
          <a:prstGeom prst="rect">
            <a:avLst/>
          </a:prstGeom>
        </p:spPr>
      </p:pic>
      <p:pic>
        <p:nvPicPr>
          <p:cNvPr id="8" name="Picture 7">
            <a:extLst>
              <a:ext uri="{FF2B5EF4-FFF2-40B4-BE49-F238E27FC236}">
                <a16:creationId xmlns:a16="http://schemas.microsoft.com/office/drawing/2014/main" id="{50547651-AE53-6BCC-BD30-CFFB6B1255D8}"/>
              </a:ext>
            </a:extLst>
          </p:cNvPr>
          <p:cNvPicPr>
            <a:picLocks noChangeAspect="1"/>
          </p:cNvPicPr>
          <p:nvPr/>
        </p:nvPicPr>
        <p:blipFill>
          <a:blip r:embed="rId5"/>
          <a:stretch>
            <a:fillRect/>
          </a:stretch>
        </p:blipFill>
        <p:spPr>
          <a:xfrm>
            <a:off x="6194333" y="110837"/>
            <a:ext cx="5176838" cy="1463671"/>
          </a:xfrm>
          <a:prstGeom prst="rect">
            <a:avLst/>
          </a:prstGeom>
        </p:spPr>
      </p:pic>
    </p:spTree>
    <p:extLst>
      <p:ext uri="{BB962C8B-B14F-4D97-AF65-F5344CB8AC3E}">
        <p14:creationId xmlns:p14="http://schemas.microsoft.com/office/powerpoint/2010/main" val="1703265632"/>
      </p:ext>
    </p:extLst>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F7597DF-CD53-51D3-4DD2-3236F5B32C93}"/>
              </a:ext>
            </a:extLst>
          </p:cNvPr>
          <p:cNvPicPr>
            <a:picLocks noChangeAspect="1"/>
          </p:cNvPicPr>
          <p:nvPr/>
        </p:nvPicPr>
        <p:blipFill>
          <a:blip r:embed="rId2"/>
          <a:stretch>
            <a:fillRect/>
          </a:stretch>
        </p:blipFill>
        <p:spPr>
          <a:xfrm>
            <a:off x="2531640" y="230963"/>
            <a:ext cx="8128644" cy="6396073"/>
          </a:xfrm>
          <a:prstGeom prst="rect">
            <a:avLst/>
          </a:prstGeom>
        </p:spPr>
      </p:pic>
      <p:sp>
        <p:nvSpPr>
          <p:cNvPr id="5" name="TextBox 4">
            <a:extLst>
              <a:ext uri="{FF2B5EF4-FFF2-40B4-BE49-F238E27FC236}">
                <a16:creationId xmlns:a16="http://schemas.microsoft.com/office/drawing/2014/main" id="{AFD6C794-012B-ADE6-6AF2-101CF730C0D4}"/>
              </a:ext>
            </a:extLst>
          </p:cNvPr>
          <p:cNvSpPr txBox="1"/>
          <p:nvPr/>
        </p:nvSpPr>
        <p:spPr>
          <a:xfrm>
            <a:off x="122026" y="6230136"/>
            <a:ext cx="998478" cy="627864"/>
          </a:xfrm>
          <a:prstGeom prst="rect">
            <a:avLst/>
          </a:prstGeom>
          <a:noFill/>
        </p:spPr>
        <p:txBody>
          <a:bodyPr wrap="none" lIns="182880" tIns="146304" rIns="182880" bIns="146304" rtlCol="0">
            <a:spAutoFit/>
          </a:bodyPr>
          <a:lstStyle/>
          <a:p>
            <a:pPr>
              <a:lnSpc>
                <a:spcPct val="90000"/>
              </a:lnSpc>
              <a:spcAft>
                <a:spcPts val="600"/>
              </a:spcAft>
            </a:pPr>
            <a:r>
              <a:rPr lang="en-HK" sz="2400" dirty="0">
                <a:gradFill>
                  <a:gsLst>
                    <a:gs pos="2917">
                      <a:schemeClr val="tx1"/>
                    </a:gs>
                    <a:gs pos="30000">
                      <a:schemeClr val="tx1"/>
                    </a:gs>
                  </a:gsLst>
                  <a:lin ang="5400000" scaled="0"/>
                </a:gradFill>
                <a:hlinkClick r:id="rId3" action="ppaction://hlinksldjump"/>
              </a:rPr>
              <a:t>back</a:t>
            </a:r>
            <a:endParaRPr lang="en-HK"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1454010961"/>
      </p:ext>
    </p:extLst>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1C36376-1E51-964E-88DD-5A20F30E07A6}"/>
              </a:ext>
            </a:extLst>
          </p:cNvPr>
          <p:cNvPicPr>
            <a:picLocks noChangeAspect="1"/>
          </p:cNvPicPr>
          <p:nvPr/>
        </p:nvPicPr>
        <p:blipFill>
          <a:blip r:embed="rId2"/>
          <a:stretch>
            <a:fillRect/>
          </a:stretch>
        </p:blipFill>
        <p:spPr>
          <a:xfrm>
            <a:off x="1120504" y="0"/>
            <a:ext cx="9950992" cy="6858000"/>
          </a:xfrm>
          <a:prstGeom prst="rect">
            <a:avLst/>
          </a:prstGeom>
        </p:spPr>
      </p:pic>
      <p:sp>
        <p:nvSpPr>
          <p:cNvPr id="6" name="TextBox 5">
            <a:extLst>
              <a:ext uri="{FF2B5EF4-FFF2-40B4-BE49-F238E27FC236}">
                <a16:creationId xmlns:a16="http://schemas.microsoft.com/office/drawing/2014/main" id="{D66334AD-BDD6-403E-DAD1-3B84FFD65A9E}"/>
              </a:ext>
            </a:extLst>
          </p:cNvPr>
          <p:cNvSpPr txBox="1"/>
          <p:nvPr/>
        </p:nvSpPr>
        <p:spPr>
          <a:xfrm>
            <a:off x="122026" y="6230136"/>
            <a:ext cx="998478" cy="627864"/>
          </a:xfrm>
          <a:prstGeom prst="rect">
            <a:avLst/>
          </a:prstGeom>
          <a:noFill/>
        </p:spPr>
        <p:txBody>
          <a:bodyPr wrap="none" lIns="182880" tIns="146304" rIns="182880" bIns="146304" rtlCol="0">
            <a:spAutoFit/>
          </a:bodyPr>
          <a:lstStyle/>
          <a:p>
            <a:pPr>
              <a:lnSpc>
                <a:spcPct val="90000"/>
              </a:lnSpc>
              <a:spcAft>
                <a:spcPts val="600"/>
              </a:spcAft>
            </a:pPr>
            <a:r>
              <a:rPr lang="en-HK" sz="2400" dirty="0">
                <a:gradFill>
                  <a:gsLst>
                    <a:gs pos="2917">
                      <a:schemeClr val="tx1"/>
                    </a:gs>
                    <a:gs pos="30000">
                      <a:schemeClr val="tx1"/>
                    </a:gs>
                  </a:gsLst>
                  <a:lin ang="5400000" scaled="0"/>
                </a:gradFill>
                <a:hlinkClick r:id="rId3" action="ppaction://hlinksldjump"/>
              </a:rPr>
              <a:t>back</a:t>
            </a:r>
            <a:endParaRPr lang="en-HK"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3404521429"/>
      </p:ext>
    </p:extLst>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FF6189-ABAB-2579-419B-ACD28B97A7DC}"/>
              </a:ext>
            </a:extLst>
          </p:cNvPr>
          <p:cNvSpPr txBox="1"/>
          <p:nvPr/>
        </p:nvSpPr>
        <p:spPr>
          <a:xfrm>
            <a:off x="122026" y="6230136"/>
            <a:ext cx="998478" cy="627864"/>
          </a:xfrm>
          <a:prstGeom prst="rect">
            <a:avLst/>
          </a:prstGeom>
          <a:noFill/>
        </p:spPr>
        <p:txBody>
          <a:bodyPr wrap="none" lIns="182880" tIns="146304" rIns="182880" bIns="146304" rtlCol="0">
            <a:spAutoFit/>
          </a:bodyPr>
          <a:lstStyle/>
          <a:p>
            <a:pPr>
              <a:lnSpc>
                <a:spcPct val="90000"/>
              </a:lnSpc>
              <a:spcAft>
                <a:spcPts val="600"/>
              </a:spcAft>
            </a:pPr>
            <a:r>
              <a:rPr lang="en-HK" sz="2400" dirty="0">
                <a:gradFill>
                  <a:gsLst>
                    <a:gs pos="2917">
                      <a:schemeClr val="tx1"/>
                    </a:gs>
                    <a:gs pos="30000">
                      <a:schemeClr val="tx1"/>
                    </a:gs>
                  </a:gsLst>
                  <a:lin ang="5400000" scaled="0"/>
                </a:gradFill>
                <a:hlinkClick r:id="rId2" action="ppaction://hlinksldjump"/>
              </a:rPr>
              <a:t>back</a:t>
            </a:r>
            <a:endParaRPr lang="en-HK" sz="2400" dirty="0">
              <a:gradFill>
                <a:gsLst>
                  <a:gs pos="2917">
                    <a:schemeClr val="tx1"/>
                  </a:gs>
                  <a:gs pos="30000">
                    <a:schemeClr val="tx1"/>
                  </a:gs>
                </a:gsLst>
                <a:lin ang="5400000" scaled="0"/>
              </a:gradFill>
            </a:endParaRPr>
          </a:p>
        </p:txBody>
      </p:sp>
      <p:pic>
        <p:nvPicPr>
          <p:cNvPr id="6" name="Picture 5">
            <a:extLst>
              <a:ext uri="{FF2B5EF4-FFF2-40B4-BE49-F238E27FC236}">
                <a16:creationId xmlns:a16="http://schemas.microsoft.com/office/drawing/2014/main" id="{BEC2E044-2771-45E3-24C9-A3DD69CB90FA}"/>
              </a:ext>
            </a:extLst>
          </p:cNvPr>
          <p:cNvPicPr>
            <a:picLocks noChangeAspect="1"/>
          </p:cNvPicPr>
          <p:nvPr/>
        </p:nvPicPr>
        <p:blipFill>
          <a:blip r:embed="rId3"/>
          <a:stretch>
            <a:fillRect/>
          </a:stretch>
        </p:blipFill>
        <p:spPr>
          <a:xfrm>
            <a:off x="1637607" y="0"/>
            <a:ext cx="9443258" cy="6858000"/>
          </a:xfrm>
          <a:prstGeom prst="rect">
            <a:avLst/>
          </a:prstGeom>
        </p:spPr>
      </p:pic>
    </p:spTree>
    <p:extLst>
      <p:ext uri="{BB962C8B-B14F-4D97-AF65-F5344CB8AC3E}">
        <p14:creationId xmlns:p14="http://schemas.microsoft.com/office/powerpoint/2010/main" val="3296801227"/>
      </p:ext>
    </p:extLst>
  </p:cSld>
  <p:clrMapOvr>
    <a:masterClrMapping/>
  </p:clrMapOvr>
  <p:transition spd="med">
    <p:fade/>
  </p:transition>
</p:sld>
</file>

<file path=ppt/theme/theme1.xml><?xml version="1.0" encoding="utf-8"?>
<a:theme xmlns:a="http://schemas.openxmlformats.org/drawingml/2006/main" name="WHITE TEMPLATE">
  <a:themeElements>
    <a:clrScheme name="ST_Illustration_White_Blue">
      <a:dk1>
        <a:srgbClr val="1A1A1A"/>
      </a:dk1>
      <a:lt1>
        <a:srgbClr val="FFFFFF"/>
      </a:lt1>
      <a:dk2>
        <a:srgbClr val="0D0D0D"/>
      </a:dk2>
      <a:lt2>
        <a:srgbClr val="D2D2D2"/>
      </a:lt2>
      <a:accent1>
        <a:srgbClr val="0078D4"/>
      </a:accent1>
      <a:accent2>
        <a:srgbClr val="002050"/>
      </a:accent2>
      <a:accent3>
        <a:srgbClr val="107C10"/>
      </a:accent3>
      <a:accent4>
        <a:srgbClr val="D73B01"/>
      </a:accent4>
      <a:accent5>
        <a:srgbClr val="737373"/>
      </a:accent5>
      <a:accent6>
        <a:srgbClr val="E6E6E6"/>
      </a:accent6>
      <a:hlink>
        <a:srgbClr val="0078D4"/>
      </a:hlink>
      <a:folHlink>
        <a:srgbClr val="0078D4"/>
      </a:folHlink>
    </a:clrScheme>
    <a:fontScheme name="Segoe UI Semibold - Segoe UI">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16-9_Illustration_2018_Cloud_011.potx" id="{762B47AA-A827-4F63-8EDD-1F6B4767BB62}" vid="{53DB83EF-4F78-4F48-A301-01610C79C1EF}"/>
    </a:ext>
  </a:extLst>
</a:theme>
</file>

<file path=ppt/theme/theme2.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5B7356A06F744439C0CE932EEB009F5" ma:contentTypeVersion="6" ma:contentTypeDescription="Create a new document." ma:contentTypeScope="" ma:versionID="d10da16756ea923870ae2deb524579bc">
  <xsd:schema xmlns:xsd="http://www.w3.org/2001/XMLSchema" xmlns:xs="http://www.w3.org/2001/XMLSchema" xmlns:p="http://schemas.microsoft.com/office/2006/metadata/properties" xmlns:ns2="6656ffad-92b0-4efb-bc78-5d5af2c7fd93" xmlns:ns3="e7cc3f53-dbdf-4ffb-90f1-33d3d1806439" targetNamespace="http://schemas.microsoft.com/office/2006/metadata/properties" ma:root="true" ma:fieldsID="b6b9ea322e60814eb61348a7c2360d68" ns2:_="" ns3:_="">
    <xsd:import namespace="6656ffad-92b0-4efb-bc78-5d5af2c7fd93"/>
    <xsd:import namespace="e7cc3f53-dbdf-4ffb-90f1-33d3d180643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656ffad-92b0-4efb-bc78-5d5af2c7fd9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7cc3f53-dbdf-4ffb-90f1-33d3d180643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C4064600-4854-4CD3-88DC-4DD71F11CFFE}">
  <ds:schemaRefs>
    <ds:schemaRef ds:uri="http://schemas.microsoft.com/sharepoint/v3/contenttype/forms"/>
  </ds:schemaRefs>
</ds:datastoreItem>
</file>

<file path=customXml/itemProps2.xml><?xml version="1.0" encoding="utf-8"?>
<ds:datastoreItem xmlns:ds="http://schemas.openxmlformats.org/officeDocument/2006/customXml" ds:itemID="{0441A27A-878C-426A-BE1F-FD6C109B7049}">
  <ds:schemaRefs>
    <ds:schemaRef ds:uri="http://schemas.openxmlformats.org/package/2006/metadata/core-properties"/>
    <ds:schemaRef ds:uri="http://purl.org/dc/dcmitype/"/>
    <ds:schemaRef ds:uri="http://schemas.microsoft.com/office/infopath/2007/PartnerControls"/>
    <ds:schemaRef ds:uri="http://schemas.microsoft.com/office/2006/metadata/properties"/>
    <ds:schemaRef ds:uri="http://schemas.microsoft.com/office/2006/documentManagement/types"/>
    <ds:schemaRef ds:uri="http://purl.org/dc/elements/1.1/"/>
    <ds:schemaRef ds:uri="http://purl.org/dc/terms/"/>
    <ds:schemaRef ds:uri="e7cc3f53-dbdf-4ffb-90f1-33d3d1806439"/>
    <ds:schemaRef ds:uri="6656ffad-92b0-4efb-bc78-5d5af2c7fd93"/>
    <ds:schemaRef ds:uri="http://www.w3.org/XML/1998/namespace"/>
  </ds:schemaRefs>
</ds:datastoreItem>
</file>

<file path=customXml/itemProps3.xml><?xml version="1.0" encoding="utf-8"?>
<ds:datastoreItem xmlns:ds="http://schemas.openxmlformats.org/officeDocument/2006/customXml" ds:itemID="{80EC5D45-9261-4D8E-BB6F-6EDCCD3351C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656ffad-92b0-4efb-bc78-5d5af2c7fd93"/>
    <ds:schemaRef ds:uri="e7cc3f53-dbdf-4ffb-90f1-33d3d180643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2f988bf-86f1-41af-91ab-2d7cd011db47}" enabled="0" method="" siteId="{72f988bf-86f1-41af-91ab-2d7cd011db47}" removed="1"/>
</clbl:labelList>
</file>

<file path=docProps/app.xml><?xml version="1.0" encoding="utf-8"?>
<Properties xmlns="http://schemas.openxmlformats.org/officeDocument/2006/extended-properties" xmlns:vt="http://schemas.openxmlformats.org/officeDocument/2006/docPropsVTypes">
  <TotalTime>0</TotalTime>
  <Words>4178</Words>
  <Application>Microsoft Office PowerPoint</Application>
  <PresentationFormat>Widescreen</PresentationFormat>
  <Paragraphs>579</Paragraphs>
  <Slides>40</Slides>
  <Notes>31</Notes>
  <HiddenSlides>0</HiddenSlides>
  <MMClips>0</MMClips>
  <ScaleCrop>false</ScaleCrop>
  <HeadingPairs>
    <vt:vector size="6" baseType="variant">
      <vt:variant>
        <vt:lpstr>Fonts Used</vt:lpstr>
      </vt:variant>
      <vt:variant>
        <vt:i4>13</vt:i4>
      </vt:variant>
      <vt:variant>
        <vt:lpstr>Theme</vt:lpstr>
      </vt:variant>
      <vt:variant>
        <vt:i4>3</vt:i4>
      </vt:variant>
      <vt:variant>
        <vt:lpstr>Slide Titles</vt:lpstr>
      </vt:variant>
      <vt:variant>
        <vt:i4>40</vt:i4>
      </vt:variant>
    </vt:vector>
  </HeadingPairs>
  <TitlesOfParts>
    <vt:vector size="56" baseType="lpstr">
      <vt:lpstr>-apple-system</vt:lpstr>
      <vt:lpstr>微软雅黑</vt:lpstr>
      <vt:lpstr>Segoe UI </vt:lpstr>
      <vt:lpstr>Segoe UI Semibold (Headings)</vt:lpstr>
      <vt:lpstr>Arial</vt:lpstr>
      <vt:lpstr>Calibri</vt:lpstr>
      <vt:lpstr>Consolas</vt:lpstr>
      <vt:lpstr>Segoe UI</vt:lpstr>
      <vt:lpstr>Segoe UI Light</vt:lpstr>
      <vt:lpstr>Segoe UI Semibold</vt:lpstr>
      <vt:lpstr>Segoe UI Semilight</vt:lpstr>
      <vt:lpstr>Symbol</vt:lpstr>
      <vt:lpstr>Wingdings</vt:lpstr>
      <vt:lpstr>WHITE TEMPLATE</vt:lpstr>
      <vt:lpstr>Microsoft Power Platform Template</vt:lpstr>
      <vt:lpstr>Microsoft Power Platform Template</vt:lpstr>
      <vt:lpstr>Module 01:  Cloud Adoption &amp; Migration Planning</vt:lpstr>
      <vt:lpstr>Module Outline</vt:lpstr>
      <vt:lpstr>Module 01 - Outline</vt:lpstr>
      <vt:lpstr>Azure Accounts</vt:lpstr>
      <vt:lpstr>Walkthrough – Create an Azure Account</vt:lpstr>
      <vt:lpstr>Exercise – Explore the Learn sandbox</vt:lpstr>
      <vt:lpstr>High level Azure Services</vt:lpstr>
      <vt:lpstr>Explore Azure Marketplace</vt:lpstr>
      <vt:lpstr>Tools for interacting with Azure</vt:lpstr>
      <vt:lpstr>Azure architectural components</vt:lpstr>
      <vt:lpstr>Regions</vt:lpstr>
      <vt:lpstr>Availability zones</vt:lpstr>
      <vt:lpstr>Region Pairs</vt:lpstr>
      <vt:lpstr>Azure Sovereign Regions (Azure China)</vt:lpstr>
      <vt:lpstr>Walkthrough – Explore the Azure Global infrastructure</vt:lpstr>
      <vt:lpstr>Azure Resources</vt:lpstr>
      <vt:lpstr>Resource groups</vt:lpstr>
      <vt:lpstr>Azure Subscriptions</vt:lpstr>
      <vt:lpstr>Management Groups</vt:lpstr>
      <vt:lpstr>Exercise – Create an Azure resource</vt:lpstr>
      <vt:lpstr>Cloud Adoption Framework</vt:lpstr>
      <vt:lpstr>Review the Cloud Adoption Framework </vt:lpstr>
      <vt:lpstr>Planning</vt:lpstr>
      <vt:lpstr>Focus on migration efforts</vt:lpstr>
      <vt:lpstr>Azure Landing Zone (*)</vt:lpstr>
      <vt:lpstr>Cloud Migration Tools</vt:lpstr>
      <vt:lpstr>Migration Stages</vt:lpstr>
      <vt:lpstr>Determine your migration strategy</vt:lpstr>
      <vt:lpstr>Identify migration tools</vt:lpstr>
      <vt:lpstr>Discussion</vt:lpstr>
      <vt:lpstr>Multi-Cloud Strategy by Azure Arc</vt:lpstr>
      <vt:lpstr>Azure Arc Overview</vt:lpstr>
      <vt:lpstr>Azure Arc – Enabled Infrastructure and Enabled Services</vt:lpstr>
      <vt:lpstr>The main components of Azure Arc </vt:lpstr>
      <vt:lpstr>Azure Arc Key Benefits</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AZ-900T0x Module 01:  Cloud concepts</dc:title>
  <dc:creator/>
  <cp:lastModifiedBy/>
  <cp:revision>11</cp:revision>
  <dcterms:created xsi:type="dcterms:W3CDTF">2020-08-24T20:48:51Z</dcterms:created>
  <dcterms:modified xsi:type="dcterms:W3CDTF">2022-07-13T11:17:37Z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0x010100A5B7356A06F744439C0CE932EEB009F5</vt:lpwstr>
  </property>
</Properties>
</file>